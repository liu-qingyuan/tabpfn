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4"/>
  </p:notesMasterIdLst>
  <p:sldIdLst>
    <p:sldId id="264" r:id="rId2"/>
    <p:sldId id="265" r:id="rId3"/>
  </p:sldIdLst>
  <p:sldSz cx="6858000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4DC"/>
    <a:srgbClr val="FFC0E2"/>
    <a:srgbClr val="FF83E5"/>
    <a:srgbClr val="FFF500"/>
    <a:srgbClr val="009051"/>
    <a:srgbClr val="D883FF"/>
    <a:srgbClr val="76D6FF"/>
    <a:srgbClr val="E4CEF3"/>
    <a:srgbClr val="FCE8D1"/>
    <a:srgbClr val="F3F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48"/>
    <p:restoredTop sz="94704"/>
  </p:normalViewPr>
  <p:slideViewPr>
    <p:cSldViewPr snapToGrid="0">
      <p:cViewPr>
        <p:scale>
          <a:sx n="158" d="100"/>
          <a:sy n="158" d="100"/>
        </p:scale>
        <p:origin x="1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BD76E8-98CC-5B4B-B66D-4377966456DE}" type="datetimeFigureOut">
              <a:rPr kumimoji="1" lang="zh-CN" altLang="en-US" smtClean="0"/>
              <a:t>2025/10/9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05038" y="1143000"/>
            <a:ext cx="2447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5C5620-1495-DC48-B034-28B871DC363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968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98FC9-83DC-50E5-9A71-1C1A55FCE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23EB7-A4A7-79CE-75CB-2095AA5F4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05038" y="1143000"/>
            <a:ext cx="2447925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2FD454-11FF-BEFF-8AA0-3F99ACBBD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12CABC-8E8C-B857-0AEA-68BDA83C0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5620-1495-DC48-B034-28B871DC363A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4000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E9DC2-C0BA-BB5A-151B-0D3CC6B39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2CC1AA-0B4E-DBF3-F2BF-58C31AF18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05038" y="1143000"/>
            <a:ext cx="2447925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BB7E33-6EF8-0D97-6698-9E8ADB74EC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C7BB3A9-84C4-778E-B4FB-4370EEAA1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5620-1495-DC48-B034-28B871DC363A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07877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14125"/>
            <a:ext cx="5829300" cy="300826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538401"/>
            <a:ext cx="5143500" cy="208618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45372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4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154193"/>
            <a:ext cx="5915025" cy="359431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5782513"/>
            <a:ext cx="5915025" cy="189016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8664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300203"/>
            <a:ext cx="2914650" cy="5482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300203"/>
            <a:ext cx="2914650" cy="5482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568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60043"/>
            <a:ext cx="5915025" cy="167014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118188"/>
            <a:ext cx="2901255" cy="103809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156278"/>
            <a:ext cx="2901255" cy="464241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118188"/>
            <a:ext cx="2915543" cy="103809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156278"/>
            <a:ext cx="2915543" cy="464241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6099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1328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2682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76051"/>
            <a:ext cx="2211884" cy="201617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244112"/>
            <a:ext cx="3471863" cy="614054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592229"/>
            <a:ext cx="2211884" cy="480242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32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76051"/>
            <a:ext cx="2211884" cy="201617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244112"/>
            <a:ext cx="3471863" cy="614054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592229"/>
            <a:ext cx="2211884" cy="480242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7984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2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60041"/>
            <a:ext cx="1478756" cy="732264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60041"/>
            <a:ext cx="4350544" cy="732264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2025/10/13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55584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60043"/>
            <a:ext cx="5915025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300203"/>
            <a:ext cx="5915025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008709"/>
            <a:ext cx="154305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DB85AEB-83B7-A64F-BE3D-D70DB525BD59}" type="datetimeFigureOut">
              <a:rPr kumimoji="1" lang="zh-CN" altLang="en-US" smtClean="0"/>
              <a:pPr/>
              <a:t>2025/10/9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008709"/>
            <a:ext cx="2314575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008709"/>
            <a:ext cx="154305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86EDAE4-A4EB-A644-8ECA-2E3EA7330657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12469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2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microsoft.com/office/2007/relationships/hdphoto" Target="../media/hdphoto2.wdp"/><Relationship Id="rId33" Type="http://schemas.openxmlformats.org/officeDocument/2006/relationships/image" Target="../media/image29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32" Type="http://schemas.openxmlformats.org/officeDocument/2006/relationships/image" Target="../media/image28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0.png"/><Relationship Id="rId28" Type="http://schemas.openxmlformats.org/officeDocument/2006/relationships/image" Target="../media/image24.pn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microsoft.com/office/2007/relationships/hdphoto" Target="../media/hdphoto1.wdp"/><Relationship Id="rId27" Type="http://schemas.openxmlformats.org/officeDocument/2006/relationships/image" Target="../media/image23.svg"/><Relationship Id="rId30" Type="http://schemas.openxmlformats.org/officeDocument/2006/relationships/image" Target="../media/image26.png"/><Relationship Id="rId8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35DC1-08DB-0916-74D9-9F6539DA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任意形状 1525">
            <a:extLst>
              <a:ext uri="{FF2B5EF4-FFF2-40B4-BE49-F238E27FC236}">
                <a16:creationId xmlns:a16="http://schemas.microsoft.com/office/drawing/2014/main" id="{5F3AA27D-6E73-198A-3B26-B24536C51975}"/>
              </a:ext>
            </a:extLst>
          </p:cNvPr>
          <p:cNvSpPr/>
          <p:nvPr/>
        </p:nvSpPr>
        <p:spPr>
          <a:xfrm>
            <a:off x="103275" y="272049"/>
            <a:ext cx="6493863" cy="3561889"/>
          </a:xfrm>
          <a:custGeom>
            <a:avLst/>
            <a:gdLst>
              <a:gd name="connsiteX0" fmla="*/ 5229530 w 6493863"/>
              <a:gd name="connsiteY0" fmla="*/ 0 h 3561889"/>
              <a:gd name="connsiteX1" fmla="*/ 6012520 w 6493863"/>
              <a:gd name="connsiteY1" fmla="*/ 0 h 3561889"/>
              <a:gd name="connsiteX2" fmla="*/ 6208268 w 6493863"/>
              <a:gd name="connsiteY2" fmla="*/ 195748 h 3561889"/>
              <a:gd name="connsiteX3" fmla="*/ 6208268 w 6493863"/>
              <a:gd name="connsiteY3" fmla="*/ 1379503 h 3561889"/>
              <a:gd name="connsiteX4" fmla="*/ 6278935 w 6493863"/>
              <a:gd name="connsiteY4" fmla="*/ 1379503 h 3561889"/>
              <a:gd name="connsiteX5" fmla="*/ 6493863 w 6493863"/>
              <a:gd name="connsiteY5" fmla="*/ 1594431 h 3561889"/>
              <a:gd name="connsiteX6" fmla="*/ 6493863 w 6493863"/>
              <a:gd name="connsiteY6" fmla="*/ 2454144 h 3561889"/>
              <a:gd name="connsiteX7" fmla="*/ 6278935 w 6493863"/>
              <a:gd name="connsiteY7" fmla="*/ 2669072 h 3561889"/>
              <a:gd name="connsiteX8" fmla="*/ 3644246 w 6493863"/>
              <a:gd name="connsiteY8" fmla="*/ 2669072 h 3561889"/>
              <a:gd name="connsiteX9" fmla="*/ 2724052 w 6493863"/>
              <a:gd name="connsiteY9" fmla="*/ 3504323 h 3561889"/>
              <a:gd name="connsiteX10" fmla="*/ 2658939 w 6493863"/>
              <a:gd name="connsiteY10" fmla="*/ 3543162 h 3561889"/>
              <a:gd name="connsiteX11" fmla="*/ 2614318 w 6493863"/>
              <a:gd name="connsiteY11" fmla="*/ 3549625 h 3561889"/>
              <a:gd name="connsiteX12" fmla="*/ 2589057 w 6493863"/>
              <a:gd name="connsiteY12" fmla="*/ 3557466 h 3561889"/>
              <a:gd name="connsiteX13" fmla="*/ 2545185 w 6493863"/>
              <a:gd name="connsiteY13" fmla="*/ 3561889 h 3561889"/>
              <a:gd name="connsiteX14" fmla="*/ 217689 w 6493863"/>
              <a:gd name="connsiteY14" fmla="*/ 3561889 h 3561889"/>
              <a:gd name="connsiteX15" fmla="*/ 0 w 6493863"/>
              <a:gd name="connsiteY15" fmla="*/ 3344200 h 3561889"/>
              <a:gd name="connsiteX16" fmla="*/ 0 w 6493863"/>
              <a:gd name="connsiteY16" fmla="*/ 2473445 h 3561889"/>
              <a:gd name="connsiteX17" fmla="*/ 217689 w 6493863"/>
              <a:gd name="connsiteY17" fmla="*/ 2255756 h 3561889"/>
              <a:gd name="connsiteX18" fmla="*/ 2395164 w 6493863"/>
              <a:gd name="connsiteY18" fmla="*/ 2255756 h 3561889"/>
              <a:gd name="connsiteX19" fmla="*/ 3264470 w 6493863"/>
              <a:gd name="connsiteY19" fmla="*/ 1466696 h 3561889"/>
              <a:gd name="connsiteX20" fmla="*/ 3280814 w 6493863"/>
              <a:gd name="connsiteY20" fmla="*/ 1442454 h 3561889"/>
              <a:gd name="connsiteX21" fmla="*/ 3432791 w 6493863"/>
              <a:gd name="connsiteY21" fmla="*/ 1379503 h 3561889"/>
              <a:gd name="connsiteX22" fmla="*/ 5033782 w 6493863"/>
              <a:gd name="connsiteY22" fmla="*/ 1379503 h 3561889"/>
              <a:gd name="connsiteX23" fmla="*/ 5033782 w 6493863"/>
              <a:gd name="connsiteY23" fmla="*/ 195748 h 3561889"/>
              <a:gd name="connsiteX24" fmla="*/ 5229530 w 6493863"/>
              <a:gd name="connsiteY24" fmla="*/ 0 h 3561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493863" h="3561889">
                <a:moveTo>
                  <a:pt x="5229530" y="0"/>
                </a:moveTo>
                <a:lnTo>
                  <a:pt x="6012520" y="0"/>
                </a:lnTo>
                <a:cubicBezTo>
                  <a:pt x="6120629" y="0"/>
                  <a:pt x="6208268" y="87639"/>
                  <a:pt x="6208268" y="195748"/>
                </a:cubicBezTo>
                <a:lnTo>
                  <a:pt x="6208268" y="1379503"/>
                </a:lnTo>
                <a:lnTo>
                  <a:pt x="6278935" y="1379503"/>
                </a:lnTo>
                <a:cubicBezTo>
                  <a:pt x="6397636" y="1379503"/>
                  <a:pt x="6493863" y="1475730"/>
                  <a:pt x="6493863" y="1594431"/>
                </a:cubicBezTo>
                <a:lnTo>
                  <a:pt x="6493863" y="2454144"/>
                </a:lnTo>
                <a:cubicBezTo>
                  <a:pt x="6493863" y="2572845"/>
                  <a:pt x="6397636" y="2669072"/>
                  <a:pt x="6278935" y="2669072"/>
                </a:cubicBezTo>
                <a:lnTo>
                  <a:pt x="3644246" y="2669072"/>
                </a:lnTo>
                <a:lnTo>
                  <a:pt x="2724052" y="3504323"/>
                </a:lnTo>
                <a:cubicBezTo>
                  <a:pt x="2704532" y="3522041"/>
                  <a:pt x="2682346" y="3534964"/>
                  <a:pt x="2658939" y="3543162"/>
                </a:cubicBezTo>
                <a:lnTo>
                  <a:pt x="2614318" y="3549625"/>
                </a:lnTo>
                <a:lnTo>
                  <a:pt x="2589057" y="3557466"/>
                </a:lnTo>
                <a:cubicBezTo>
                  <a:pt x="2574886" y="3560366"/>
                  <a:pt x="2560213" y="3561889"/>
                  <a:pt x="2545185" y="3561889"/>
                </a:cubicBezTo>
                <a:lnTo>
                  <a:pt x="217689" y="3561889"/>
                </a:lnTo>
                <a:cubicBezTo>
                  <a:pt x="97463" y="3561889"/>
                  <a:pt x="0" y="3464426"/>
                  <a:pt x="0" y="3344200"/>
                </a:cubicBezTo>
                <a:lnTo>
                  <a:pt x="0" y="2473445"/>
                </a:lnTo>
                <a:cubicBezTo>
                  <a:pt x="0" y="2353219"/>
                  <a:pt x="97463" y="2255756"/>
                  <a:pt x="217689" y="2255756"/>
                </a:cubicBezTo>
                <a:lnTo>
                  <a:pt x="2395164" y="2255756"/>
                </a:lnTo>
                <a:lnTo>
                  <a:pt x="3264470" y="1466696"/>
                </a:lnTo>
                <a:lnTo>
                  <a:pt x="3280814" y="1442454"/>
                </a:lnTo>
                <a:cubicBezTo>
                  <a:pt x="3319708" y="1403560"/>
                  <a:pt x="3373440" y="1379503"/>
                  <a:pt x="3432791" y="1379503"/>
                </a:cubicBezTo>
                <a:lnTo>
                  <a:pt x="5033782" y="1379503"/>
                </a:lnTo>
                <a:lnTo>
                  <a:pt x="5033782" y="195748"/>
                </a:lnTo>
                <a:cubicBezTo>
                  <a:pt x="5033782" y="87639"/>
                  <a:pt x="5121421" y="0"/>
                  <a:pt x="5229530" y="0"/>
                </a:cubicBezTo>
                <a:close/>
              </a:path>
            </a:pathLst>
          </a:custGeom>
          <a:noFill/>
          <a:ln w="3175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C3A007F-A58F-8DE3-53F9-ECCFBDA2D2D9}"/>
              </a:ext>
            </a:extLst>
          </p:cNvPr>
          <p:cNvSpPr txBox="1"/>
          <p:nvPr/>
        </p:nvSpPr>
        <p:spPr>
          <a:xfrm>
            <a:off x="284873" y="4761017"/>
            <a:ext cx="144000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Data Preprocessing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5459BBA-81C6-25D7-8787-A1C372B77E79}"/>
              </a:ext>
            </a:extLst>
          </p:cNvPr>
          <p:cNvSpPr txBox="1"/>
          <p:nvPr/>
        </p:nvSpPr>
        <p:spPr>
          <a:xfrm>
            <a:off x="-1169" y="4674739"/>
            <a:ext cx="328247" cy="36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799" dirty="0">
                <a:cs typeface="Arial" panose="020B0604020202020204" pitchFamily="34" charset="0"/>
              </a:rPr>
              <a:t>b</a:t>
            </a:r>
            <a:endParaRPr lang="zh-CN" altLang="en-US" sz="1799" dirty="0"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17CAAC-B9B4-2852-C351-94E18F1B059D}"/>
              </a:ext>
            </a:extLst>
          </p:cNvPr>
          <p:cNvSpPr txBox="1"/>
          <p:nvPr/>
        </p:nvSpPr>
        <p:spPr>
          <a:xfrm>
            <a:off x="284873" y="64309"/>
            <a:ext cx="144000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PANDA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4F9B76-470C-4C63-C810-B71C89B9713C}"/>
              </a:ext>
            </a:extLst>
          </p:cNvPr>
          <p:cNvSpPr txBox="1"/>
          <p:nvPr/>
        </p:nvSpPr>
        <p:spPr>
          <a:xfrm>
            <a:off x="-1169" y="-30515"/>
            <a:ext cx="328247" cy="36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799" dirty="0">
                <a:cs typeface="Arial" panose="020B0604020202020204" pitchFamily="34" charset="0"/>
              </a:rPr>
              <a:t>a</a:t>
            </a:r>
            <a:endParaRPr lang="zh-CN" altLang="en-US" sz="1799" dirty="0">
              <a:cs typeface="Arial" panose="020B0604020202020204" pitchFamily="34" charset="0"/>
            </a:endParaRPr>
          </a:p>
        </p:txBody>
      </p:sp>
      <p:grpSp>
        <p:nvGrpSpPr>
          <p:cNvPr id="1530" name="组合 1529">
            <a:extLst>
              <a:ext uri="{FF2B5EF4-FFF2-40B4-BE49-F238E27FC236}">
                <a16:creationId xmlns:a16="http://schemas.microsoft.com/office/drawing/2014/main" id="{A8B151D1-4F1B-3D74-2723-FCBB50FF0127}"/>
              </a:ext>
            </a:extLst>
          </p:cNvPr>
          <p:cNvGrpSpPr/>
          <p:nvPr/>
        </p:nvGrpSpPr>
        <p:grpSpPr>
          <a:xfrm>
            <a:off x="269379" y="848893"/>
            <a:ext cx="729741" cy="241861"/>
            <a:chOff x="269379" y="848893"/>
            <a:chExt cx="729741" cy="241861"/>
          </a:xfrm>
        </p:grpSpPr>
        <p:sp>
          <p:nvSpPr>
            <p:cNvPr id="1404" name="可选流程 1403">
              <a:extLst>
                <a:ext uri="{FF2B5EF4-FFF2-40B4-BE49-F238E27FC236}">
                  <a16:creationId xmlns:a16="http://schemas.microsoft.com/office/drawing/2014/main" id="{CA6A0F07-B3F1-7A66-52D2-6BDDCBDF1198}"/>
                </a:ext>
              </a:extLst>
            </p:cNvPr>
            <p:cNvSpPr/>
            <p:nvPr/>
          </p:nvSpPr>
          <p:spPr>
            <a:xfrm>
              <a:off x="269379" y="848893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solidFill>
                <a:schemeClr val="accent6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2D41D7B0-C961-A10B-F82D-19AC286BB407}"/>
                </a:ext>
              </a:extLst>
            </p:cNvPr>
            <p:cNvSpPr txBox="1"/>
            <p:nvPr/>
          </p:nvSpPr>
          <p:spPr>
            <a:xfrm>
              <a:off x="389887" y="859922"/>
              <a:ext cx="46679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Train</a:t>
              </a:r>
            </a:p>
          </p:txBody>
        </p:sp>
      </p:grpSp>
      <p:sp>
        <p:nvSpPr>
          <p:cNvPr id="1401" name="任意形状 1400">
            <a:extLst>
              <a:ext uri="{FF2B5EF4-FFF2-40B4-BE49-F238E27FC236}">
                <a16:creationId xmlns:a16="http://schemas.microsoft.com/office/drawing/2014/main" id="{9942D637-E109-599B-427E-21514A7EDB0A}"/>
              </a:ext>
            </a:extLst>
          </p:cNvPr>
          <p:cNvSpPr>
            <a:spLocks noChangeAspect="1"/>
          </p:cNvSpPr>
          <p:nvPr/>
        </p:nvSpPr>
        <p:spPr>
          <a:xfrm rot="18620734">
            <a:off x="1071907" y="-999653"/>
            <a:ext cx="4650701" cy="6027409"/>
          </a:xfrm>
          <a:custGeom>
            <a:avLst/>
            <a:gdLst>
              <a:gd name="connsiteX0" fmla="*/ 1015328 w 4650701"/>
              <a:gd name="connsiteY0" fmla="*/ 74423 h 6027409"/>
              <a:gd name="connsiteX1" fmla="*/ 2614798 w 4650701"/>
              <a:gd name="connsiteY1" fmla="*/ 1957416 h 6027409"/>
              <a:gd name="connsiteX2" fmla="*/ 2655342 w 4650701"/>
              <a:gd name="connsiteY2" fmla="*/ 2030767 h 6027409"/>
              <a:gd name="connsiteX3" fmla="*/ 2657588 w 4650701"/>
              <a:gd name="connsiteY3" fmla="*/ 2050921 h 6027409"/>
              <a:gd name="connsiteX4" fmla="*/ 2662875 w 4650701"/>
              <a:gd name="connsiteY4" fmla="*/ 2067953 h 6027409"/>
              <a:gd name="connsiteX5" fmla="*/ 2667206 w 4650701"/>
              <a:gd name="connsiteY5" fmla="*/ 2110917 h 6027409"/>
              <a:gd name="connsiteX6" fmla="*/ 2667206 w 4650701"/>
              <a:gd name="connsiteY6" fmla="*/ 2764971 h 6027409"/>
              <a:gd name="connsiteX7" fmla="*/ 4594954 w 4650701"/>
              <a:gd name="connsiteY7" fmla="*/ 5034432 h 6027409"/>
              <a:gd name="connsiteX8" fmla="*/ 4568059 w 4650701"/>
              <a:gd name="connsiteY8" fmla="*/ 5364778 h 6027409"/>
              <a:gd name="connsiteX9" fmla="*/ 3853599 w 4650701"/>
              <a:gd name="connsiteY9" fmla="*/ 5971662 h 6027409"/>
              <a:gd name="connsiteX10" fmla="*/ 3523252 w 4650701"/>
              <a:gd name="connsiteY10" fmla="*/ 5944767 h 6027409"/>
              <a:gd name="connsiteX11" fmla="*/ 1463442 w 4650701"/>
              <a:gd name="connsiteY11" fmla="*/ 3519834 h 6027409"/>
              <a:gd name="connsiteX12" fmla="*/ 1457342 w 4650701"/>
              <a:gd name="connsiteY12" fmla="*/ 3510989 h 6027409"/>
              <a:gd name="connsiteX13" fmla="*/ 1450536 w 4650701"/>
              <a:gd name="connsiteY13" fmla="*/ 3505373 h 6027409"/>
              <a:gd name="connsiteX14" fmla="*/ 1388095 w 4650701"/>
              <a:gd name="connsiteY14" fmla="*/ 3354628 h 6027409"/>
              <a:gd name="connsiteX15" fmla="*/ 1388095 w 4650701"/>
              <a:gd name="connsiteY15" fmla="*/ 2469277 h 6027409"/>
              <a:gd name="connsiteX16" fmla="*/ 50203 w 4650701"/>
              <a:gd name="connsiteY16" fmla="*/ 894229 h 6027409"/>
              <a:gd name="connsiteX17" fmla="*/ 74423 w 4650701"/>
              <a:gd name="connsiteY17" fmla="*/ 596736 h 6027409"/>
              <a:gd name="connsiteX18" fmla="*/ 717834 w 4650701"/>
              <a:gd name="connsiteY18" fmla="*/ 50203 h 6027409"/>
              <a:gd name="connsiteX19" fmla="*/ 1015328 w 4650701"/>
              <a:gd name="connsiteY19" fmla="*/ 74423 h 602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650701" h="6027409">
                <a:moveTo>
                  <a:pt x="1015328" y="74423"/>
                </a:moveTo>
                <a:lnTo>
                  <a:pt x="2614798" y="1957416"/>
                </a:lnTo>
                <a:cubicBezTo>
                  <a:pt x="2633664" y="1979626"/>
                  <a:pt x="2647135" y="2004608"/>
                  <a:pt x="2655342" y="2030767"/>
                </a:cubicBezTo>
                <a:lnTo>
                  <a:pt x="2657588" y="2050921"/>
                </a:lnTo>
                <a:lnTo>
                  <a:pt x="2662875" y="2067953"/>
                </a:lnTo>
                <a:cubicBezTo>
                  <a:pt x="2665715" y="2081831"/>
                  <a:pt x="2667206" y="2096200"/>
                  <a:pt x="2667206" y="2110917"/>
                </a:cubicBezTo>
                <a:lnTo>
                  <a:pt x="2667206" y="2764971"/>
                </a:lnTo>
                <a:lnTo>
                  <a:pt x="4594954" y="5034432"/>
                </a:lnTo>
                <a:cubicBezTo>
                  <a:pt x="4678750" y="5133081"/>
                  <a:pt x="4666708" y="5280982"/>
                  <a:pt x="4568059" y="5364778"/>
                </a:cubicBezTo>
                <a:lnTo>
                  <a:pt x="3853599" y="5971662"/>
                </a:lnTo>
                <a:cubicBezTo>
                  <a:pt x="3754949" y="6055458"/>
                  <a:pt x="3607048" y="6043417"/>
                  <a:pt x="3523252" y="5944767"/>
                </a:cubicBezTo>
                <a:lnTo>
                  <a:pt x="1463442" y="3519834"/>
                </a:lnTo>
                <a:lnTo>
                  <a:pt x="1457342" y="3510989"/>
                </a:lnTo>
                <a:lnTo>
                  <a:pt x="1450536" y="3505373"/>
                </a:lnTo>
                <a:cubicBezTo>
                  <a:pt x="1411957" y="3466794"/>
                  <a:pt x="1388095" y="3413498"/>
                  <a:pt x="1388095" y="3354628"/>
                </a:cubicBezTo>
                <a:lnTo>
                  <a:pt x="1388095" y="2469277"/>
                </a:lnTo>
                <a:lnTo>
                  <a:pt x="50203" y="894229"/>
                </a:lnTo>
                <a:cubicBezTo>
                  <a:pt x="-25260" y="805391"/>
                  <a:pt x="-14416" y="672198"/>
                  <a:pt x="74423" y="596736"/>
                </a:cubicBezTo>
                <a:lnTo>
                  <a:pt x="717834" y="50203"/>
                </a:lnTo>
                <a:cubicBezTo>
                  <a:pt x="806673" y="-25259"/>
                  <a:pt x="939865" y="-14416"/>
                  <a:pt x="1015328" y="74423"/>
                </a:cubicBezTo>
                <a:close/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2" name="组合 1152">
            <a:extLst>
              <a:ext uri="{FF2B5EF4-FFF2-40B4-BE49-F238E27FC236}">
                <a16:creationId xmlns:a16="http://schemas.microsoft.com/office/drawing/2014/main" id="{1BAE3BCD-0033-6FB9-FE1E-AA1776C7E1CB}"/>
              </a:ext>
            </a:extLst>
          </p:cNvPr>
          <p:cNvGrpSpPr/>
          <p:nvPr/>
        </p:nvGrpSpPr>
        <p:grpSpPr>
          <a:xfrm>
            <a:off x="1596945" y="2515485"/>
            <a:ext cx="1240606" cy="1310824"/>
            <a:chOff x="4166886" y="4437823"/>
            <a:chExt cx="1240606" cy="1310824"/>
          </a:xfrm>
        </p:grpSpPr>
        <p:sp>
          <p:nvSpPr>
            <p:cNvPr id="1511" name="文本框 1153">
              <a:extLst>
                <a:ext uri="{FF2B5EF4-FFF2-40B4-BE49-F238E27FC236}">
                  <a16:creationId xmlns:a16="http://schemas.microsoft.com/office/drawing/2014/main" id="{ECE6BF87-451B-AB89-AE24-4AB5D48D918A}"/>
                </a:ext>
              </a:extLst>
            </p:cNvPr>
            <p:cNvSpPr txBox="1"/>
            <p:nvPr/>
          </p:nvSpPr>
          <p:spPr>
            <a:xfrm>
              <a:off x="4169924" y="5440870"/>
              <a:ext cx="1234530" cy="307777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Adapted Cohort</a:t>
              </a:r>
            </a:p>
            <a:p>
              <a:pPr algn="ctr"/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Cohort </a:t>
              </a:r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B’</a:t>
              </a:r>
              <a:r>
                <a:rPr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without</a:t>
              </a:r>
              <a:r>
                <a:rPr lang="zh-CN" altLang="en-US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label</a:t>
              </a:r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" altLang="zh-CN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12" name="组合 1154">
              <a:extLst>
                <a:ext uri="{FF2B5EF4-FFF2-40B4-BE49-F238E27FC236}">
                  <a16:creationId xmlns:a16="http://schemas.microsoft.com/office/drawing/2014/main" id="{8397F8F0-933C-10BB-97E0-226D032E3EBB}"/>
                </a:ext>
              </a:extLst>
            </p:cNvPr>
            <p:cNvGrpSpPr/>
            <p:nvPr/>
          </p:nvGrpSpPr>
          <p:grpSpPr>
            <a:xfrm>
              <a:off x="4166886" y="4437823"/>
              <a:ext cx="1240606" cy="1032040"/>
              <a:chOff x="4166886" y="4437823"/>
              <a:chExt cx="1240606" cy="103204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13" name="圆角矩形 1155">
                <a:extLst>
                  <a:ext uri="{FF2B5EF4-FFF2-40B4-BE49-F238E27FC236}">
                    <a16:creationId xmlns:a16="http://schemas.microsoft.com/office/drawing/2014/main" id="{AC52AC3F-8100-7F14-807A-79238ACABF5A}"/>
                  </a:ext>
                </a:extLst>
              </p:cNvPr>
              <p:cNvSpPr/>
              <p:nvPr/>
            </p:nvSpPr>
            <p:spPr>
              <a:xfrm>
                <a:off x="4420667" y="4582831"/>
                <a:ext cx="864060" cy="624383"/>
              </a:xfrm>
              <a:prstGeom prst="roundRect">
                <a:avLst/>
              </a:prstGeom>
              <a:solidFill>
                <a:srgbClr val="FFC0E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14" name="图形 1156" descr="表格 纯色填充">
                <a:extLst>
                  <a:ext uri="{FF2B5EF4-FFF2-40B4-BE49-F238E27FC236}">
                    <a16:creationId xmlns:a16="http://schemas.microsoft.com/office/drawing/2014/main" id="{484AABD1-B075-F5FF-A5C7-86CF40BAE8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395496" y="4437823"/>
                <a:ext cx="914401" cy="914399"/>
              </a:xfrm>
              <a:prstGeom prst="rect">
                <a:avLst/>
              </a:prstGeom>
            </p:spPr>
          </p:pic>
          <p:cxnSp>
            <p:nvCxnSpPr>
              <p:cNvPr id="1515" name="直线箭头连接符 1157">
                <a:extLst>
                  <a:ext uri="{FF2B5EF4-FFF2-40B4-BE49-F238E27FC236}">
                    <a16:creationId xmlns:a16="http://schemas.microsoft.com/office/drawing/2014/main" id="{E3D318FC-1F3C-E5A0-4372-9F102EC3B42F}"/>
                  </a:ext>
                </a:extLst>
              </p:cNvPr>
              <p:cNvCxnSpPr/>
              <p:nvPr/>
            </p:nvCxnSpPr>
            <p:spPr>
              <a:xfrm flipV="1">
                <a:off x="4371649" y="4498175"/>
                <a:ext cx="0" cy="768319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6" name="直线箭头连接符 1158">
                <a:extLst>
                  <a:ext uri="{FF2B5EF4-FFF2-40B4-BE49-F238E27FC236}">
                    <a16:creationId xmlns:a16="http://schemas.microsoft.com/office/drawing/2014/main" id="{19B03B3E-590A-A627-4688-1098F0B0942B}"/>
                  </a:ext>
                </a:extLst>
              </p:cNvPr>
              <p:cNvCxnSpPr/>
              <p:nvPr/>
            </p:nvCxnSpPr>
            <p:spPr>
              <a:xfrm>
                <a:off x="4379465" y="5266494"/>
                <a:ext cx="1028027" cy="0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7" name="文本框 1159">
                <a:extLst>
                  <a:ext uri="{FF2B5EF4-FFF2-40B4-BE49-F238E27FC236}">
                    <a16:creationId xmlns:a16="http://schemas.microsoft.com/office/drawing/2014/main" id="{8F0318C1-26C9-0127-9F7A-134E458AB52F}"/>
                  </a:ext>
                </a:extLst>
              </p:cNvPr>
              <p:cNvSpPr txBox="1"/>
              <p:nvPr/>
            </p:nvSpPr>
            <p:spPr>
              <a:xfrm rot="16200000">
                <a:off x="4004515" y="4810557"/>
                <a:ext cx="52466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</a:p>
            </p:txBody>
          </p:sp>
          <p:sp>
            <p:nvSpPr>
              <p:cNvPr id="1518" name="文本框 1160">
                <a:extLst>
                  <a:ext uri="{FF2B5EF4-FFF2-40B4-BE49-F238E27FC236}">
                    <a16:creationId xmlns:a16="http://schemas.microsoft.com/office/drawing/2014/main" id="{C5F73786-9EB9-0B4A-1537-BFD065361933}"/>
                  </a:ext>
                </a:extLst>
              </p:cNvPr>
              <p:cNvSpPr txBox="1"/>
              <p:nvPr/>
            </p:nvSpPr>
            <p:spPr>
              <a:xfrm>
                <a:off x="4538227" y="5269936"/>
                <a:ext cx="61203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Features</a:t>
                </a:r>
              </a:p>
            </p:txBody>
          </p:sp>
        </p:grpSp>
      </p:grpSp>
      <p:grpSp>
        <p:nvGrpSpPr>
          <p:cNvPr id="1423" name="组合 1422">
            <a:extLst>
              <a:ext uri="{FF2B5EF4-FFF2-40B4-BE49-F238E27FC236}">
                <a16:creationId xmlns:a16="http://schemas.microsoft.com/office/drawing/2014/main" id="{2A4BFDEA-4ABF-BE60-E1D8-CC4B2D2A1FC9}"/>
              </a:ext>
            </a:extLst>
          </p:cNvPr>
          <p:cNvGrpSpPr/>
          <p:nvPr/>
        </p:nvGrpSpPr>
        <p:grpSpPr>
          <a:xfrm>
            <a:off x="1588518" y="1094536"/>
            <a:ext cx="1248555" cy="1302005"/>
            <a:chOff x="102079" y="618461"/>
            <a:chExt cx="1248555" cy="1302005"/>
          </a:xfrm>
        </p:grpSpPr>
        <p:sp>
          <p:nvSpPr>
            <p:cNvPr id="1502" name="文本框 1162">
              <a:extLst>
                <a:ext uri="{FF2B5EF4-FFF2-40B4-BE49-F238E27FC236}">
                  <a16:creationId xmlns:a16="http://schemas.microsoft.com/office/drawing/2014/main" id="{52A8EFA0-7292-E6C3-0274-150AB6AFA3C2}"/>
                </a:ext>
              </a:extLst>
            </p:cNvPr>
            <p:cNvSpPr txBox="1"/>
            <p:nvPr/>
          </p:nvSpPr>
          <p:spPr>
            <a:xfrm>
              <a:off x="116665" y="1612946"/>
              <a:ext cx="1211369" cy="30752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Development Cohort</a:t>
              </a:r>
              <a:r>
                <a:rPr lang="zh-CN" altLang="en-US"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(</a:t>
              </a:r>
              <a:r>
                <a:rPr lang="en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Cohort A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)</a:t>
              </a:r>
              <a:endParaRPr lang="en" altLang="zh-CN" sz="699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503" name="组合 1502">
              <a:extLst>
                <a:ext uri="{FF2B5EF4-FFF2-40B4-BE49-F238E27FC236}">
                  <a16:creationId xmlns:a16="http://schemas.microsoft.com/office/drawing/2014/main" id="{4D75D1A2-DDB0-F143-6FAF-6C98B4100D81}"/>
                </a:ext>
              </a:extLst>
            </p:cNvPr>
            <p:cNvGrpSpPr/>
            <p:nvPr/>
          </p:nvGrpSpPr>
          <p:grpSpPr>
            <a:xfrm>
              <a:off x="102079" y="618461"/>
              <a:ext cx="1248555" cy="1032040"/>
              <a:chOff x="102079" y="618461"/>
              <a:chExt cx="1248555" cy="103204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04" name="圆角矩形 1164">
                <a:extLst>
                  <a:ext uri="{FF2B5EF4-FFF2-40B4-BE49-F238E27FC236}">
                    <a16:creationId xmlns:a16="http://schemas.microsoft.com/office/drawing/2014/main" id="{00AB02A0-E565-0438-FEF7-499E864E38A0}"/>
                  </a:ext>
                </a:extLst>
              </p:cNvPr>
              <p:cNvSpPr/>
              <p:nvPr/>
            </p:nvSpPr>
            <p:spPr>
              <a:xfrm>
                <a:off x="355861" y="763469"/>
                <a:ext cx="864060" cy="624383"/>
              </a:xfrm>
              <a:prstGeom prst="roundRect">
                <a:avLst/>
              </a:prstGeom>
              <a:solidFill>
                <a:srgbClr val="7EC69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05" name="直线箭头连接符 1166">
                <a:extLst>
                  <a:ext uri="{FF2B5EF4-FFF2-40B4-BE49-F238E27FC236}">
                    <a16:creationId xmlns:a16="http://schemas.microsoft.com/office/drawing/2014/main" id="{6756EF93-9DE9-AFEC-C552-68AA6EFBFCC7}"/>
                  </a:ext>
                </a:extLst>
              </p:cNvPr>
              <p:cNvCxnSpPr/>
              <p:nvPr/>
            </p:nvCxnSpPr>
            <p:spPr>
              <a:xfrm flipV="1">
                <a:off x="306842" y="678813"/>
                <a:ext cx="0" cy="768319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6" name="直线箭头连接符 1167">
                <a:extLst>
                  <a:ext uri="{FF2B5EF4-FFF2-40B4-BE49-F238E27FC236}">
                    <a16:creationId xmlns:a16="http://schemas.microsoft.com/office/drawing/2014/main" id="{D244EC53-C9F5-E767-69E0-C49819D4F58A}"/>
                  </a:ext>
                </a:extLst>
              </p:cNvPr>
              <p:cNvCxnSpPr/>
              <p:nvPr/>
            </p:nvCxnSpPr>
            <p:spPr>
              <a:xfrm>
                <a:off x="314658" y="1447132"/>
                <a:ext cx="1028027" cy="0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7" name="文本框 1168">
                <a:extLst>
                  <a:ext uri="{FF2B5EF4-FFF2-40B4-BE49-F238E27FC236}">
                    <a16:creationId xmlns:a16="http://schemas.microsoft.com/office/drawing/2014/main" id="{E441FFC3-DAE9-B02A-8054-10E2EB3B9AAA}"/>
                  </a:ext>
                </a:extLst>
              </p:cNvPr>
              <p:cNvSpPr txBox="1"/>
              <p:nvPr/>
            </p:nvSpPr>
            <p:spPr>
              <a:xfrm rot="16200000">
                <a:off x="-60292" y="991195"/>
                <a:ext cx="52466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</a:p>
            </p:txBody>
          </p:sp>
          <p:sp>
            <p:nvSpPr>
              <p:cNvPr id="1508" name="文本框 1169">
                <a:extLst>
                  <a:ext uri="{FF2B5EF4-FFF2-40B4-BE49-F238E27FC236}">
                    <a16:creationId xmlns:a16="http://schemas.microsoft.com/office/drawing/2014/main" id="{68B8A5DB-749F-1863-5FDB-F46A7F143B3B}"/>
                  </a:ext>
                </a:extLst>
              </p:cNvPr>
              <p:cNvSpPr txBox="1"/>
              <p:nvPr/>
            </p:nvSpPr>
            <p:spPr>
              <a:xfrm>
                <a:off x="185068" y="1450574"/>
                <a:ext cx="1165566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Features</a:t>
                </a:r>
                <a:r>
                  <a:rPr lang="zh-CN" altLang="en-US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zh-CN" altLang="en-US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Label</a:t>
                </a:r>
                <a:endParaRPr lang="en" altLang="zh-CN" sz="6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9" name="圆角矩形 1508">
                <a:extLst>
                  <a:ext uri="{FF2B5EF4-FFF2-40B4-BE49-F238E27FC236}">
                    <a16:creationId xmlns:a16="http://schemas.microsoft.com/office/drawing/2014/main" id="{70B16C1D-4B5A-851C-9B05-2356EBA19E4E}"/>
                  </a:ext>
                </a:extLst>
              </p:cNvPr>
              <p:cNvSpPr/>
              <p:nvPr/>
            </p:nvSpPr>
            <p:spPr>
              <a:xfrm>
                <a:off x="906651" y="825311"/>
                <a:ext cx="225649" cy="476974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10" name="图形 1165" descr="表格 纯色填充">
                <a:extLst>
                  <a:ext uri="{FF2B5EF4-FFF2-40B4-BE49-F238E27FC236}">
                    <a16:creationId xmlns:a16="http://schemas.microsoft.com/office/drawing/2014/main" id="{9ACDC8AD-ACBF-87B2-7DC4-0B4317312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30689" y="618461"/>
                <a:ext cx="914401" cy="914399"/>
              </a:xfrm>
              <a:prstGeom prst="rect">
                <a:avLst/>
              </a:prstGeom>
            </p:spPr>
          </p:pic>
        </p:grpSp>
      </p:grpSp>
      <p:sp>
        <p:nvSpPr>
          <p:cNvPr id="1424" name="右箭头 1423">
            <a:extLst>
              <a:ext uri="{FF2B5EF4-FFF2-40B4-BE49-F238E27FC236}">
                <a16:creationId xmlns:a16="http://schemas.microsoft.com/office/drawing/2014/main" id="{494D2FC2-6C6E-37AC-E492-6406BE7C34C7}"/>
              </a:ext>
            </a:extLst>
          </p:cNvPr>
          <p:cNvSpPr/>
          <p:nvPr/>
        </p:nvSpPr>
        <p:spPr>
          <a:xfrm rot="2700000">
            <a:off x="2962304" y="1952210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3">
                  <a:lumMod val="40000"/>
                  <a:lumOff val="60000"/>
                </a:schemeClr>
              </a:gs>
              <a:gs pos="83000">
                <a:schemeClr val="accent3">
                  <a:lumMod val="60000"/>
                  <a:lumOff val="40000"/>
                </a:schemeClr>
              </a:gs>
              <a:gs pos="100000">
                <a:schemeClr val="accent3">
                  <a:lumMod val="75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5" name="右箭头 1424">
            <a:extLst>
              <a:ext uri="{FF2B5EF4-FFF2-40B4-BE49-F238E27FC236}">
                <a16:creationId xmlns:a16="http://schemas.microsoft.com/office/drawing/2014/main" id="{8E6F6072-CB23-7702-E562-904A12E18F35}"/>
              </a:ext>
            </a:extLst>
          </p:cNvPr>
          <p:cNvSpPr/>
          <p:nvPr/>
        </p:nvSpPr>
        <p:spPr>
          <a:xfrm rot="18900000">
            <a:off x="2962303" y="2585776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6" name="组合 1425">
            <a:extLst>
              <a:ext uri="{FF2B5EF4-FFF2-40B4-BE49-F238E27FC236}">
                <a16:creationId xmlns:a16="http://schemas.microsoft.com/office/drawing/2014/main" id="{939B136C-FA3A-D820-85CE-8D1E71DB99C7}"/>
              </a:ext>
            </a:extLst>
          </p:cNvPr>
          <p:cNvGrpSpPr/>
          <p:nvPr/>
        </p:nvGrpSpPr>
        <p:grpSpPr>
          <a:xfrm>
            <a:off x="3405398" y="1685302"/>
            <a:ext cx="1072599" cy="1243167"/>
            <a:chOff x="2146100" y="1091158"/>
            <a:chExt cx="1072599" cy="1243167"/>
          </a:xfrm>
        </p:grpSpPr>
        <p:pic>
          <p:nvPicPr>
            <p:cNvPr id="1500" name="图形 1499">
              <a:extLst>
                <a:ext uri="{FF2B5EF4-FFF2-40B4-BE49-F238E27FC236}">
                  <a16:creationId xmlns:a16="http://schemas.microsoft.com/office/drawing/2014/main" id="{3E90A94C-9438-477A-10D3-79EEA9E0E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84412" y="1091158"/>
              <a:ext cx="995975" cy="995975"/>
            </a:xfrm>
            <a:prstGeom prst="rect">
              <a:avLst/>
            </a:prstGeom>
          </p:spPr>
        </p:pic>
        <p:sp>
          <p:nvSpPr>
            <p:cNvPr id="1501" name="文本框 1500">
              <a:extLst>
                <a:ext uri="{FF2B5EF4-FFF2-40B4-BE49-F238E27FC236}">
                  <a16:creationId xmlns:a16="http://schemas.microsoft.com/office/drawing/2014/main" id="{6290684D-4C71-4AE7-7EC5-2C0A42F888F0}"/>
                </a:ext>
              </a:extLst>
            </p:cNvPr>
            <p:cNvSpPr txBox="1"/>
            <p:nvPr/>
          </p:nvSpPr>
          <p:spPr>
            <a:xfrm>
              <a:off x="2146100" y="2134270"/>
              <a:ext cx="1072599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Data Preprocessing</a:t>
              </a:r>
            </a:p>
          </p:txBody>
        </p:sp>
      </p:grpSp>
      <p:grpSp>
        <p:nvGrpSpPr>
          <p:cNvPr id="1428" name="组合 1151">
            <a:extLst>
              <a:ext uri="{FF2B5EF4-FFF2-40B4-BE49-F238E27FC236}">
                <a16:creationId xmlns:a16="http://schemas.microsoft.com/office/drawing/2014/main" id="{5B82A24A-5106-BD26-91F5-151FB3B79A70}"/>
              </a:ext>
            </a:extLst>
          </p:cNvPr>
          <p:cNvGrpSpPr/>
          <p:nvPr/>
        </p:nvGrpSpPr>
        <p:grpSpPr>
          <a:xfrm>
            <a:off x="4900653" y="1856109"/>
            <a:ext cx="1652466" cy="1017855"/>
            <a:chOff x="3494098" y="6761946"/>
            <a:chExt cx="1652466" cy="1017855"/>
          </a:xfrm>
        </p:grpSpPr>
        <p:sp>
          <p:nvSpPr>
            <p:cNvPr id="1494" name="TextBox 6">
              <a:extLst>
                <a:ext uri="{FF2B5EF4-FFF2-40B4-BE49-F238E27FC236}">
                  <a16:creationId xmlns:a16="http://schemas.microsoft.com/office/drawing/2014/main" id="{F62B2C5D-3126-43BD-DF3D-AD1AD98A81C9}"/>
                </a:ext>
              </a:extLst>
            </p:cNvPr>
            <p:cNvSpPr txBox="1"/>
            <p:nvPr/>
          </p:nvSpPr>
          <p:spPr>
            <a:xfrm>
              <a:off x="3494098" y="7672207"/>
              <a:ext cx="1652466" cy="10759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Pre-trained Tabular Foundation Model</a:t>
              </a:r>
            </a:p>
          </p:txBody>
        </p:sp>
        <p:grpSp>
          <p:nvGrpSpPr>
            <p:cNvPr id="1495" name="组合 1149">
              <a:extLst>
                <a:ext uri="{FF2B5EF4-FFF2-40B4-BE49-F238E27FC236}">
                  <a16:creationId xmlns:a16="http://schemas.microsoft.com/office/drawing/2014/main" id="{18F0B60F-5D6D-5E8F-1F14-051D9E33C078}"/>
                </a:ext>
              </a:extLst>
            </p:cNvPr>
            <p:cNvGrpSpPr/>
            <p:nvPr/>
          </p:nvGrpSpPr>
          <p:grpSpPr>
            <a:xfrm>
              <a:off x="3861621" y="6761946"/>
              <a:ext cx="917420" cy="788622"/>
              <a:chOff x="3755461" y="6761946"/>
              <a:chExt cx="917420" cy="788622"/>
            </a:xfrm>
          </p:grpSpPr>
          <p:pic>
            <p:nvPicPr>
              <p:cNvPr id="1496" name="图形 1142">
                <a:extLst>
                  <a:ext uri="{FF2B5EF4-FFF2-40B4-BE49-F238E27FC236}">
                    <a16:creationId xmlns:a16="http://schemas.microsoft.com/office/drawing/2014/main" id="{2CCEB3C0-C01E-D661-5794-0D7750DC0F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884259" y="6761946"/>
                <a:ext cx="788622" cy="788622"/>
              </a:xfrm>
              <a:prstGeom prst="rect">
                <a:avLst/>
              </a:prstGeom>
            </p:spPr>
          </p:pic>
          <p:sp>
            <p:nvSpPr>
              <p:cNvPr id="1497" name="右箭头 1146">
                <a:extLst>
                  <a:ext uri="{FF2B5EF4-FFF2-40B4-BE49-F238E27FC236}">
                    <a16:creationId xmlns:a16="http://schemas.microsoft.com/office/drawing/2014/main" id="{6171DA98-9E96-02A6-AD9C-46EC1086B1D4}"/>
                  </a:ext>
                </a:extLst>
              </p:cNvPr>
              <p:cNvSpPr/>
              <p:nvPr/>
            </p:nvSpPr>
            <p:spPr>
              <a:xfrm>
                <a:off x="3755461" y="7130349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8" name="右箭头 1147">
                <a:extLst>
                  <a:ext uri="{FF2B5EF4-FFF2-40B4-BE49-F238E27FC236}">
                    <a16:creationId xmlns:a16="http://schemas.microsoft.com/office/drawing/2014/main" id="{52E2C0FD-9B97-CD20-C15B-805BBB5A791F}"/>
                  </a:ext>
                </a:extLst>
              </p:cNvPr>
              <p:cNvSpPr/>
              <p:nvPr/>
            </p:nvSpPr>
            <p:spPr>
              <a:xfrm>
                <a:off x="3755461" y="7357079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9" name="右箭头 1148">
                <a:extLst>
                  <a:ext uri="{FF2B5EF4-FFF2-40B4-BE49-F238E27FC236}">
                    <a16:creationId xmlns:a16="http://schemas.microsoft.com/office/drawing/2014/main" id="{6D20AD8D-03CD-6C5A-BC12-50C88C80E20B}"/>
                  </a:ext>
                </a:extLst>
              </p:cNvPr>
              <p:cNvSpPr/>
              <p:nvPr/>
            </p:nvSpPr>
            <p:spPr>
              <a:xfrm>
                <a:off x="3755461" y="6896030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430" name="组合 1429">
            <a:extLst>
              <a:ext uri="{FF2B5EF4-FFF2-40B4-BE49-F238E27FC236}">
                <a16:creationId xmlns:a16="http://schemas.microsoft.com/office/drawing/2014/main" id="{D1DA7F4C-6C15-7770-FBAD-3B32E2BE7DD9}"/>
              </a:ext>
            </a:extLst>
          </p:cNvPr>
          <p:cNvGrpSpPr/>
          <p:nvPr/>
        </p:nvGrpSpPr>
        <p:grpSpPr>
          <a:xfrm>
            <a:off x="4907351" y="282578"/>
            <a:ext cx="1615214" cy="1049654"/>
            <a:chOff x="5373405" y="1415392"/>
            <a:chExt cx="1615214" cy="1049654"/>
          </a:xfrm>
        </p:grpSpPr>
        <p:pic>
          <p:nvPicPr>
            <p:cNvPr id="1492" name="图形 1491">
              <a:extLst>
                <a:ext uri="{FF2B5EF4-FFF2-40B4-BE49-F238E27FC236}">
                  <a16:creationId xmlns:a16="http://schemas.microsoft.com/office/drawing/2014/main" id="{AB4FF268-E694-777E-671F-63E270047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2700000">
              <a:off x="5776007" y="1415392"/>
              <a:ext cx="810011" cy="810011"/>
            </a:xfrm>
            <a:prstGeom prst="rect">
              <a:avLst/>
            </a:prstGeom>
          </p:spPr>
        </p:pic>
        <p:sp>
          <p:nvSpPr>
            <p:cNvPr id="1493" name="TextBox 2">
              <a:extLst>
                <a:ext uri="{FF2B5EF4-FFF2-40B4-BE49-F238E27FC236}">
                  <a16:creationId xmlns:a16="http://schemas.microsoft.com/office/drawing/2014/main" id="{6E352585-A04E-0807-D42F-79EAED8FFD0A}"/>
                </a:ext>
              </a:extLst>
            </p:cNvPr>
            <p:cNvSpPr txBox="1"/>
            <p:nvPr/>
          </p:nvSpPr>
          <p:spPr>
            <a:xfrm>
              <a:off x="5373405" y="2249859"/>
              <a:ext cx="1615214" cy="2151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Output Predicted</a:t>
              </a:r>
              <a:endParaRPr lang="zh-CN" altLang="en-US" sz="699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Class Probabilities</a:t>
              </a:r>
            </a:p>
          </p:txBody>
        </p:sp>
      </p:grpSp>
      <p:grpSp>
        <p:nvGrpSpPr>
          <p:cNvPr id="1431" name="组合 1430">
            <a:extLst>
              <a:ext uri="{FF2B5EF4-FFF2-40B4-BE49-F238E27FC236}">
                <a16:creationId xmlns:a16="http://schemas.microsoft.com/office/drawing/2014/main" id="{AD8D5A1D-C8E4-60B5-005B-7EE4BA2BD67D}"/>
              </a:ext>
            </a:extLst>
          </p:cNvPr>
          <p:cNvGrpSpPr/>
          <p:nvPr/>
        </p:nvGrpSpPr>
        <p:grpSpPr>
          <a:xfrm>
            <a:off x="3325182" y="3575602"/>
            <a:ext cx="1233031" cy="1044347"/>
            <a:chOff x="1556244" y="3240775"/>
            <a:chExt cx="1233031" cy="1044347"/>
          </a:xfrm>
        </p:grpSpPr>
        <p:sp>
          <p:nvSpPr>
            <p:cNvPr id="1489" name="文本框 1488">
              <a:extLst>
                <a:ext uri="{FF2B5EF4-FFF2-40B4-BE49-F238E27FC236}">
                  <a16:creationId xmlns:a16="http://schemas.microsoft.com/office/drawing/2014/main" id="{3209FDB8-7B36-3353-9B2C-D99D8274A87E}"/>
                </a:ext>
              </a:extLst>
            </p:cNvPr>
            <p:cNvSpPr txBox="1"/>
            <p:nvPr/>
          </p:nvSpPr>
          <p:spPr>
            <a:xfrm>
              <a:off x="1556244" y="4085067"/>
              <a:ext cx="12330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Synthetic </a:t>
              </a:r>
              <a:r>
                <a:rPr kumimoji="1"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t</a:t>
              </a:r>
              <a:r>
                <a:rPr kumimoji="1"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ask generator</a:t>
              </a:r>
              <a:endParaRPr kumimoji="1" lang="zh-CN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491" name="图形 1490">
              <a:extLst>
                <a:ext uri="{FF2B5EF4-FFF2-40B4-BE49-F238E27FC236}">
                  <a16:creationId xmlns:a16="http://schemas.microsoft.com/office/drawing/2014/main" id="{18288959-03A5-DCC5-7737-0E6BAB300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802603" y="3240775"/>
              <a:ext cx="740313" cy="740313"/>
            </a:xfrm>
            <a:prstGeom prst="rect">
              <a:avLst/>
            </a:prstGeom>
          </p:spPr>
        </p:pic>
      </p:grpSp>
      <p:grpSp>
        <p:nvGrpSpPr>
          <p:cNvPr id="1432" name="组合 1431">
            <a:extLst>
              <a:ext uri="{FF2B5EF4-FFF2-40B4-BE49-F238E27FC236}">
                <a16:creationId xmlns:a16="http://schemas.microsoft.com/office/drawing/2014/main" id="{BC1407B7-6998-FC59-EE45-723E0D5D69E6}"/>
              </a:ext>
            </a:extLst>
          </p:cNvPr>
          <p:cNvGrpSpPr/>
          <p:nvPr/>
        </p:nvGrpSpPr>
        <p:grpSpPr>
          <a:xfrm>
            <a:off x="5256051" y="3566117"/>
            <a:ext cx="941671" cy="1053832"/>
            <a:chOff x="3856862" y="3231290"/>
            <a:chExt cx="941671" cy="1053832"/>
          </a:xfrm>
        </p:grpSpPr>
        <p:sp>
          <p:nvSpPr>
            <p:cNvPr id="1446" name="文本框 1445">
              <a:extLst>
                <a:ext uri="{FF2B5EF4-FFF2-40B4-BE49-F238E27FC236}">
                  <a16:creationId xmlns:a16="http://schemas.microsoft.com/office/drawing/2014/main" id="{1FB2220E-D5D1-45FC-F206-816B1398D208}"/>
                </a:ext>
              </a:extLst>
            </p:cNvPr>
            <p:cNvSpPr txBox="1"/>
            <p:nvPr/>
          </p:nvSpPr>
          <p:spPr>
            <a:xfrm>
              <a:off x="3856862" y="4085067"/>
              <a:ext cx="941671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Synthetic Dataset</a:t>
              </a:r>
              <a:endParaRPr lang="zh-CN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47" name="组合 1446">
              <a:extLst>
                <a:ext uri="{FF2B5EF4-FFF2-40B4-BE49-F238E27FC236}">
                  <a16:creationId xmlns:a16="http://schemas.microsoft.com/office/drawing/2014/main" id="{A1E1177B-F919-C7F1-EF29-3E5877F0D47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47769" y="3231290"/>
              <a:ext cx="759856" cy="759283"/>
              <a:chOff x="3679190" y="2765558"/>
              <a:chExt cx="1298042" cy="1297064"/>
            </a:xfrm>
          </p:grpSpPr>
          <p:sp>
            <p:nvSpPr>
              <p:cNvPr id="1448" name="任意形状 1447">
                <a:extLst>
                  <a:ext uri="{FF2B5EF4-FFF2-40B4-BE49-F238E27FC236}">
                    <a16:creationId xmlns:a16="http://schemas.microsoft.com/office/drawing/2014/main" id="{EDC29F67-8CE0-74E3-E685-FBC8FC657E22}"/>
                  </a:ext>
                </a:extLst>
              </p:cNvPr>
              <p:cNvSpPr/>
              <p:nvPr/>
            </p:nvSpPr>
            <p:spPr>
              <a:xfrm>
                <a:off x="3679190" y="2765558"/>
                <a:ext cx="1298042" cy="1297064"/>
              </a:xfrm>
              <a:custGeom>
                <a:avLst/>
                <a:gdLst>
                  <a:gd name="connsiteX0" fmla="*/ 64416 w 1298042"/>
                  <a:gd name="connsiteY0" fmla="*/ 692 h 1297064"/>
                  <a:gd name="connsiteX1" fmla="*/ 70024 w 1298042"/>
                  <a:gd name="connsiteY1" fmla="*/ 656 h 1297064"/>
                  <a:gd name="connsiteX2" fmla="*/ 88580 w 1298042"/>
                  <a:gd name="connsiteY2" fmla="*/ 631 h 1297064"/>
                  <a:gd name="connsiteX3" fmla="*/ 101904 w 1298042"/>
                  <a:gd name="connsiteY3" fmla="*/ 578 h 1297064"/>
                  <a:gd name="connsiteX4" fmla="*/ 138071 w 1298042"/>
                  <a:gd name="connsiteY4" fmla="*/ 517 h 1297064"/>
                  <a:gd name="connsiteX5" fmla="*/ 160678 w 1298042"/>
                  <a:gd name="connsiteY5" fmla="*/ 488 h 1297064"/>
                  <a:gd name="connsiteX6" fmla="*/ 239578 w 1298042"/>
                  <a:gd name="connsiteY6" fmla="*/ 422 h 1297064"/>
                  <a:gd name="connsiteX7" fmla="*/ 313071 w 1298042"/>
                  <a:gd name="connsiteY7" fmla="*/ 288 h 1297064"/>
                  <a:gd name="connsiteX8" fmla="*/ 376211 w 1298042"/>
                  <a:gd name="connsiteY8" fmla="*/ 195 h 1297064"/>
                  <a:gd name="connsiteX9" fmla="*/ 413903 w 1298042"/>
                  <a:gd name="connsiteY9" fmla="*/ 126 h 1297064"/>
                  <a:gd name="connsiteX10" fmla="*/ 449365 w 1298042"/>
                  <a:gd name="connsiteY10" fmla="*/ 113 h 1297064"/>
                  <a:gd name="connsiteX11" fmla="*/ 462354 w 1298042"/>
                  <a:gd name="connsiteY11" fmla="*/ 75 h 1297064"/>
                  <a:gd name="connsiteX12" fmla="*/ 526526 w 1298042"/>
                  <a:gd name="connsiteY12" fmla="*/ 16955 h 1297064"/>
                  <a:gd name="connsiteX13" fmla="*/ 530787 w 1298042"/>
                  <a:gd name="connsiteY13" fmla="*/ 22102 h 1297064"/>
                  <a:gd name="connsiteX14" fmla="*/ 535170 w 1298042"/>
                  <a:gd name="connsiteY14" fmla="*/ 27229 h 1297064"/>
                  <a:gd name="connsiteX15" fmla="*/ 544753 w 1298042"/>
                  <a:gd name="connsiteY15" fmla="*/ 62323 h 1297064"/>
                  <a:gd name="connsiteX16" fmla="*/ 544751 w 1298042"/>
                  <a:gd name="connsiteY16" fmla="*/ 72432 h 1297064"/>
                  <a:gd name="connsiteX17" fmla="*/ 544670 w 1298042"/>
                  <a:gd name="connsiteY17" fmla="*/ 82987 h 1297064"/>
                  <a:gd name="connsiteX18" fmla="*/ 544654 w 1298042"/>
                  <a:gd name="connsiteY18" fmla="*/ 92740 h 1297064"/>
                  <a:gd name="connsiteX19" fmla="*/ 544487 w 1298042"/>
                  <a:gd name="connsiteY19" fmla="*/ 128765 h 1297064"/>
                  <a:gd name="connsiteX20" fmla="*/ 544160 w 1298042"/>
                  <a:gd name="connsiteY20" fmla="*/ 210148 h 1297064"/>
                  <a:gd name="connsiteX21" fmla="*/ 711167 w 1298042"/>
                  <a:gd name="connsiteY21" fmla="*/ 210148 h 1297064"/>
                  <a:gd name="connsiteX22" fmla="*/ 710462 w 1298042"/>
                  <a:gd name="connsiteY22" fmla="*/ 120292 h 1297064"/>
                  <a:gd name="connsiteX23" fmla="*/ 710403 w 1298042"/>
                  <a:gd name="connsiteY23" fmla="*/ 103373 h 1297064"/>
                  <a:gd name="connsiteX24" fmla="*/ 710281 w 1298042"/>
                  <a:gd name="connsiteY24" fmla="*/ 94526 h 1297064"/>
                  <a:gd name="connsiteX25" fmla="*/ 710278 w 1298042"/>
                  <a:gd name="connsiteY25" fmla="*/ 86022 h 1297064"/>
                  <a:gd name="connsiteX26" fmla="*/ 710226 w 1298042"/>
                  <a:gd name="connsiteY26" fmla="*/ 78665 h 1297064"/>
                  <a:gd name="connsiteX27" fmla="*/ 733062 w 1298042"/>
                  <a:gd name="connsiteY27" fmla="*/ 45139 h 1297064"/>
                  <a:gd name="connsiteX28" fmla="*/ 1002287 w 1298042"/>
                  <a:gd name="connsiteY28" fmla="*/ 574 h 1297064"/>
                  <a:gd name="connsiteX29" fmla="*/ 1012407 w 1298042"/>
                  <a:gd name="connsiteY29" fmla="*/ 588 h 1297064"/>
                  <a:gd name="connsiteX30" fmla="*/ 1154778 w 1298042"/>
                  <a:gd name="connsiteY30" fmla="*/ 9218 h 1297064"/>
                  <a:gd name="connsiteX31" fmla="*/ 1163427 w 1298042"/>
                  <a:gd name="connsiteY31" fmla="*/ 10617 h 1297064"/>
                  <a:gd name="connsiteX32" fmla="*/ 1289003 w 1298042"/>
                  <a:gd name="connsiteY32" fmla="*/ 60755 h 1297064"/>
                  <a:gd name="connsiteX33" fmla="*/ 1296127 w 1298042"/>
                  <a:gd name="connsiteY33" fmla="*/ 87688 h 1297064"/>
                  <a:gd name="connsiteX34" fmla="*/ 1296218 w 1298042"/>
                  <a:gd name="connsiteY34" fmla="*/ 97931 h 1297064"/>
                  <a:gd name="connsiteX35" fmla="*/ 1296276 w 1298042"/>
                  <a:gd name="connsiteY35" fmla="*/ 109236 h 1297064"/>
                  <a:gd name="connsiteX36" fmla="*/ 1296366 w 1298042"/>
                  <a:gd name="connsiteY36" fmla="*/ 121091 h 1297064"/>
                  <a:gd name="connsiteX37" fmla="*/ 1296587 w 1298042"/>
                  <a:gd name="connsiteY37" fmla="*/ 160099 h 1297064"/>
                  <a:gd name="connsiteX38" fmla="*/ 1296618 w 1298042"/>
                  <a:gd name="connsiteY38" fmla="*/ 166803 h 1297064"/>
                  <a:gd name="connsiteX39" fmla="*/ 1296851 w 1298042"/>
                  <a:gd name="connsiteY39" fmla="*/ 229401 h 1297064"/>
                  <a:gd name="connsiteX40" fmla="*/ 1297270 w 1298042"/>
                  <a:gd name="connsiteY40" fmla="*/ 309455 h 1297064"/>
                  <a:gd name="connsiteX41" fmla="*/ 1297515 w 1298042"/>
                  <a:gd name="connsiteY41" fmla="*/ 365747 h 1297064"/>
                  <a:gd name="connsiteX42" fmla="*/ 1297701 w 1298042"/>
                  <a:gd name="connsiteY42" fmla="*/ 399361 h 1297064"/>
                  <a:gd name="connsiteX43" fmla="*/ 1297804 w 1298042"/>
                  <a:gd name="connsiteY43" fmla="*/ 431013 h 1297064"/>
                  <a:gd name="connsiteX44" fmla="*/ 1297903 w 1298042"/>
                  <a:gd name="connsiteY44" fmla="*/ 442600 h 1297064"/>
                  <a:gd name="connsiteX45" fmla="*/ 1287065 w 1298042"/>
                  <a:gd name="connsiteY45" fmla="*/ 488758 h 1297064"/>
                  <a:gd name="connsiteX46" fmla="*/ 1235183 w 1298042"/>
                  <a:gd name="connsiteY46" fmla="*/ 518229 h 1297064"/>
                  <a:gd name="connsiteX47" fmla="*/ 1229039 w 1298042"/>
                  <a:gd name="connsiteY47" fmla="*/ 520215 h 1297064"/>
                  <a:gd name="connsiteX48" fmla="*/ 1024304 w 1298042"/>
                  <a:gd name="connsiteY48" fmla="*/ 544161 h 1297064"/>
                  <a:gd name="connsiteX49" fmla="*/ 1024304 w 1298042"/>
                  <a:gd name="connsiteY49" fmla="*/ 630274 h 1297064"/>
                  <a:gd name="connsiteX50" fmla="*/ 1037352 w 1298042"/>
                  <a:gd name="connsiteY50" fmla="*/ 635493 h 1297064"/>
                  <a:gd name="connsiteX51" fmla="*/ 1066056 w 1298042"/>
                  <a:gd name="connsiteY51" fmla="*/ 672025 h 1297064"/>
                  <a:gd name="connsiteX52" fmla="*/ 1055618 w 1298042"/>
                  <a:gd name="connsiteY52" fmla="*/ 729434 h 1297064"/>
                  <a:gd name="connsiteX53" fmla="*/ 1024304 w 1298042"/>
                  <a:gd name="connsiteY53" fmla="*/ 750310 h 1297064"/>
                  <a:gd name="connsiteX54" fmla="*/ 1024304 w 1298042"/>
                  <a:gd name="connsiteY54" fmla="*/ 836423 h 1297064"/>
                  <a:gd name="connsiteX55" fmla="*/ 1042897 w 1298042"/>
                  <a:gd name="connsiteY55" fmla="*/ 836257 h 1297064"/>
                  <a:gd name="connsiteX56" fmla="*/ 1103858 w 1298042"/>
                  <a:gd name="connsiteY56" fmla="*/ 835882 h 1297064"/>
                  <a:gd name="connsiteX57" fmla="*/ 1140802 w 1298042"/>
                  <a:gd name="connsiteY57" fmla="*/ 835635 h 1297064"/>
                  <a:gd name="connsiteX58" fmla="*/ 1176486 w 1298042"/>
                  <a:gd name="connsiteY58" fmla="*/ 835432 h 1297064"/>
                  <a:gd name="connsiteX59" fmla="*/ 1190068 w 1298042"/>
                  <a:gd name="connsiteY59" fmla="*/ 835319 h 1297064"/>
                  <a:gd name="connsiteX60" fmla="*/ 1209159 w 1298042"/>
                  <a:gd name="connsiteY60" fmla="*/ 835238 h 1297064"/>
                  <a:gd name="connsiteX61" fmla="*/ 1214773 w 1298042"/>
                  <a:gd name="connsiteY61" fmla="*/ 835124 h 1297064"/>
                  <a:gd name="connsiteX62" fmla="*/ 1257180 w 1298042"/>
                  <a:gd name="connsiteY62" fmla="*/ 851988 h 1297064"/>
                  <a:gd name="connsiteX63" fmla="*/ 1261441 w 1298042"/>
                  <a:gd name="connsiteY63" fmla="*/ 857135 h 1297064"/>
                  <a:gd name="connsiteX64" fmla="*/ 1265824 w 1298042"/>
                  <a:gd name="connsiteY64" fmla="*/ 862263 h 1297064"/>
                  <a:gd name="connsiteX65" fmla="*/ 1275512 w 1298042"/>
                  <a:gd name="connsiteY65" fmla="*/ 896280 h 1297064"/>
                  <a:gd name="connsiteX66" fmla="*/ 1275580 w 1298042"/>
                  <a:gd name="connsiteY66" fmla="*/ 905691 h 1297064"/>
                  <a:gd name="connsiteX67" fmla="*/ 1275572 w 1298042"/>
                  <a:gd name="connsiteY67" fmla="*/ 915949 h 1297064"/>
                  <a:gd name="connsiteX68" fmla="*/ 1275626 w 1298042"/>
                  <a:gd name="connsiteY68" fmla="*/ 926805 h 1297064"/>
                  <a:gd name="connsiteX69" fmla="*/ 1275687 w 1298042"/>
                  <a:gd name="connsiteY69" fmla="*/ 956243 h 1297064"/>
                  <a:gd name="connsiteX70" fmla="*/ 1275716 w 1298042"/>
                  <a:gd name="connsiteY70" fmla="*/ 974654 h 1297064"/>
                  <a:gd name="connsiteX71" fmla="*/ 1275781 w 1298042"/>
                  <a:gd name="connsiteY71" fmla="*/ 1038936 h 1297064"/>
                  <a:gd name="connsiteX72" fmla="*/ 1275916 w 1298042"/>
                  <a:gd name="connsiteY72" fmla="*/ 1098767 h 1297064"/>
                  <a:gd name="connsiteX73" fmla="*/ 1276009 w 1298042"/>
                  <a:gd name="connsiteY73" fmla="*/ 1150207 h 1297064"/>
                  <a:gd name="connsiteX74" fmla="*/ 1276078 w 1298042"/>
                  <a:gd name="connsiteY74" fmla="*/ 1180898 h 1297064"/>
                  <a:gd name="connsiteX75" fmla="*/ 1276091 w 1298042"/>
                  <a:gd name="connsiteY75" fmla="*/ 1209781 h 1297064"/>
                  <a:gd name="connsiteX76" fmla="*/ 1276171 w 1298042"/>
                  <a:gd name="connsiteY76" fmla="*/ 1225362 h 1297064"/>
                  <a:gd name="connsiteX77" fmla="*/ 1259249 w 1298042"/>
                  <a:gd name="connsiteY77" fmla="*/ 1278056 h 1297064"/>
                  <a:gd name="connsiteX78" fmla="*/ 1254102 w 1298042"/>
                  <a:gd name="connsiteY78" fmla="*/ 1282317 h 1297064"/>
                  <a:gd name="connsiteX79" fmla="*/ 1248974 w 1298042"/>
                  <a:gd name="connsiteY79" fmla="*/ 1286700 h 1297064"/>
                  <a:gd name="connsiteX80" fmla="*/ 1211787 w 1298042"/>
                  <a:gd name="connsiteY80" fmla="*/ 1296389 h 1297064"/>
                  <a:gd name="connsiteX81" fmla="*/ 1206180 w 1298042"/>
                  <a:gd name="connsiteY81" fmla="*/ 1296425 h 1297064"/>
                  <a:gd name="connsiteX82" fmla="*/ 1187623 w 1298042"/>
                  <a:gd name="connsiteY82" fmla="*/ 1296449 h 1297064"/>
                  <a:gd name="connsiteX83" fmla="*/ 1174299 w 1298042"/>
                  <a:gd name="connsiteY83" fmla="*/ 1296502 h 1297064"/>
                  <a:gd name="connsiteX84" fmla="*/ 1138132 w 1298042"/>
                  <a:gd name="connsiteY84" fmla="*/ 1296564 h 1297064"/>
                  <a:gd name="connsiteX85" fmla="*/ 1115525 w 1298042"/>
                  <a:gd name="connsiteY85" fmla="*/ 1296592 h 1297064"/>
                  <a:gd name="connsiteX86" fmla="*/ 1036625 w 1298042"/>
                  <a:gd name="connsiteY86" fmla="*/ 1296658 h 1297064"/>
                  <a:gd name="connsiteX87" fmla="*/ 963132 w 1298042"/>
                  <a:gd name="connsiteY87" fmla="*/ 1296792 h 1297064"/>
                  <a:gd name="connsiteX88" fmla="*/ 899992 w 1298042"/>
                  <a:gd name="connsiteY88" fmla="*/ 1296885 h 1297064"/>
                  <a:gd name="connsiteX89" fmla="*/ 862300 w 1298042"/>
                  <a:gd name="connsiteY89" fmla="*/ 1296954 h 1297064"/>
                  <a:gd name="connsiteX90" fmla="*/ 826838 w 1298042"/>
                  <a:gd name="connsiteY90" fmla="*/ 1296967 h 1297064"/>
                  <a:gd name="connsiteX91" fmla="*/ 813849 w 1298042"/>
                  <a:gd name="connsiteY91" fmla="*/ 1297005 h 1297064"/>
                  <a:gd name="connsiteX92" fmla="*/ 749677 w 1298042"/>
                  <a:gd name="connsiteY92" fmla="*/ 1280126 h 1297064"/>
                  <a:gd name="connsiteX93" fmla="*/ 745416 w 1298042"/>
                  <a:gd name="connsiteY93" fmla="*/ 1274978 h 1297064"/>
                  <a:gd name="connsiteX94" fmla="*/ 741033 w 1298042"/>
                  <a:gd name="connsiteY94" fmla="*/ 1269851 h 1297064"/>
                  <a:gd name="connsiteX95" fmla="*/ 732043 w 1298042"/>
                  <a:gd name="connsiteY95" fmla="*/ 1128684 h 1297064"/>
                  <a:gd name="connsiteX96" fmla="*/ 332793 w 1298042"/>
                  <a:gd name="connsiteY96" fmla="*/ 1128684 h 1297064"/>
                  <a:gd name="connsiteX97" fmla="*/ 327574 w 1298042"/>
                  <a:gd name="connsiteY97" fmla="*/ 1141732 h 1297064"/>
                  <a:gd name="connsiteX98" fmla="*/ 291041 w 1298042"/>
                  <a:gd name="connsiteY98" fmla="*/ 1170436 h 1297064"/>
                  <a:gd name="connsiteX99" fmla="*/ 233632 w 1298042"/>
                  <a:gd name="connsiteY99" fmla="*/ 1159998 h 1297064"/>
                  <a:gd name="connsiteX100" fmla="*/ 209270 w 1298042"/>
                  <a:gd name="connsiteY100" fmla="*/ 1117543 h 1297064"/>
                  <a:gd name="connsiteX101" fmla="*/ 225559 w 1298042"/>
                  <a:gd name="connsiteY101" fmla="*/ 1063447 h 1297064"/>
                  <a:gd name="connsiteX102" fmla="*/ 251899 w 1298042"/>
                  <a:gd name="connsiteY102" fmla="*/ 1047790 h 1297064"/>
                  <a:gd name="connsiteX103" fmla="*/ 251899 w 1298042"/>
                  <a:gd name="connsiteY103" fmla="*/ 1003429 h 1297064"/>
                  <a:gd name="connsiteX104" fmla="*/ 233306 w 1298042"/>
                  <a:gd name="connsiteY104" fmla="*/ 1003595 h 1297064"/>
                  <a:gd name="connsiteX105" fmla="*/ 172345 w 1298042"/>
                  <a:gd name="connsiteY105" fmla="*/ 1003970 h 1297064"/>
                  <a:gd name="connsiteX106" fmla="*/ 135401 w 1298042"/>
                  <a:gd name="connsiteY106" fmla="*/ 1004217 h 1297064"/>
                  <a:gd name="connsiteX107" fmla="*/ 99718 w 1298042"/>
                  <a:gd name="connsiteY107" fmla="*/ 1004420 h 1297064"/>
                  <a:gd name="connsiteX108" fmla="*/ 86135 w 1298042"/>
                  <a:gd name="connsiteY108" fmla="*/ 1004533 h 1297064"/>
                  <a:gd name="connsiteX109" fmla="*/ 67044 w 1298042"/>
                  <a:gd name="connsiteY109" fmla="*/ 1004614 h 1297064"/>
                  <a:gd name="connsiteX110" fmla="*/ 61430 w 1298042"/>
                  <a:gd name="connsiteY110" fmla="*/ 1004728 h 1297064"/>
                  <a:gd name="connsiteX111" fmla="*/ 19023 w 1298042"/>
                  <a:gd name="connsiteY111" fmla="*/ 987864 h 1297064"/>
                  <a:gd name="connsiteX112" fmla="*/ 14762 w 1298042"/>
                  <a:gd name="connsiteY112" fmla="*/ 982717 h 1297064"/>
                  <a:gd name="connsiteX113" fmla="*/ 10379 w 1298042"/>
                  <a:gd name="connsiteY113" fmla="*/ 977589 h 1297064"/>
                  <a:gd name="connsiteX114" fmla="*/ 691 w 1298042"/>
                  <a:gd name="connsiteY114" fmla="*/ 943572 h 1297064"/>
                  <a:gd name="connsiteX115" fmla="*/ 624 w 1298042"/>
                  <a:gd name="connsiteY115" fmla="*/ 934161 h 1297064"/>
                  <a:gd name="connsiteX116" fmla="*/ 631 w 1298042"/>
                  <a:gd name="connsiteY116" fmla="*/ 923903 h 1297064"/>
                  <a:gd name="connsiteX117" fmla="*/ 578 w 1298042"/>
                  <a:gd name="connsiteY117" fmla="*/ 913047 h 1297064"/>
                  <a:gd name="connsiteX118" fmla="*/ 516 w 1298042"/>
                  <a:gd name="connsiteY118" fmla="*/ 883609 h 1297064"/>
                  <a:gd name="connsiteX119" fmla="*/ 487 w 1298042"/>
                  <a:gd name="connsiteY119" fmla="*/ 865198 h 1297064"/>
                  <a:gd name="connsiteX120" fmla="*/ 422 w 1298042"/>
                  <a:gd name="connsiteY120" fmla="*/ 800916 h 1297064"/>
                  <a:gd name="connsiteX121" fmla="*/ 287 w 1298042"/>
                  <a:gd name="connsiteY121" fmla="*/ 741084 h 1297064"/>
                  <a:gd name="connsiteX122" fmla="*/ 194 w 1298042"/>
                  <a:gd name="connsiteY122" fmla="*/ 689645 h 1297064"/>
                  <a:gd name="connsiteX123" fmla="*/ 126 w 1298042"/>
                  <a:gd name="connsiteY123" fmla="*/ 658954 h 1297064"/>
                  <a:gd name="connsiteX124" fmla="*/ 113 w 1298042"/>
                  <a:gd name="connsiteY124" fmla="*/ 630071 h 1297064"/>
                  <a:gd name="connsiteX125" fmla="*/ 32 w 1298042"/>
                  <a:gd name="connsiteY125" fmla="*/ 614490 h 1297064"/>
                  <a:gd name="connsiteX126" fmla="*/ 16954 w 1298042"/>
                  <a:gd name="connsiteY126" fmla="*/ 561795 h 1297064"/>
                  <a:gd name="connsiteX127" fmla="*/ 22102 w 1298042"/>
                  <a:gd name="connsiteY127" fmla="*/ 557535 h 1297064"/>
                  <a:gd name="connsiteX128" fmla="*/ 27229 w 1298042"/>
                  <a:gd name="connsiteY128" fmla="*/ 553151 h 1297064"/>
                  <a:gd name="connsiteX129" fmla="*/ 66155 w 1298042"/>
                  <a:gd name="connsiteY129" fmla="*/ 543569 h 1297064"/>
                  <a:gd name="connsiteX130" fmla="*/ 72254 w 1298042"/>
                  <a:gd name="connsiteY130" fmla="*/ 543566 h 1297064"/>
                  <a:gd name="connsiteX131" fmla="*/ 92119 w 1298042"/>
                  <a:gd name="connsiteY131" fmla="*/ 543651 h 1297064"/>
                  <a:gd name="connsiteX132" fmla="*/ 105929 w 1298042"/>
                  <a:gd name="connsiteY132" fmla="*/ 543674 h 1297064"/>
                  <a:gd name="connsiteX133" fmla="*/ 142209 w 1298042"/>
                  <a:gd name="connsiteY133" fmla="*/ 543803 h 1297064"/>
                  <a:gd name="connsiteX134" fmla="*/ 179256 w 1298042"/>
                  <a:gd name="connsiteY134" fmla="*/ 543906 h 1297064"/>
                  <a:gd name="connsiteX135" fmla="*/ 251899 w 1298042"/>
                  <a:gd name="connsiteY135" fmla="*/ 544161 h 1297064"/>
                  <a:gd name="connsiteX136" fmla="*/ 251899 w 1298042"/>
                  <a:gd name="connsiteY136" fmla="*/ 460658 h 1297064"/>
                  <a:gd name="connsiteX137" fmla="*/ 233306 w 1298042"/>
                  <a:gd name="connsiteY137" fmla="*/ 460823 h 1297064"/>
                  <a:gd name="connsiteX138" fmla="*/ 172345 w 1298042"/>
                  <a:gd name="connsiteY138" fmla="*/ 461198 h 1297064"/>
                  <a:gd name="connsiteX139" fmla="*/ 135401 w 1298042"/>
                  <a:gd name="connsiteY139" fmla="*/ 461445 h 1297064"/>
                  <a:gd name="connsiteX140" fmla="*/ 99718 w 1298042"/>
                  <a:gd name="connsiteY140" fmla="*/ 461648 h 1297064"/>
                  <a:gd name="connsiteX141" fmla="*/ 86135 w 1298042"/>
                  <a:gd name="connsiteY141" fmla="*/ 461761 h 1297064"/>
                  <a:gd name="connsiteX142" fmla="*/ 67044 w 1298042"/>
                  <a:gd name="connsiteY142" fmla="*/ 461843 h 1297064"/>
                  <a:gd name="connsiteX143" fmla="*/ 61430 w 1298042"/>
                  <a:gd name="connsiteY143" fmla="*/ 461956 h 1297064"/>
                  <a:gd name="connsiteX144" fmla="*/ 19023 w 1298042"/>
                  <a:gd name="connsiteY144" fmla="*/ 445093 h 1297064"/>
                  <a:gd name="connsiteX145" fmla="*/ 14762 w 1298042"/>
                  <a:gd name="connsiteY145" fmla="*/ 439945 h 1297064"/>
                  <a:gd name="connsiteX146" fmla="*/ 10379 w 1298042"/>
                  <a:gd name="connsiteY146" fmla="*/ 434818 h 1297064"/>
                  <a:gd name="connsiteX147" fmla="*/ 691 w 1298042"/>
                  <a:gd name="connsiteY147" fmla="*/ 400801 h 1297064"/>
                  <a:gd name="connsiteX148" fmla="*/ 624 w 1298042"/>
                  <a:gd name="connsiteY148" fmla="*/ 391390 h 1297064"/>
                  <a:gd name="connsiteX149" fmla="*/ 631 w 1298042"/>
                  <a:gd name="connsiteY149" fmla="*/ 381132 h 1297064"/>
                  <a:gd name="connsiteX150" fmla="*/ 578 w 1298042"/>
                  <a:gd name="connsiteY150" fmla="*/ 370276 h 1297064"/>
                  <a:gd name="connsiteX151" fmla="*/ 516 w 1298042"/>
                  <a:gd name="connsiteY151" fmla="*/ 340837 h 1297064"/>
                  <a:gd name="connsiteX152" fmla="*/ 487 w 1298042"/>
                  <a:gd name="connsiteY152" fmla="*/ 322427 h 1297064"/>
                  <a:gd name="connsiteX153" fmla="*/ 422 w 1298042"/>
                  <a:gd name="connsiteY153" fmla="*/ 258145 h 1297064"/>
                  <a:gd name="connsiteX154" fmla="*/ 287 w 1298042"/>
                  <a:gd name="connsiteY154" fmla="*/ 198313 h 1297064"/>
                  <a:gd name="connsiteX155" fmla="*/ 194 w 1298042"/>
                  <a:gd name="connsiteY155" fmla="*/ 146873 h 1297064"/>
                  <a:gd name="connsiteX156" fmla="*/ 126 w 1298042"/>
                  <a:gd name="connsiteY156" fmla="*/ 116183 h 1297064"/>
                  <a:gd name="connsiteX157" fmla="*/ 113 w 1298042"/>
                  <a:gd name="connsiteY157" fmla="*/ 87300 h 1297064"/>
                  <a:gd name="connsiteX158" fmla="*/ 32 w 1298042"/>
                  <a:gd name="connsiteY158" fmla="*/ 71718 h 1297064"/>
                  <a:gd name="connsiteX159" fmla="*/ 16954 w 1298042"/>
                  <a:gd name="connsiteY159" fmla="*/ 19024 h 1297064"/>
                  <a:gd name="connsiteX160" fmla="*/ 22102 w 1298042"/>
                  <a:gd name="connsiteY160" fmla="*/ 14763 h 1297064"/>
                  <a:gd name="connsiteX161" fmla="*/ 27229 w 1298042"/>
                  <a:gd name="connsiteY161" fmla="*/ 10380 h 1297064"/>
                  <a:gd name="connsiteX162" fmla="*/ 64416 w 1298042"/>
                  <a:gd name="connsiteY162" fmla="*/ 692 h 1297064"/>
                  <a:gd name="connsiteX163" fmla="*/ 544160 w 1298042"/>
                  <a:gd name="connsiteY163" fmla="*/ 251899 h 1297064"/>
                  <a:gd name="connsiteX164" fmla="*/ 543383 w 1298042"/>
                  <a:gd name="connsiteY164" fmla="*/ 358225 h 1297064"/>
                  <a:gd name="connsiteX165" fmla="*/ 543141 w 1298042"/>
                  <a:gd name="connsiteY165" fmla="*/ 378296 h 1297064"/>
                  <a:gd name="connsiteX166" fmla="*/ 543132 w 1298042"/>
                  <a:gd name="connsiteY166" fmla="*/ 388729 h 1297064"/>
                  <a:gd name="connsiteX167" fmla="*/ 526557 w 1298042"/>
                  <a:gd name="connsiteY167" fmla="*/ 442453 h 1297064"/>
                  <a:gd name="connsiteX168" fmla="*/ 522143 w 1298042"/>
                  <a:gd name="connsiteY168" fmla="*/ 445979 h 1297064"/>
                  <a:gd name="connsiteX169" fmla="*/ 517750 w 1298042"/>
                  <a:gd name="connsiteY169" fmla="*/ 449629 h 1297064"/>
                  <a:gd name="connsiteX170" fmla="*/ 479394 w 1298042"/>
                  <a:gd name="connsiteY170" fmla="*/ 458880 h 1297064"/>
                  <a:gd name="connsiteX171" fmla="*/ 473295 w 1298042"/>
                  <a:gd name="connsiteY171" fmla="*/ 458960 h 1297064"/>
                  <a:gd name="connsiteX172" fmla="*/ 453430 w 1298042"/>
                  <a:gd name="connsiteY172" fmla="*/ 459129 h 1297064"/>
                  <a:gd name="connsiteX173" fmla="*/ 439620 w 1298042"/>
                  <a:gd name="connsiteY173" fmla="*/ 459282 h 1297064"/>
                  <a:gd name="connsiteX174" fmla="*/ 403341 w 1298042"/>
                  <a:gd name="connsiteY174" fmla="*/ 459616 h 1297064"/>
                  <a:gd name="connsiteX175" fmla="*/ 366293 w 1298042"/>
                  <a:gd name="connsiteY175" fmla="*/ 459985 h 1297064"/>
                  <a:gd name="connsiteX176" fmla="*/ 293650 w 1298042"/>
                  <a:gd name="connsiteY176" fmla="*/ 460658 h 1297064"/>
                  <a:gd name="connsiteX177" fmla="*/ 293650 w 1298042"/>
                  <a:gd name="connsiteY177" fmla="*/ 544161 h 1297064"/>
                  <a:gd name="connsiteX178" fmla="*/ 312243 w 1298042"/>
                  <a:gd name="connsiteY178" fmla="*/ 544235 h 1297064"/>
                  <a:gd name="connsiteX179" fmla="*/ 373204 w 1298042"/>
                  <a:gd name="connsiteY179" fmla="*/ 544641 h 1297064"/>
                  <a:gd name="connsiteX180" fmla="*/ 410148 w 1298042"/>
                  <a:gd name="connsiteY180" fmla="*/ 544868 h 1297064"/>
                  <a:gd name="connsiteX181" fmla="*/ 445832 w 1298042"/>
                  <a:gd name="connsiteY181" fmla="*/ 545122 h 1297064"/>
                  <a:gd name="connsiteX182" fmla="*/ 459414 w 1298042"/>
                  <a:gd name="connsiteY182" fmla="*/ 545184 h 1297064"/>
                  <a:gd name="connsiteX183" fmla="*/ 478505 w 1298042"/>
                  <a:gd name="connsiteY183" fmla="*/ 545346 h 1297064"/>
                  <a:gd name="connsiteX184" fmla="*/ 484119 w 1298042"/>
                  <a:gd name="connsiteY184" fmla="*/ 545306 h 1297064"/>
                  <a:gd name="connsiteX185" fmla="*/ 525955 w 1298042"/>
                  <a:gd name="connsiteY185" fmla="*/ 561765 h 1297064"/>
                  <a:gd name="connsiteX186" fmla="*/ 529482 w 1298042"/>
                  <a:gd name="connsiteY186" fmla="*/ 566178 h 1297064"/>
                  <a:gd name="connsiteX187" fmla="*/ 533131 w 1298042"/>
                  <a:gd name="connsiteY187" fmla="*/ 570572 h 1297064"/>
                  <a:gd name="connsiteX188" fmla="*/ 542631 w 1298042"/>
                  <a:gd name="connsiteY188" fmla="*/ 607492 h 1297064"/>
                  <a:gd name="connsiteX189" fmla="*/ 542785 w 1298042"/>
                  <a:gd name="connsiteY189" fmla="*/ 612877 h 1297064"/>
                  <a:gd name="connsiteX190" fmla="*/ 543182 w 1298042"/>
                  <a:gd name="connsiteY190" fmla="*/ 629785 h 1297064"/>
                  <a:gd name="connsiteX191" fmla="*/ 543488 w 1298042"/>
                  <a:gd name="connsiteY191" fmla="*/ 641298 h 1297064"/>
                  <a:gd name="connsiteX192" fmla="*/ 544160 w 1298042"/>
                  <a:gd name="connsiteY192" fmla="*/ 669416 h 1297064"/>
                  <a:gd name="connsiteX193" fmla="*/ 699516 w 1298042"/>
                  <a:gd name="connsiteY193" fmla="*/ 670633 h 1297064"/>
                  <a:gd name="connsiteX194" fmla="*/ 771651 w 1298042"/>
                  <a:gd name="connsiteY194" fmla="*/ 671188 h 1297064"/>
                  <a:gd name="connsiteX195" fmla="*/ 834526 w 1298042"/>
                  <a:gd name="connsiteY195" fmla="*/ 671626 h 1297064"/>
                  <a:gd name="connsiteX196" fmla="*/ 867816 w 1298042"/>
                  <a:gd name="connsiteY196" fmla="*/ 671899 h 1297064"/>
                  <a:gd name="connsiteX197" fmla="*/ 899159 w 1298042"/>
                  <a:gd name="connsiteY197" fmla="*/ 672072 h 1297064"/>
                  <a:gd name="connsiteX198" fmla="*/ 910652 w 1298042"/>
                  <a:gd name="connsiteY198" fmla="*/ 672216 h 1297064"/>
                  <a:gd name="connsiteX199" fmla="*/ 949019 w 1298042"/>
                  <a:gd name="connsiteY199" fmla="*/ 664155 h 1297064"/>
                  <a:gd name="connsiteX200" fmla="*/ 956347 w 1298042"/>
                  <a:gd name="connsiteY200" fmla="*/ 651382 h 1297064"/>
                  <a:gd name="connsiteX201" fmla="*/ 971697 w 1298042"/>
                  <a:gd name="connsiteY201" fmla="*/ 639387 h 1297064"/>
                  <a:gd name="connsiteX202" fmla="*/ 982553 w 1298042"/>
                  <a:gd name="connsiteY202" fmla="*/ 630274 h 1297064"/>
                  <a:gd name="connsiteX203" fmla="*/ 984021 w 1298042"/>
                  <a:gd name="connsiteY203" fmla="*/ 586239 h 1297064"/>
                  <a:gd name="connsiteX204" fmla="*/ 983699 w 1298042"/>
                  <a:gd name="connsiteY204" fmla="*/ 574007 h 1297064"/>
                  <a:gd name="connsiteX205" fmla="*/ 982553 w 1298042"/>
                  <a:gd name="connsiteY205" fmla="*/ 544161 h 1297064"/>
                  <a:gd name="connsiteX206" fmla="*/ 975849 w 1298042"/>
                  <a:gd name="connsiteY206" fmla="*/ 543848 h 1297064"/>
                  <a:gd name="connsiteX207" fmla="*/ 720677 w 1298042"/>
                  <a:gd name="connsiteY207" fmla="*/ 486406 h 1297064"/>
                  <a:gd name="connsiteX208" fmla="*/ 713241 w 1298042"/>
                  <a:gd name="connsiteY208" fmla="*/ 452455 h 1297064"/>
                  <a:gd name="connsiteX209" fmla="*/ 713162 w 1298042"/>
                  <a:gd name="connsiteY209" fmla="*/ 445896 h 1297064"/>
                  <a:gd name="connsiteX210" fmla="*/ 712951 w 1298042"/>
                  <a:gd name="connsiteY210" fmla="*/ 424421 h 1297064"/>
                  <a:gd name="connsiteX211" fmla="*/ 712786 w 1298042"/>
                  <a:gd name="connsiteY211" fmla="*/ 409535 h 1297064"/>
                  <a:gd name="connsiteX212" fmla="*/ 712388 w 1298042"/>
                  <a:gd name="connsiteY212" fmla="*/ 370347 h 1297064"/>
                  <a:gd name="connsiteX213" fmla="*/ 711891 w 1298042"/>
                  <a:gd name="connsiteY213" fmla="*/ 323333 h 1297064"/>
                  <a:gd name="connsiteX214" fmla="*/ 711167 w 1298042"/>
                  <a:gd name="connsiteY214" fmla="*/ 251899 h 1297064"/>
                  <a:gd name="connsiteX215" fmla="*/ 544160 w 1298042"/>
                  <a:gd name="connsiteY215" fmla="*/ 251899 h 1297064"/>
                  <a:gd name="connsiteX216" fmla="*/ 544160 w 1298042"/>
                  <a:gd name="connsiteY216" fmla="*/ 711168 h 1297064"/>
                  <a:gd name="connsiteX217" fmla="*/ 544132 w 1298042"/>
                  <a:gd name="connsiteY217" fmla="*/ 720438 h 1297064"/>
                  <a:gd name="connsiteX218" fmla="*/ 543680 w 1298042"/>
                  <a:gd name="connsiteY218" fmla="*/ 807053 h 1297064"/>
                  <a:gd name="connsiteX219" fmla="*/ 543453 w 1298042"/>
                  <a:gd name="connsiteY219" fmla="*/ 851579 h 1297064"/>
                  <a:gd name="connsiteX220" fmla="*/ 543199 w 1298042"/>
                  <a:gd name="connsiteY220" fmla="*/ 894571 h 1297064"/>
                  <a:gd name="connsiteX221" fmla="*/ 543138 w 1298042"/>
                  <a:gd name="connsiteY221" fmla="*/ 910951 h 1297064"/>
                  <a:gd name="connsiteX222" fmla="*/ 542975 w 1298042"/>
                  <a:gd name="connsiteY222" fmla="*/ 933942 h 1297064"/>
                  <a:gd name="connsiteX223" fmla="*/ 543015 w 1298042"/>
                  <a:gd name="connsiteY223" fmla="*/ 940739 h 1297064"/>
                  <a:gd name="connsiteX224" fmla="*/ 526557 w 1298042"/>
                  <a:gd name="connsiteY224" fmla="*/ 985224 h 1297064"/>
                  <a:gd name="connsiteX225" fmla="*/ 522143 w 1298042"/>
                  <a:gd name="connsiteY225" fmla="*/ 988751 h 1297064"/>
                  <a:gd name="connsiteX226" fmla="*/ 517750 w 1298042"/>
                  <a:gd name="connsiteY226" fmla="*/ 992400 h 1297064"/>
                  <a:gd name="connsiteX227" fmla="*/ 479394 w 1298042"/>
                  <a:gd name="connsiteY227" fmla="*/ 1001652 h 1297064"/>
                  <a:gd name="connsiteX228" fmla="*/ 473295 w 1298042"/>
                  <a:gd name="connsiteY228" fmla="*/ 1001731 h 1297064"/>
                  <a:gd name="connsiteX229" fmla="*/ 453430 w 1298042"/>
                  <a:gd name="connsiteY229" fmla="*/ 1001900 h 1297064"/>
                  <a:gd name="connsiteX230" fmla="*/ 439620 w 1298042"/>
                  <a:gd name="connsiteY230" fmla="*/ 1002053 h 1297064"/>
                  <a:gd name="connsiteX231" fmla="*/ 403341 w 1298042"/>
                  <a:gd name="connsiteY231" fmla="*/ 1002388 h 1297064"/>
                  <a:gd name="connsiteX232" fmla="*/ 366293 w 1298042"/>
                  <a:gd name="connsiteY232" fmla="*/ 1002756 h 1297064"/>
                  <a:gd name="connsiteX233" fmla="*/ 293650 w 1298042"/>
                  <a:gd name="connsiteY233" fmla="*/ 1003429 h 1297064"/>
                  <a:gd name="connsiteX234" fmla="*/ 292978 w 1298042"/>
                  <a:gd name="connsiteY234" fmla="*/ 1025039 h 1297064"/>
                  <a:gd name="connsiteX235" fmla="*/ 292704 w 1298042"/>
                  <a:gd name="connsiteY235" fmla="*/ 1031219 h 1297064"/>
                  <a:gd name="connsiteX236" fmla="*/ 298696 w 1298042"/>
                  <a:gd name="connsiteY236" fmla="*/ 1053631 h 1297064"/>
                  <a:gd name="connsiteX237" fmla="*/ 310469 w 1298042"/>
                  <a:gd name="connsiteY237" fmla="*/ 1059288 h 1297064"/>
                  <a:gd name="connsiteX238" fmla="*/ 322979 w 1298042"/>
                  <a:gd name="connsiteY238" fmla="*/ 1075283 h 1297064"/>
                  <a:gd name="connsiteX239" fmla="*/ 340589 w 1298042"/>
                  <a:gd name="connsiteY239" fmla="*/ 1089083 h 1297064"/>
                  <a:gd name="connsiteX240" fmla="*/ 371220 w 1298042"/>
                  <a:gd name="connsiteY240" fmla="*/ 1089599 h 1297064"/>
                  <a:gd name="connsiteX241" fmla="*/ 383027 w 1298042"/>
                  <a:gd name="connsiteY241" fmla="*/ 1089609 h 1297064"/>
                  <a:gd name="connsiteX242" fmla="*/ 415000 w 1298042"/>
                  <a:gd name="connsiteY242" fmla="*/ 1089314 h 1297064"/>
                  <a:gd name="connsiteX243" fmla="*/ 448444 w 1298042"/>
                  <a:gd name="connsiteY243" fmla="*/ 1089125 h 1297064"/>
                  <a:gd name="connsiteX244" fmla="*/ 511739 w 1298042"/>
                  <a:gd name="connsiteY244" fmla="*/ 1088624 h 1297064"/>
                  <a:gd name="connsiteX245" fmla="*/ 583814 w 1298042"/>
                  <a:gd name="connsiteY245" fmla="*/ 1088114 h 1297064"/>
                  <a:gd name="connsiteX246" fmla="*/ 732043 w 1298042"/>
                  <a:gd name="connsiteY246" fmla="*/ 1086933 h 1297064"/>
                  <a:gd name="connsiteX247" fmla="*/ 732072 w 1298042"/>
                  <a:gd name="connsiteY247" fmla="*/ 1079247 h 1297064"/>
                  <a:gd name="connsiteX248" fmla="*/ 732523 w 1298042"/>
                  <a:gd name="connsiteY248" fmla="*/ 1007379 h 1297064"/>
                  <a:gd name="connsiteX249" fmla="*/ 732750 w 1298042"/>
                  <a:gd name="connsiteY249" fmla="*/ 970435 h 1297064"/>
                  <a:gd name="connsiteX250" fmla="*/ 733004 w 1298042"/>
                  <a:gd name="connsiteY250" fmla="*/ 934751 h 1297064"/>
                  <a:gd name="connsiteX251" fmla="*/ 733065 w 1298042"/>
                  <a:gd name="connsiteY251" fmla="*/ 921169 h 1297064"/>
                  <a:gd name="connsiteX252" fmla="*/ 733228 w 1298042"/>
                  <a:gd name="connsiteY252" fmla="*/ 902078 h 1297064"/>
                  <a:gd name="connsiteX253" fmla="*/ 733188 w 1298042"/>
                  <a:gd name="connsiteY253" fmla="*/ 896464 h 1297064"/>
                  <a:gd name="connsiteX254" fmla="*/ 749647 w 1298042"/>
                  <a:gd name="connsiteY254" fmla="*/ 854628 h 1297064"/>
                  <a:gd name="connsiteX255" fmla="*/ 754060 w 1298042"/>
                  <a:gd name="connsiteY255" fmla="*/ 851101 h 1297064"/>
                  <a:gd name="connsiteX256" fmla="*/ 758454 w 1298042"/>
                  <a:gd name="connsiteY256" fmla="*/ 847452 h 1297064"/>
                  <a:gd name="connsiteX257" fmla="*/ 796809 w 1298042"/>
                  <a:gd name="connsiteY257" fmla="*/ 838200 h 1297064"/>
                  <a:gd name="connsiteX258" fmla="*/ 802908 w 1298042"/>
                  <a:gd name="connsiteY258" fmla="*/ 838121 h 1297064"/>
                  <a:gd name="connsiteX259" fmla="*/ 822773 w 1298042"/>
                  <a:gd name="connsiteY259" fmla="*/ 837952 h 1297064"/>
                  <a:gd name="connsiteX260" fmla="*/ 836583 w 1298042"/>
                  <a:gd name="connsiteY260" fmla="*/ 837798 h 1297064"/>
                  <a:gd name="connsiteX261" fmla="*/ 872863 w 1298042"/>
                  <a:gd name="connsiteY261" fmla="*/ 837464 h 1297064"/>
                  <a:gd name="connsiteX262" fmla="*/ 909910 w 1298042"/>
                  <a:gd name="connsiteY262" fmla="*/ 837095 h 1297064"/>
                  <a:gd name="connsiteX263" fmla="*/ 982553 w 1298042"/>
                  <a:gd name="connsiteY263" fmla="*/ 836423 h 1297064"/>
                  <a:gd name="connsiteX264" fmla="*/ 983843 w 1298042"/>
                  <a:gd name="connsiteY264" fmla="*/ 800491 h 1297064"/>
                  <a:gd name="connsiteX265" fmla="*/ 984324 w 1298042"/>
                  <a:gd name="connsiteY265" fmla="*/ 788282 h 1297064"/>
                  <a:gd name="connsiteX266" fmla="*/ 977771 w 1298042"/>
                  <a:gd name="connsiteY266" fmla="*/ 744890 h 1297064"/>
                  <a:gd name="connsiteX267" fmla="*/ 965682 w 1298042"/>
                  <a:gd name="connsiteY267" fmla="*/ 738823 h 1297064"/>
                  <a:gd name="connsiteX268" fmla="*/ 952851 w 1298042"/>
                  <a:gd name="connsiteY268" fmla="*/ 722668 h 1297064"/>
                  <a:gd name="connsiteX269" fmla="*/ 935637 w 1298042"/>
                  <a:gd name="connsiteY269" fmla="*/ 709027 h 1297064"/>
                  <a:gd name="connsiteX270" fmla="*/ 904983 w 1298042"/>
                  <a:gd name="connsiteY270" fmla="*/ 708501 h 1297064"/>
                  <a:gd name="connsiteX271" fmla="*/ 893176 w 1298042"/>
                  <a:gd name="connsiteY271" fmla="*/ 708491 h 1297064"/>
                  <a:gd name="connsiteX272" fmla="*/ 861203 w 1298042"/>
                  <a:gd name="connsiteY272" fmla="*/ 708786 h 1297064"/>
                  <a:gd name="connsiteX273" fmla="*/ 827759 w 1298042"/>
                  <a:gd name="connsiteY273" fmla="*/ 708975 h 1297064"/>
                  <a:gd name="connsiteX274" fmla="*/ 764464 w 1298042"/>
                  <a:gd name="connsiteY274" fmla="*/ 709476 h 1297064"/>
                  <a:gd name="connsiteX275" fmla="*/ 692390 w 1298042"/>
                  <a:gd name="connsiteY275" fmla="*/ 709986 h 1297064"/>
                  <a:gd name="connsiteX276" fmla="*/ 544160 w 1298042"/>
                  <a:gd name="connsiteY276" fmla="*/ 711168 h 1297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</a:cxnLst>
                <a:rect l="l" t="t" r="r" b="b"/>
                <a:pathLst>
                  <a:path w="1298042" h="1297064">
                    <a:moveTo>
                      <a:pt x="64416" y="692"/>
                    </a:moveTo>
                    <a:cubicBezTo>
                      <a:pt x="66267" y="680"/>
                      <a:pt x="68117" y="668"/>
                      <a:pt x="70024" y="656"/>
                    </a:cubicBezTo>
                    <a:cubicBezTo>
                      <a:pt x="76209" y="623"/>
                      <a:pt x="82394" y="627"/>
                      <a:pt x="88580" y="631"/>
                    </a:cubicBezTo>
                    <a:cubicBezTo>
                      <a:pt x="93022" y="616"/>
                      <a:pt x="97463" y="598"/>
                      <a:pt x="101904" y="578"/>
                    </a:cubicBezTo>
                    <a:cubicBezTo>
                      <a:pt x="113960" y="532"/>
                      <a:pt x="126015" y="520"/>
                      <a:pt x="138071" y="517"/>
                    </a:cubicBezTo>
                    <a:cubicBezTo>
                      <a:pt x="145607" y="513"/>
                      <a:pt x="153142" y="502"/>
                      <a:pt x="160678" y="488"/>
                    </a:cubicBezTo>
                    <a:cubicBezTo>
                      <a:pt x="186978" y="440"/>
                      <a:pt x="213278" y="418"/>
                      <a:pt x="239578" y="422"/>
                    </a:cubicBezTo>
                    <a:cubicBezTo>
                      <a:pt x="264076" y="426"/>
                      <a:pt x="288573" y="370"/>
                      <a:pt x="313071" y="288"/>
                    </a:cubicBezTo>
                    <a:cubicBezTo>
                      <a:pt x="334118" y="220"/>
                      <a:pt x="355164" y="192"/>
                      <a:pt x="376211" y="195"/>
                    </a:cubicBezTo>
                    <a:cubicBezTo>
                      <a:pt x="388775" y="196"/>
                      <a:pt x="401339" y="182"/>
                      <a:pt x="413903" y="126"/>
                    </a:cubicBezTo>
                    <a:cubicBezTo>
                      <a:pt x="425724" y="76"/>
                      <a:pt x="437544" y="75"/>
                      <a:pt x="449365" y="113"/>
                    </a:cubicBezTo>
                    <a:cubicBezTo>
                      <a:pt x="453695" y="119"/>
                      <a:pt x="458025" y="107"/>
                      <a:pt x="462354" y="75"/>
                    </a:cubicBezTo>
                    <a:cubicBezTo>
                      <a:pt x="506917" y="-229"/>
                      <a:pt x="506917" y="-229"/>
                      <a:pt x="526526" y="16955"/>
                    </a:cubicBezTo>
                    <a:cubicBezTo>
                      <a:pt x="527932" y="18653"/>
                      <a:pt x="529338" y="20352"/>
                      <a:pt x="530787" y="22102"/>
                    </a:cubicBezTo>
                    <a:cubicBezTo>
                      <a:pt x="532233" y="23794"/>
                      <a:pt x="533680" y="25486"/>
                      <a:pt x="535170" y="27229"/>
                    </a:cubicBezTo>
                    <a:cubicBezTo>
                      <a:pt x="543076" y="38703"/>
                      <a:pt x="544808" y="48511"/>
                      <a:pt x="544753" y="62323"/>
                    </a:cubicBezTo>
                    <a:cubicBezTo>
                      <a:pt x="544752" y="65659"/>
                      <a:pt x="544752" y="68995"/>
                      <a:pt x="544751" y="72432"/>
                    </a:cubicBezTo>
                    <a:cubicBezTo>
                      <a:pt x="544725" y="75951"/>
                      <a:pt x="544698" y="79469"/>
                      <a:pt x="544670" y="82987"/>
                    </a:cubicBezTo>
                    <a:cubicBezTo>
                      <a:pt x="544665" y="86205"/>
                      <a:pt x="544660" y="89424"/>
                      <a:pt x="544654" y="92740"/>
                    </a:cubicBezTo>
                    <a:cubicBezTo>
                      <a:pt x="544627" y="104748"/>
                      <a:pt x="544554" y="116756"/>
                      <a:pt x="544487" y="128765"/>
                    </a:cubicBezTo>
                    <a:cubicBezTo>
                      <a:pt x="544379" y="155621"/>
                      <a:pt x="544271" y="182477"/>
                      <a:pt x="544160" y="210148"/>
                    </a:cubicBezTo>
                    <a:cubicBezTo>
                      <a:pt x="599273" y="210148"/>
                      <a:pt x="654385" y="210148"/>
                      <a:pt x="711167" y="210148"/>
                    </a:cubicBezTo>
                    <a:cubicBezTo>
                      <a:pt x="710857" y="165220"/>
                      <a:pt x="710857" y="165220"/>
                      <a:pt x="710462" y="120292"/>
                    </a:cubicBezTo>
                    <a:cubicBezTo>
                      <a:pt x="710439" y="114652"/>
                      <a:pt x="710419" y="109013"/>
                      <a:pt x="710403" y="103373"/>
                    </a:cubicBezTo>
                    <a:cubicBezTo>
                      <a:pt x="710342" y="98994"/>
                      <a:pt x="710342" y="98994"/>
                      <a:pt x="710281" y="94526"/>
                    </a:cubicBezTo>
                    <a:cubicBezTo>
                      <a:pt x="710280" y="91720"/>
                      <a:pt x="710279" y="88914"/>
                      <a:pt x="710278" y="86022"/>
                    </a:cubicBezTo>
                    <a:cubicBezTo>
                      <a:pt x="710252" y="82380"/>
                      <a:pt x="710252" y="82380"/>
                      <a:pt x="710226" y="78665"/>
                    </a:cubicBezTo>
                    <a:cubicBezTo>
                      <a:pt x="712250" y="64001"/>
                      <a:pt x="722160" y="54290"/>
                      <a:pt x="733062" y="45139"/>
                    </a:cubicBezTo>
                    <a:cubicBezTo>
                      <a:pt x="805160" y="-3646"/>
                      <a:pt x="919954" y="331"/>
                      <a:pt x="1002287" y="574"/>
                    </a:cubicBezTo>
                    <a:cubicBezTo>
                      <a:pt x="1007297" y="581"/>
                      <a:pt x="1007297" y="581"/>
                      <a:pt x="1012407" y="588"/>
                    </a:cubicBezTo>
                    <a:cubicBezTo>
                      <a:pt x="1060286" y="703"/>
                      <a:pt x="1107450" y="1320"/>
                      <a:pt x="1154778" y="9218"/>
                    </a:cubicBezTo>
                    <a:cubicBezTo>
                      <a:pt x="1157633" y="9680"/>
                      <a:pt x="1160487" y="10141"/>
                      <a:pt x="1163427" y="10617"/>
                    </a:cubicBezTo>
                    <a:cubicBezTo>
                      <a:pt x="1258645" y="26505"/>
                      <a:pt x="1258645" y="26505"/>
                      <a:pt x="1289003" y="60755"/>
                    </a:cubicBezTo>
                    <a:cubicBezTo>
                      <a:pt x="1295713" y="70417"/>
                      <a:pt x="1296042" y="75929"/>
                      <a:pt x="1296127" y="87688"/>
                    </a:cubicBezTo>
                    <a:cubicBezTo>
                      <a:pt x="1296157" y="91068"/>
                      <a:pt x="1296187" y="94448"/>
                      <a:pt x="1296218" y="97931"/>
                    </a:cubicBezTo>
                    <a:cubicBezTo>
                      <a:pt x="1296238" y="101699"/>
                      <a:pt x="1296257" y="105467"/>
                      <a:pt x="1296276" y="109236"/>
                    </a:cubicBezTo>
                    <a:cubicBezTo>
                      <a:pt x="1296306" y="113187"/>
                      <a:pt x="1296336" y="117139"/>
                      <a:pt x="1296366" y="121091"/>
                    </a:cubicBezTo>
                    <a:cubicBezTo>
                      <a:pt x="1296462" y="134093"/>
                      <a:pt x="1296528" y="147096"/>
                      <a:pt x="1296587" y="160099"/>
                    </a:cubicBezTo>
                    <a:cubicBezTo>
                      <a:pt x="1296598" y="162311"/>
                      <a:pt x="1296608" y="164523"/>
                      <a:pt x="1296618" y="166803"/>
                    </a:cubicBezTo>
                    <a:cubicBezTo>
                      <a:pt x="1296713" y="187669"/>
                      <a:pt x="1296796" y="208535"/>
                      <a:pt x="1296851" y="229401"/>
                    </a:cubicBezTo>
                    <a:cubicBezTo>
                      <a:pt x="1296923" y="256086"/>
                      <a:pt x="1297055" y="282770"/>
                      <a:pt x="1297270" y="309455"/>
                    </a:cubicBezTo>
                    <a:cubicBezTo>
                      <a:pt x="1297415" y="328219"/>
                      <a:pt x="1297491" y="346982"/>
                      <a:pt x="1297515" y="365747"/>
                    </a:cubicBezTo>
                    <a:cubicBezTo>
                      <a:pt x="1297531" y="376953"/>
                      <a:pt x="1297578" y="388156"/>
                      <a:pt x="1297701" y="399361"/>
                    </a:cubicBezTo>
                    <a:cubicBezTo>
                      <a:pt x="1297815" y="409912"/>
                      <a:pt x="1297843" y="420461"/>
                      <a:pt x="1297804" y="431013"/>
                    </a:cubicBezTo>
                    <a:cubicBezTo>
                      <a:pt x="1297805" y="434875"/>
                      <a:pt x="1297837" y="438738"/>
                      <a:pt x="1297903" y="442600"/>
                    </a:cubicBezTo>
                    <a:cubicBezTo>
                      <a:pt x="1298433" y="475349"/>
                      <a:pt x="1298433" y="475349"/>
                      <a:pt x="1287065" y="488758"/>
                    </a:cubicBezTo>
                    <a:cubicBezTo>
                      <a:pt x="1272027" y="503211"/>
                      <a:pt x="1254871" y="511902"/>
                      <a:pt x="1235183" y="518229"/>
                    </a:cubicBezTo>
                    <a:cubicBezTo>
                      <a:pt x="1232142" y="519212"/>
                      <a:pt x="1232142" y="519212"/>
                      <a:pt x="1229039" y="520215"/>
                    </a:cubicBezTo>
                    <a:cubicBezTo>
                      <a:pt x="1163494" y="540579"/>
                      <a:pt x="1092569" y="545736"/>
                      <a:pt x="1024304" y="544161"/>
                    </a:cubicBezTo>
                    <a:cubicBezTo>
                      <a:pt x="1024304" y="572578"/>
                      <a:pt x="1024304" y="600995"/>
                      <a:pt x="1024304" y="630274"/>
                    </a:cubicBezTo>
                    <a:cubicBezTo>
                      <a:pt x="1028610" y="631996"/>
                      <a:pt x="1032916" y="633718"/>
                      <a:pt x="1037352" y="635493"/>
                    </a:cubicBezTo>
                    <a:cubicBezTo>
                      <a:pt x="1050716" y="644769"/>
                      <a:pt x="1063034" y="655419"/>
                      <a:pt x="1066056" y="672025"/>
                    </a:cubicBezTo>
                    <a:cubicBezTo>
                      <a:pt x="1067998" y="692620"/>
                      <a:pt x="1069115" y="712638"/>
                      <a:pt x="1055618" y="729434"/>
                    </a:cubicBezTo>
                    <a:cubicBezTo>
                      <a:pt x="1045785" y="739750"/>
                      <a:pt x="1038309" y="746809"/>
                      <a:pt x="1024304" y="750310"/>
                    </a:cubicBezTo>
                    <a:cubicBezTo>
                      <a:pt x="1024304" y="778727"/>
                      <a:pt x="1024304" y="807144"/>
                      <a:pt x="1024304" y="836423"/>
                    </a:cubicBezTo>
                    <a:cubicBezTo>
                      <a:pt x="1030440" y="836368"/>
                      <a:pt x="1036575" y="836313"/>
                      <a:pt x="1042897" y="836257"/>
                    </a:cubicBezTo>
                    <a:cubicBezTo>
                      <a:pt x="1063217" y="836084"/>
                      <a:pt x="1083537" y="835969"/>
                      <a:pt x="1103858" y="835882"/>
                    </a:cubicBezTo>
                    <a:cubicBezTo>
                      <a:pt x="1116173" y="835827"/>
                      <a:pt x="1128487" y="835754"/>
                      <a:pt x="1140802" y="835635"/>
                    </a:cubicBezTo>
                    <a:cubicBezTo>
                      <a:pt x="1152697" y="835521"/>
                      <a:pt x="1164591" y="835459"/>
                      <a:pt x="1176486" y="835432"/>
                    </a:cubicBezTo>
                    <a:cubicBezTo>
                      <a:pt x="1181013" y="835413"/>
                      <a:pt x="1185541" y="835376"/>
                      <a:pt x="1190068" y="835319"/>
                    </a:cubicBezTo>
                    <a:cubicBezTo>
                      <a:pt x="1196433" y="835243"/>
                      <a:pt x="1202794" y="835233"/>
                      <a:pt x="1209159" y="835238"/>
                    </a:cubicBezTo>
                    <a:cubicBezTo>
                      <a:pt x="1211938" y="835181"/>
                      <a:pt x="1211938" y="835181"/>
                      <a:pt x="1214773" y="835124"/>
                    </a:cubicBezTo>
                    <a:cubicBezTo>
                      <a:pt x="1231515" y="835260"/>
                      <a:pt x="1244730" y="841078"/>
                      <a:pt x="1257180" y="851988"/>
                    </a:cubicBezTo>
                    <a:cubicBezTo>
                      <a:pt x="1258586" y="853686"/>
                      <a:pt x="1259992" y="855385"/>
                      <a:pt x="1261441" y="857135"/>
                    </a:cubicBezTo>
                    <a:cubicBezTo>
                      <a:pt x="1262887" y="858827"/>
                      <a:pt x="1264334" y="860519"/>
                      <a:pt x="1265824" y="862263"/>
                    </a:cubicBezTo>
                    <a:cubicBezTo>
                      <a:pt x="1273448" y="873328"/>
                      <a:pt x="1275469" y="882955"/>
                      <a:pt x="1275512" y="896280"/>
                    </a:cubicBezTo>
                    <a:cubicBezTo>
                      <a:pt x="1275546" y="900938"/>
                      <a:pt x="1275546" y="900938"/>
                      <a:pt x="1275580" y="905691"/>
                    </a:cubicBezTo>
                    <a:cubicBezTo>
                      <a:pt x="1275577" y="909076"/>
                      <a:pt x="1275575" y="912461"/>
                      <a:pt x="1275572" y="915949"/>
                    </a:cubicBezTo>
                    <a:cubicBezTo>
                      <a:pt x="1275588" y="919567"/>
                      <a:pt x="1275606" y="923186"/>
                      <a:pt x="1275626" y="926805"/>
                    </a:cubicBezTo>
                    <a:cubicBezTo>
                      <a:pt x="1275672" y="936618"/>
                      <a:pt x="1275684" y="946430"/>
                      <a:pt x="1275687" y="956243"/>
                    </a:cubicBezTo>
                    <a:cubicBezTo>
                      <a:pt x="1275691" y="962380"/>
                      <a:pt x="1275702" y="968517"/>
                      <a:pt x="1275716" y="974654"/>
                    </a:cubicBezTo>
                    <a:cubicBezTo>
                      <a:pt x="1275764" y="996081"/>
                      <a:pt x="1275786" y="1017508"/>
                      <a:pt x="1275781" y="1038936"/>
                    </a:cubicBezTo>
                    <a:cubicBezTo>
                      <a:pt x="1275778" y="1058880"/>
                      <a:pt x="1275833" y="1078823"/>
                      <a:pt x="1275916" y="1098767"/>
                    </a:cubicBezTo>
                    <a:cubicBezTo>
                      <a:pt x="1275984" y="1115914"/>
                      <a:pt x="1276012" y="1133060"/>
                      <a:pt x="1276009" y="1150207"/>
                    </a:cubicBezTo>
                    <a:cubicBezTo>
                      <a:pt x="1276007" y="1160438"/>
                      <a:pt x="1276022" y="1170667"/>
                      <a:pt x="1276078" y="1180898"/>
                    </a:cubicBezTo>
                    <a:cubicBezTo>
                      <a:pt x="1276128" y="1190526"/>
                      <a:pt x="1276128" y="1200152"/>
                      <a:pt x="1276091" y="1209781"/>
                    </a:cubicBezTo>
                    <a:cubicBezTo>
                      <a:pt x="1276082" y="1214974"/>
                      <a:pt x="1276126" y="1220168"/>
                      <a:pt x="1276171" y="1225362"/>
                    </a:cubicBezTo>
                    <a:cubicBezTo>
                      <a:pt x="1276021" y="1246824"/>
                      <a:pt x="1273794" y="1261459"/>
                      <a:pt x="1259249" y="1278056"/>
                    </a:cubicBezTo>
                    <a:cubicBezTo>
                      <a:pt x="1257551" y="1279463"/>
                      <a:pt x="1255852" y="1280869"/>
                      <a:pt x="1254102" y="1282317"/>
                    </a:cubicBezTo>
                    <a:cubicBezTo>
                      <a:pt x="1252410" y="1283764"/>
                      <a:pt x="1250718" y="1285210"/>
                      <a:pt x="1248974" y="1286700"/>
                    </a:cubicBezTo>
                    <a:cubicBezTo>
                      <a:pt x="1236815" y="1295079"/>
                      <a:pt x="1226415" y="1296350"/>
                      <a:pt x="1211787" y="1296389"/>
                    </a:cubicBezTo>
                    <a:cubicBezTo>
                      <a:pt x="1209937" y="1296400"/>
                      <a:pt x="1208086" y="1296412"/>
                      <a:pt x="1206180" y="1296425"/>
                    </a:cubicBezTo>
                    <a:cubicBezTo>
                      <a:pt x="1199994" y="1296458"/>
                      <a:pt x="1193809" y="1296453"/>
                      <a:pt x="1187623" y="1296449"/>
                    </a:cubicBezTo>
                    <a:cubicBezTo>
                      <a:pt x="1183182" y="1296465"/>
                      <a:pt x="1178740" y="1296482"/>
                      <a:pt x="1174299" y="1296502"/>
                    </a:cubicBezTo>
                    <a:cubicBezTo>
                      <a:pt x="1162243" y="1296548"/>
                      <a:pt x="1150188" y="1296560"/>
                      <a:pt x="1138132" y="1296564"/>
                    </a:cubicBezTo>
                    <a:cubicBezTo>
                      <a:pt x="1130596" y="1296567"/>
                      <a:pt x="1123061" y="1296579"/>
                      <a:pt x="1115525" y="1296592"/>
                    </a:cubicBezTo>
                    <a:cubicBezTo>
                      <a:pt x="1089225" y="1296641"/>
                      <a:pt x="1062925" y="1296662"/>
                      <a:pt x="1036625" y="1296658"/>
                    </a:cubicBezTo>
                    <a:cubicBezTo>
                      <a:pt x="1012127" y="1296655"/>
                      <a:pt x="987630" y="1296710"/>
                      <a:pt x="963132" y="1296792"/>
                    </a:cubicBezTo>
                    <a:cubicBezTo>
                      <a:pt x="942085" y="1296861"/>
                      <a:pt x="921039" y="1296889"/>
                      <a:pt x="899992" y="1296885"/>
                    </a:cubicBezTo>
                    <a:cubicBezTo>
                      <a:pt x="887428" y="1296884"/>
                      <a:pt x="874864" y="1296899"/>
                      <a:pt x="862300" y="1296954"/>
                    </a:cubicBezTo>
                    <a:cubicBezTo>
                      <a:pt x="850479" y="1297005"/>
                      <a:pt x="838659" y="1297005"/>
                      <a:pt x="826838" y="1296967"/>
                    </a:cubicBezTo>
                    <a:cubicBezTo>
                      <a:pt x="822508" y="1296962"/>
                      <a:pt x="818179" y="1296974"/>
                      <a:pt x="813849" y="1297005"/>
                    </a:cubicBezTo>
                    <a:cubicBezTo>
                      <a:pt x="769286" y="1297310"/>
                      <a:pt x="769286" y="1297310"/>
                      <a:pt x="749677" y="1280126"/>
                    </a:cubicBezTo>
                    <a:cubicBezTo>
                      <a:pt x="748271" y="1278427"/>
                      <a:pt x="746865" y="1276728"/>
                      <a:pt x="745416" y="1274978"/>
                    </a:cubicBezTo>
                    <a:cubicBezTo>
                      <a:pt x="743970" y="1273286"/>
                      <a:pt x="742524" y="1271594"/>
                      <a:pt x="741033" y="1269851"/>
                    </a:cubicBezTo>
                    <a:cubicBezTo>
                      <a:pt x="714085" y="1230739"/>
                      <a:pt x="732043" y="1163799"/>
                      <a:pt x="732043" y="1128684"/>
                    </a:cubicBezTo>
                    <a:cubicBezTo>
                      <a:pt x="600290" y="1128684"/>
                      <a:pt x="468538" y="1128684"/>
                      <a:pt x="332793" y="1128684"/>
                    </a:cubicBezTo>
                    <a:cubicBezTo>
                      <a:pt x="331070" y="1132990"/>
                      <a:pt x="329348" y="1137295"/>
                      <a:pt x="327574" y="1141732"/>
                    </a:cubicBezTo>
                    <a:cubicBezTo>
                      <a:pt x="318297" y="1155096"/>
                      <a:pt x="307648" y="1167414"/>
                      <a:pt x="291041" y="1170436"/>
                    </a:cubicBezTo>
                    <a:cubicBezTo>
                      <a:pt x="270442" y="1172378"/>
                      <a:pt x="250434" y="1173492"/>
                      <a:pt x="233632" y="1159998"/>
                    </a:cubicBezTo>
                    <a:cubicBezTo>
                      <a:pt x="220467" y="1147461"/>
                      <a:pt x="211176" y="1136091"/>
                      <a:pt x="209270" y="1117543"/>
                    </a:cubicBezTo>
                    <a:cubicBezTo>
                      <a:pt x="209025" y="1095234"/>
                      <a:pt x="209873" y="1079905"/>
                      <a:pt x="225559" y="1063447"/>
                    </a:cubicBezTo>
                    <a:cubicBezTo>
                      <a:pt x="234526" y="1055150"/>
                      <a:pt x="239810" y="1050813"/>
                      <a:pt x="251899" y="1047790"/>
                    </a:cubicBezTo>
                    <a:cubicBezTo>
                      <a:pt x="251899" y="1033151"/>
                      <a:pt x="251899" y="1018512"/>
                      <a:pt x="251899" y="1003429"/>
                    </a:cubicBezTo>
                    <a:cubicBezTo>
                      <a:pt x="245763" y="1003484"/>
                      <a:pt x="239628" y="1003539"/>
                      <a:pt x="233306" y="1003595"/>
                    </a:cubicBezTo>
                    <a:cubicBezTo>
                      <a:pt x="212986" y="1003768"/>
                      <a:pt x="192666" y="1003883"/>
                      <a:pt x="172345" y="1003970"/>
                    </a:cubicBezTo>
                    <a:cubicBezTo>
                      <a:pt x="160030" y="1004024"/>
                      <a:pt x="147716" y="1004098"/>
                      <a:pt x="135401" y="1004217"/>
                    </a:cubicBezTo>
                    <a:cubicBezTo>
                      <a:pt x="123507" y="1004330"/>
                      <a:pt x="111613" y="1004393"/>
                      <a:pt x="99718" y="1004420"/>
                    </a:cubicBezTo>
                    <a:cubicBezTo>
                      <a:pt x="95190" y="1004439"/>
                      <a:pt x="90662" y="1004476"/>
                      <a:pt x="86135" y="1004533"/>
                    </a:cubicBezTo>
                    <a:cubicBezTo>
                      <a:pt x="79770" y="1004609"/>
                      <a:pt x="73409" y="1004619"/>
                      <a:pt x="67044" y="1004614"/>
                    </a:cubicBezTo>
                    <a:cubicBezTo>
                      <a:pt x="65191" y="1004652"/>
                      <a:pt x="63339" y="1004689"/>
                      <a:pt x="61430" y="1004728"/>
                    </a:cubicBezTo>
                    <a:cubicBezTo>
                      <a:pt x="44688" y="1004592"/>
                      <a:pt x="31473" y="998774"/>
                      <a:pt x="19023" y="987864"/>
                    </a:cubicBezTo>
                    <a:cubicBezTo>
                      <a:pt x="17617" y="986165"/>
                      <a:pt x="16211" y="984467"/>
                      <a:pt x="14762" y="982717"/>
                    </a:cubicBezTo>
                    <a:cubicBezTo>
                      <a:pt x="13316" y="981024"/>
                      <a:pt x="11870" y="979333"/>
                      <a:pt x="10379" y="977589"/>
                    </a:cubicBezTo>
                    <a:cubicBezTo>
                      <a:pt x="2755" y="966524"/>
                      <a:pt x="734" y="956897"/>
                      <a:pt x="691" y="943572"/>
                    </a:cubicBezTo>
                    <a:cubicBezTo>
                      <a:pt x="669" y="940467"/>
                      <a:pt x="646" y="937361"/>
                      <a:pt x="624" y="934161"/>
                    </a:cubicBezTo>
                    <a:cubicBezTo>
                      <a:pt x="626" y="930776"/>
                      <a:pt x="628" y="927391"/>
                      <a:pt x="631" y="923903"/>
                    </a:cubicBezTo>
                    <a:cubicBezTo>
                      <a:pt x="615" y="920285"/>
                      <a:pt x="597" y="916666"/>
                      <a:pt x="578" y="913047"/>
                    </a:cubicBezTo>
                    <a:cubicBezTo>
                      <a:pt x="532" y="903234"/>
                      <a:pt x="519" y="893422"/>
                      <a:pt x="516" y="883609"/>
                    </a:cubicBezTo>
                    <a:cubicBezTo>
                      <a:pt x="512" y="877472"/>
                      <a:pt x="501" y="871335"/>
                      <a:pt x="487" y="865198"/>
                    </a:cubicBezTo>
                    <a:cubicBezTo>
                      <a:pt x="439" y="843771"/>
                      <a:pt x="418" y="822344"/>
                      <a:pt x="422" y="800916"/>
                    </a:cubicBezTo>
                    <a:cubicBezTo>
                      <a:pt x="425" y="780972"/>
                      <a:pt x="370" y="761028"/>
                      <a:pt x="287" y="741084"/>
                    </a:cubicBezTo>
                    <a:cubicBezTo>
                      <a:pt x="219" y="723938"/>
                      <a:pt x="191" y="706791"/>
                      <a:pt x="194" y="689645"/>
                    </a:cubicBezTo>
                    <a:cubicBezTo>
                      <a:pt x="196" y="679414"/>
                      <a:pt x="181" y="669184"/>
                      <a:pt x="126" y="658954"/>
                    </a:cubicBezTo>
                    <a:cubicBezTo>
                      <a:pt x="75" y="649326"/>
                      <a:pt x="75" y="639699"/>
                      <a:pt x="113" y="630071"/>
                    </a:cubicBezTo>
                    <a:cubicBezTo>
                      <a:pt x="121" y="624877"/>
                      <a:pt x="77" y="619684"/>
                      <a:pt x="32" y="614490"/>
                    </a:cubicBezTo>
                    <a:cubicBezTo>
                      <a:pt x="182" y="593028"/>
                      <a:pt x="2410" y="578393"/>
                      <a:pt x="16954" y="561795"/>
                    </a:cubicBezTo>
                    <a:cubicBezTo>
                      <a:pt x="18653" y="560389"/>
                      <a:pt x="20351" y="558983"/>
                      <a:pt x="22102" y="557535"/>
                    </a:cubicBezTo>
                    <a:cubicBezTo>
                      <a:pt x="23794" y="556088"/>
                      <a:pt x="25486" y="554642"/>
                      <a:pt x="27229" y="553151"/>
                    </a:cubicBezTo>
                    <a:cubicBezTo>
                      <a:pt x="39782" y="544502"/>
                      <a:pt x="51231" y="543420"/>
                      <a:pt x="66155" y="543569"/>
                    </a:cubicBezTo>
                    <a:cubicBezTo>
                      <a:pt x="68168" y="543568"/>
                      <a:pt x="70180" y="543567"/>
                      <a:pt x="72254" y="543566"/>
                    </a:cubicBezTo>
                    <a:cubicBezTo>
                      <a:pt x="78876" y="543570"/>
                      <a:pt x="85497" y="543610"/>
                      <a:pt x="92119" y="543651"/>
                    </a:cubicBezTo>
                    <a:cubicBezTo>
                      <a:pt x="96722" y="543661"/>
                      <a:pt x="101326" y="543669"/>
                      <a:pt x="105929" y="543674"/>
                    </a:cubicBezTo>
                    <a:cubicBezTo>
                      <a:pt x="118022" y="543694"/>
                      <a:pt x="130115" y="543745"/>
                      <a:pt x="142209" y="543803"/>
                    </a:cubicBezTo>
                    <a:cubicBezTo>
                      <a:pt x="154558" y="543856"/>
                      <a:pt x="166907" y="543880"/>
                      <a:pt x="179256" y="543906"/>
                    </a:cubicBezTo>
                    <a:cubicBezTo>
                      <a:pt x="203471" y="543962"/>
                      <a:pt x="227685" y="544054"/>
                      <a:pt x="251899" y="544161"/>
                    </a:cubicBezTo>
                    <a:cubicBezTo>
                      <a:pt x="251899" y="516605"/>
                      <a:pt x="251899" y="489049"/>
                      <a:pt x="251899" y="460658"/>
                    </a:cubicBezTo>
                    <a:cubicBezTo>
                      <a:pt x="245763" y="460712"/>
                      <a:pt x="239628" y="460767"/>
                      <a:pt x="233306" y="460823"/>
                    </a:cubicBezTo>
                    <a:cubicBezTo>
                      <a:pt x="212986" y="460997"/>
                      <a:pt x="192666" y="461112"/>
                      <a:pt x="172345" y="461198"/>
                    </a:cubicBezTo>
                    <a:cubicBezTo>
                      <a:pt x="160030" y="461253"/>
                      <a:pt x="147716" y="461327"/>
                      <a:pt x="135401" y="461445"/>
                    </a:cubicBezTo>
                    <a:cubicBezTo>
                      <a:pt x="123507" y="461559"/>
                      <a:pt x="111613" y="461621"/>
                      <a:pt x="99718" y="461648"/>
                    </a:cubicBezTo>
                    <a:cubicBezTo>
                      <a:pt x="95190" y="461667"/>
                      <a:pt x="90662" y="461705"/>
                      <a:pt x="86135" y="461761"/>
                    </a:cubicBezTo>
                    <a:cubicBezTo>
                      <a:pt x="79770" y="461838"/>
                      <a:pt x="73409" y="461847"/>
                      <a:pt x="67044" y="461843"/>
                    </a:cubicBezTo>
                    <a:cubicBezTo>
                      <a:pt x="65191" y="461880"/>
                      <a:pt x="63339" y="461918"/>
                      <a:pt x="61430" y="461956"/>
                    </a:cubicBezTo>
                    <a:cubicBezTo>
                      <a:pt x="44688" y="461820"/>
                      <a:pt x="31473" y="456003"/>
                      <a:pt x="19023" y="445093"/>
                    </a:cubicBezTo>
                    <a:cubicBezTo>
                      <a:pt x="16914" y="442544"/>
                      <a:pt x="16914" y="442544"/>
                      <a:pt x="14762" y="439945"/>
                    </a:cubicBezTo>
                    <a:cubicBezTo>
                      <a:pt x="13316" y="438253"/>
                      <a:pt x="11870" y="436561"/>
                      <a:pt x="10379" y="434818"/>
                    </a:cubicBezTo>
                    <a:cubicBezTo>
                      <a:pt x="2755" y="423752"/>
                      <a:pt x="734" y="414125"/>
                      <a:pt x="691" y="400801"/>
                    </a:cubicBezTo>
                    <a:cubicBezTo>
                      <a:pt x="669" y="397695"/>
                      <a:pt x="646" y="394589"/>
                      <a:pt x="624" y="391390"/>
                    </a:cubicBezTo>
                    <a:cubicBezTo>
                      <a:pt x="626" y="388005"/>
                      <a:pt x="628" y="384619"/>
                      <a:pt x="631" y="381132"/>
                    </a:cubicBezTo>
                    <a:cubicBezTo>
                      <a:pt x="615" y="377513"/>
                      <a:pt x="597" y="373894"/>
                      <a:pt x="578" y="370276"/>
                    </a:cubicBezTo>
                    <a:cubicBezTo>
                      <a:pt x="532" y="360463"/>
                      <a:pt x="519" y="350650"/>
                      <a:pt x="516" y="340837"/>
                    </a:cubicBezTo>
                    <a:cubicBezTo>
                      <a:pt x="512" y="334700"/>
                      <a:pt x="501" y="328563"/>
                      <a:pt x="487" y="322427"/>
                    </a:cubicBezTo>
                    <a:cubicBezTo>
                      <a:pt x="439" y="300999"/>
                      <a:pt x="418" y="279572"/>
                      <a:pt x="422" y="258145"/>
                    </a:cubicBezTo>
                    <a:cubicBezTo>
                      <a:pt x="425" y="238200"/>
                      <a:pt x="370" y="218257"/>
                      <a:pt x="287" y="198313"/>
                    </a:cubicBezTo>
                    <a:cubicBezTo>
                      <a:pt x="219" y="181166"/>
                      <a:pt x="191" y="164020"/>
                      <a:pt x="194" y="146873"/>
                    </a:cubicBezTo>
                    <a:cubicBezTo>
                      <a:pt x="196" y="136643"/>
                      <a:pt x="181" y="126413"/>
                      <a:pt x="126" y="116183"/>
                    </a:cubicBezTo>
                    <a:cubicBezTo>
                      <a:pt x="75" y="106555"/>
                      <a:pt x="75" y="96928"/>
                      <a:pt x="113" y="87300"/>
                    </a:cubicBezTo>
                    <a:cubicBezTo>
                      <a:pt x="121" y="82106"/>
                      <a:pt x="77" y="76912"/>
                      <a:pt x="32" y="71718"/>
                    </a:cubicBezTo>
                    <a:cubicBezTo>
                      <a:pt x="182" y="50256"/>
                      <a:pt x="2410" y="35621"/>
                      <a:pt x="16954" y="19024"/>
                    </a:cubicBezTo>
                    <a:cubicBezTo>
                      <a:pt x="18653" y="17618"/>
                      <a:pt x="20351" y="16212"/>
                      <a:pt x="22102" y="14763"/>
                    </a:cubicBezTo>
                    <a:cubicBezTo>
                      <a:pt x="23794" y="13317"/>
                      <a:pt x="25486" y="11870"/>
                      <a:pt x="27229" y="10380"/>
                    </a:cubicBezTo>
                    <a:cubicBezTo>
                      <a:pt x="39389" y="2002"/>
                      <a:pt x="49788" y="730"/>
                      <a:pt x="64416" y="692"/>
                    </a:cubicBezTo>
                    <a:close/>
                    <a:moveTo>
                      <a:pt x="544160" y="251899"/>
                    </a:moveTo>
                    <a:cubicBezTo>
                      <a:pt x="543716" y="305062"/>
                      <a:pt x="543716" y="305062"/>
                      <a:pt x="543383" y="358225"/>
                    </a:cubicBezTo>
                    <a:cubicBezTo>
                      <a:pt x="543306" y="364916"/>
                      <a:pt x="543226" y="371606"/>
                      <a:pt x="543141" y="378296"/>
                    </a:cubicBezTo>
                    <a:cubicBezTo>
                      <a:pt x="543138" y="381739"/>
                      <a:pt x="543135" y="385182"/>
                      <a:pt x="543132" y="388729"/>
                    </a:cubicBezTo>
                    <a:cubicBezTo>
                      <a:pt x="542797" y="410334"/>
                      <a:pt x="541084" y="425617"/>
                      <a:pt x="526557" y="442453"/>
                    </a:cubicBezTo>
                    <a:cubicBezTo>
                      <a:pt x="525100" y="443616"/>
                      <a:pt x="523644" y="444780"/>
                      <a:pt x="522143" y="445979"/>
                    </a:cubicBezTo>
                    <a:cubicBezTo>
                      <a:pt x="519968" y="447786"/>
                      <a:pt x="519968" y="447786"/>
                      <a:pt x="517750" y="449629"/>
                    </a:cubicBezTo>
                    <a:cubicBezTo>
                      <a:pt x="505372" y="457708"/>
                      <a:pt x="493881" y="458837"/>
                      <a:pt x="479394" y="458880"/>
                    </a:cubicBezTo>
                    <a:cubicBezTo>
                      <a:pt x="477382" y="458906"/>
                      <a:pt x="475369" y="458933"/>
                      <a:pt x="473295" y="458960"/>
                    </a:cubicBezTo>
                    <a:cubicBezTo>
                      <a:pt x="466674" y="459040"/>
                      <a:pt x="460052" y="459085"/>
                      <a:pt x="453430" y="459129"/>
                    </a:cubicBezTo>
                    <a:cubicBezTo>
                      <a:pt x="448827" y="459178"/>
                      <a:pt x="444223" y="459229"/>
                      <a:pt x="439620" y="459282"/>
                    </a:cubicBezTo>
                    <a:cubicBezTo>
                      <a:pt x="427527" y="459416"/>
                      <a:pt x="415434" y="459519"/>
                      <a:pt x="403341" y="459616"/>
                    </a:cubicBezTo>
                    <a:cubicBezTo>
                      <a:pt x="390991" y="459721"/>
                      <a:pt x="378642" y="459854"/>
                      <a:pt x="366293" y="459985"/>
                    </a:cubicBezTo>
                    <a:cubicBezTo>
                      <a:pt x="342079" y="460237"/>
                      <a:pt x="317865" y="460455"/>
                      <a:pt x="293650" y="460658"/>
                    </a:cubicBezTo>
                    <a:cubicBezTo>
                      <a:pt x="293650" y="488214"/>
                      <a:pt x="293650" y="515770"/>
                      <a:pt x="293650" y="544161"/>
                    </a:cubicBezTo>
                    <a:cubicBezTo>
                      <a:pt x="299786" y="544185"/>
                      <a:pt x="305921" y="544210"/>
                      <a:pt x="312243" y="544235"/>
                    </a:cubicBezTo>
                    <a:cubicBezTo>
                      <a:pt x="332564" y="544323"/>
                      <a:pt x="352884" y="544468"/>
                      <a:pt x="373204" y="544641"/>
                    </a:cubicBezTo>
                    <a:cubicBezTo>
                      <a:pt x="385519" y="544744"/>
                      <a:pt x="397833" y="544828"/>
                      <a:pt x="410148" y="544868"/>
                    </a:cubicBezTo>
                    <a:cubicBezTo>
                      <a:pt x="422043" y="544908"/>
                      <a:pt x="433937" y="544998"/>
                      <a:pt x="445832" y="545122"/>
                    </a:cubicBezTo>
                    <a:cubicBezTo>
                      <a:pt x="450359" y="545161"/>
                      <a:pt x="454887" y="545181"/>
                      <a:pt x="459414" y="545184"/>
                    </a:cubicBezTo>
                    <a:cubicBezTo>
                      <a:pt x="465779" y="545190"/>
                      <a:pt x="472141" y="545261"/>
                      <a:pt x="478505" y="545346"/>
                    </a:cubicBezTo>
                    <a:cubicBezTo>
                      <a:pt x="480358" y="545333"/>
                      <a:pt x="482211" y="545320"/>
                      <a:pt x="484119" y="545306"/>
                    </a:cubicBezTo>
                    <a:cubicBezTo>
                      <a:pt x="500399" y="545641"/>
                      <a:pt x="513716" y="551203"/>
                      <a:pt x="525955" y="561765"/>
                    </a:cubicBezTo>
                    <a:cubicBezTo>
                      <a:pt x="527119" y="563221"/>
                      <a:pt x="528283" y="564678"/>
                      <a:pt x="529482" y="566178"/>
                    </a:cubicBezTo>
                    <a:cubicBezTo>
                      <a:pt x="531288" y="568353"/>
                      <a:pt x="531288" y="568353"/>
                      <a:pt x="533131" y="570572"/>
                    </a:cubicBezTo>
                    <a:cubicBezTo>
                      <a:pt x="540980" y="582595"/>
                      <a:pt x="542280" y="593270"/>
                      <a:pt x="542631" y="607492"/>
                    </a:cubicBezTo>
                    <a:cubicBezTo>
                      <a:pt x="542682" y="609269"/>
                      <a:pt x="542732" y="611046"/>
                      <a:pt x="542785" y="612877"/>
                    </a:cubicBezTo>
                    <a:cubicBezTo>
                      <a:pt x="542940" y="618512"/>
                      <a:pt x="543061" y="624148"/>
                      <a:pt x="543182" y="629785"/>
                    </a:cubicBezTo>
                    <a:cubicBezTo>
                      <a:pt x="543282" y="633622"/>
                      <a:pt x="543383" y="637460"/>
                      <a:pt x="543488" y="641298"/>
                    </a:cubicBezTo>
                    <a:cubicBezTo>
                      <a:pt x="543737" y="650670"/>
                      <a:pt x="543957" y="660043"/>
                      <a:pt x="544160" y="669416"/>
                    </a:cubicBezTo>
                    <a:cubicBezTo>
                      <a:pt x="595945" y="669965"/>
                      <a:pt x="647729" y="670379"/>
                      <a:pt x="699516" y="670633"/>
                    </a:cubicBezTo>
                    <a:cubicBezTo>
                      <a:pt x="723562" y="670754"/>
                      <a:pt x="747607" y="670919"/>
                      <a:pt x="771651" y="671188"/>
                    </a:cubicBezTo>
                    <a:cubicBezTo>
                      <a:pt x="792610" y="671422"/>
                      <a:pt x="813566" y="671573"/>
                      <a:pt x="834526" y="671626"/>
                    </a:cubicBezTo>
                    <a:cubicBezTo>
                      <a:pt x="845624" y="671656"/>
                      <a:pt x="856719" y="671728"/>
                      <a:pt x="867816" y="671899"/>
                    </a:cubicBezTo>
                    <a:cubicBezTo>
                      <a:pt x="878265" y="672059"/>
                      <a:pt x="888709" y="672108"/>
                      <a:pt x="899159" y="672072"/>
                    </a:cubicBezTo>
                    <a:cubicBezTo>
                      <a:pt x="902990" y="672079"/>
                      <a:pt x="906822" y="672125"/>
                      <a:pt x="910652" y="672216"/>
                    </a:cubicBezTo>
                    <a:cubicBezTo>
                      <a:pt x="931484" y="673364"/>
                      <a:pt x="931484" y="673364"/>
                      <a:pt x="949019" y="664155"/>
                    </a:cubicBezTo>
                    <a:cubicBezTo>
                      <a:pt x="953319" y="657924"/>
                      <a:pt x="953319" y="657924"/>
                      <a:pt x="956347" y="651382"/>
                    </a:cubicBezTo>
                    <a:cubicBezTo>
                      <a:pt x="959982" y="644098"/>
                      <a:pt x="964275" y="642316"/>
                      <a:pt x="971697" y="639387"/>
                    </a:cubicBezTo>
                    <a:cubicBezTo>
                      <a:pt x="978016" y="635957"/>
                      <a:pt x="978016" y="635957"/>
                      <a:pt x="982553" y="630274"/>
                    </a:cubicBezTo>
                    <a:cubicBezTo>
                      <a:pt x="985539" y="615519"/>
                      <a:pt x="984771" y="601202"/>
                      <a:pt x="984021" y="586239"/>
                    </a:cubicBezTo>
                    <a:cubicBezTo>
                      <a:pt x="983903" y="582162"/>
                      <a:pt x="983796" y="578085"/>
                      <a:pt x="983699" y="574007"/>
                    </a:cubicBezTo>
                    <a:cubicBezTo>
                      <a:pt x="983442" y="564050"/>
                      <a:pt x="983037" y="554109"/>
                      <a:pt x="982553" y="544161"/>
                    </a:cubicBezTo>
                    <a:cubicBezTo>
                      <a:pt x="980340" y="544058"/>
                      <a:pt x="978128" y="543954"/>
                      <a:pt x="975849" y="543848"/>
                    </a:cubicBezTo>
                    <a:cubicBezTo>
                      <a:pt x="771982" y="533921"/>
                      <a:pt x="771982" y="533921"/>
                      <a:pt x="720677" y="486406"/>
                    </a:cubicBezTo>
                    <a:cubicBezTo>
                      <a:pt x="711925" y="476469"/>
                      <a:pt x="713333" y="464962"/>
                      <a:pt x="713241" y="452455"/>
                    </a:cubicBezTo>
                    <a:cubicBezTo>
                      <a:pt x="713215" y="450291"/>
                      <a:pt x="713189" y="448126"/>
                      <a:pt x="713162" y="445896"/>
                    </a:cubicBezTo>
                    <a:cubicBezTo>
                      <a:pt x="713080" y="438738"/>
                      <a:pt x="713015" y="431579"/>
                      <a:pt x="712951" y="424421"/>
                    </a:cubicBezTo>
                    <a:cubicBezTo>
                      <a:pt x="712897" y="419459"/>
                      <a:pt x="712842" y="414497"/>
                      <a:pt x="712786" y="409535"/>
                    </a:cubicBezTo>
                    <a:cubicBezTo>
                      <a:pt x="712642" y="396473"/>
                      <a:pt x="712513" y="383410"/>
                      <a:pt x="712388" y="370347"/>
                    </a:cubicBezTo>
                    <a:cubicBezTo>
                      <a:pt x="712234" y="354675"/>
                      <a:pt x="712061" y="339004"/>
                      <a:pt x="711891" y="323333"/>
                    </a:cubicBezTo>
                    <a:cubicBezTo>
                      <a:pt x="711635" y="299522"/>
                      <a:pt x="711403" y="275711"/>
                      <a:pt x="711167" y="251899"/>
                    </a:cubicBezTo>
                    <a:cubicBezTo>
                      <a:pt x="656055" y="251899"/>
                      <a:pt x="600943" y="251899"/>
                      <a:pt x="544160" y="251899"/>
                    </a:cubicBezTo>
                    <a:close/>
                    <a:moveTo>
                      <a:pt x="544160" y="711168"/>
                    </a:moveTo>
                    <a:cubicBezTo>
                      <a:pt x="544151" y="714227"/>
                      <a:pt x="544141" y="717286"/>
                      <a:pt x="544132" y="720438"/>
                    </a:cubicBezTo>
                    <a:cubicBezTo>
                      <a:pt x="544035" y="749310"/>
                      <a:pt x="543884" y="778181"/>
                      <a:pt x="543680" y="807053"/>
                    </a:cubicBezTo>
                    <a:cubicBezTo>
                      <a:pt x="543578" y="821895"/>
                      <a:pt x="543494" y="836736"/>
                      <a:pt x="543453" y="851579"/>
                    </a:cubicBezTo>
                    <a:cubicBezTo>
                      <a:pt x="543414" y="865910"/>
                      <a:pt x="543324" y="880240"/>
                      <a:pt x="543199" y="894571"/>
                    </a:cubicBezTo>
                    <a:cubicBezTo>
                      <a:pt x="543161" y="900031"/>
                      <a:pt x="543140" y="905491"/>
                      <a:pt x="543138" y="910951"/>
                    </a:cubicBezTo>
                    <a:cubicBezTo>
                      <a:pt x="543132" y="918616"/>
                      <a:pt x="543061" y="926277"/>
                      <a:pt x="542975" y="933942"/>
                    </a:cubicBezTo>
                    <a:cubicBezTo>
                      <a:pt x="542995" y="937306"/>
                      <a:pt x="542995" y="937306"/>
                      <a:pt x="543015" y="940739"/>
                    </a:cubicBezTo>
                    <a:cubicBezTo>
                      <a:pt x="542715" y="958202"/>
                      <a:pt x="538062" y="971891"/>
                      <a:pt x="526557" y="985224"/>
                    </a:cubicBezTo>
                    <a:cubicBezTo>
                      <a:pt x="525100" y="986388"/>
                      <a:pt x="523644" y="987552"/>
                      <a:pt x="522143" y="988751"/>
                    </a:cubicBezTo>
                    <a:cubicBezTo>
                      <a:pt x="519968" y="990557"/>
                      <a:pt x="519968" y="990557"/>
                      <a:pt x="517750" y="992400"/>
                    </a:cubicBezTo>
                    <a:cubicBezTo>
                      <a:pt x="505372" y="1000480"/>
                      <a:pt x="493881" y="1001608"/>
                      <a:pt x="479394" y="1001652"/>
                    </a:cubicBezTo>
                    <a:cubicBezTo>
                      <a:pt x="477382" y="1001678"/>
                      <a:pt x="475369" y="1001704"/>
                      <a:pt x="473295" y="1001731"/>
                    </a:cubicBezTo>
                    <a:cubicBezTo>
                      <a:pt x="466674" y="1001812"/>
                      <a:pt x="460052" y="1001856"/>
                      <a:pt x="453430" y="1001900"/>
                    </a:cubicBezTo>
                    <a:cubicBezTo>
                      <a:pt x="448827" y="1001949"/>
                      <a:pt x="444223" y="1002000"/>
                      <a:pt x="439620" y="1002053"/>
                    </a:cubicBezTo>
                    <a:cubicBezTo>
                      <a:pt x="427527" y="1002187"/>
                      <a:pt x="415434" y="1002291"/>
                      <a:pt x="403341" y="1002388"/>
                    </a:cubicBezTo>
                    <a:cubicBezTo>
                      <a:pt x="390991" y="1002492"/>
                      <a:pt x="378642" y="1002626"/>
                      <a:pt x="366293" y="1002756"/>
                    </a:cubicBezTo>
                    <a:cubicBezTo>
                      <a:pt x="342079" y="1003009"/>
                      <a:pt x="317865" y="1003229"/>
                      <a:pt x="293650" y="1003429"/>
                    </a:cubicBezTo>
                    <a:cubicBezTo>
                      <a:pt x="293360" y="1010635"/>
                      <a:pt x="293146" y="1017830"/>
                      <a:pt x="292978" y="1025039"/>
                    </a:cubicBezTo>
                    <a:cubicBezTo>
                      <a:pt x="292887" y="1027078"/>
                      <a:pt x="292797" y="1029118"/>
                      <a:pt x="292704" y="1031219"/>
                    </a:cubicBezTo>
                    <a:cubicBezTo>
                      <a:pt x="292297" y="1043521"/>
                      <a:pt x="292297" y="1043521"/>
                      <a:pt x="298696" y="1053631"/>
                    </a:cubicBezTo>
                    <a:cubicBezTo>
                      <a:pt x="304329" y="1057064"/>
                      <a:pt x="304329" y="1057064"/>
                      <a:pt x="310469" y="1059288"/>
                    </a:cubicBezTo>
                    <a:cubicBezTo>
                      <a:pt x="318242" y="1064137"/>
                      <a:pt x="319047" y="1067230"/>
                      <a:pt x="322979" y="1075283"/>
                    </a:cubicBezTo>
                    <a:cubicBezTo>
                      <a:pt x="328366" y="1083463"/>
                      <a:pt x="331042" y="1086450"/>
                      <a:pt x="340589" y="1089083"/>
                    </a:cubicBezTo>
                    <a:cubicBezTo>
                      <a:pt x="350840" y="1089830"/>
                      <a:pt x="360958" y="1089840"/>
                      <a:pt x="371220" y="1089599"/>
                    </a:cubicBezTo>
                    <a:cubicBezTo>
                      <a:pt x="375156" y="1089592"/>
                      <a:pt x="379092" y="1089596"/>
                      <a:pt x="383027" y="1089609"/>
                    </a:cubicBezTo>
                    <a:cubicBezTo>
                      <a:pt x="393688" y="1089616"/>
                      <a:pt x="404342" y="1089478"/>
                      <a:pt x="415000" y="1089314"/>
                    </a:cubicBezTo>
                    <a:cubicBezTo>
                      <a:pt x="426148" y="1089167"/>
                      <a:pt x="437296" y="1089153"/>
                      <a:pt x="448444" y="1089125"/>
                    </a:cubicBezTo>
                    <a:cubicBezTo>
                      <a:pt x="469544" y="1089052"/>
                      <a:pt x="490641" y="1088860"/>
                      <a:pt x="511739" y="1088624"/>
                    </a:cubicBezTo>
                    <a:cubicBezTo>
                      <a:pt x="535764" y="1088361"/>
                      <a:pt x="559788" y="1088232"/>
                      <a:pt x="583814" y="1088114"/>
                    </a:cubicBezTo>
                    <a:cubicBezTo>
                      <a:pt x="633225" y="1087869"/>
                      <a:pt x="682634" y="1087456"/>
                      <a:pt x="732043" y="1086933"/>
                    </a:cubicBezTo>
                    <a:cubicBezTo>
                      <a:pt x="732052" y="1084396"/>
                      <a:pt x="732062" y="1081860"/>
                      <a:pt x="732072" y="1079247"/>
                    </a:cubicBezTo>
                    <a:cubicBezTo>
                      <a:pt x="732168" y="1055290"/>
                      <a:pt x="732319" y="1031335"/>
                      <a:pt x="732523" y="1007379"/>
                    </a:cubicBezTo>
                    <a:cubicBezTo>
                      <a:pt x="732626" y="995064"/>
                      <a:pt x="732710" y="982750"/>
                      <a:pt x="732750" y="970435"/>
                    </a:cubicBezTo>
                    <a:cubicBezTo>
                      <a:pt x="732790" y="958540"/>
                      <a:pt x="732880" y="946646"/>
                      <a:pt x="733004" y="934751"/>
                    </a:cubicBezTo>
                    <a:cubicBezTo>
                      <a:pt x="733043" y="930224"/>
                      <a:pt x="733063" y="925696"/>
                      <a:pt x="733065" y="921169"/>
                    </a:cubicBezTo>
                    <a:cubicBezTo>
                      <a:pt x="733072" y="914804"/>
                      <a:pt x="733143" y="908442"/>
                      <a:pt x="733228" y="902078"/>
                    </a:cubicBezTo>
                    <a:cubicBezTo>
                      <a:pt x="733208" y="899299"/>
                      <a:pt x="733208" y="899299"/>
                      <a:pt x="733188" y="896464"/>
                    </a:cubicBezTo>
                    <a:cubicBezTo>
                      <a:pt x="733523" y="880184"/>
                      <a:pt x="739085" y="866867"/>
                      <a:pt x="749647" y="854628"/>
                    </a:cubicBezTo>
                    <a:cubicBezTo>
                      <a:pt x="751103" y="853464"/>
                      <a:pt x="752560" y="852300"/>
                      <a:pt x="754060" y="851101"/>
                    </a:cubicBezTo>
                    <a:cubicBezTo>
                      <a:pt x="755510" y="849897"/>
                      <a:pt x="756960" y="848692"/>
                      <a:pt x="758454" y="847452"/>
                    </a:cubicBezTo>
                    <a:cubicBezTo>
                      <a:pt x="770831" y="839372"/>
                      <a:pt x="782322" y="838243"/>
                      <a:pt x="796809" y="838200"/>
                    </a:cubicBezTo>
                    <a:cubicBezTo>
                      <a:pt x="798822" y="838174"/>
                      <a:pt x="800834" y="838148"/>
                      <a:pt x="802908" y="838121"/>
                    </a:cubicBezTo>
                    <a:cubicBezTo>
                      <a:pt x="809530" y="838040"/>
                      <a:pt x="816151" y="837996"/>
                      <a:pt x="822773" y="837952"/>
                    </a:cubicBezTo>
                    <a:cubicBezTo>
                      <a:pt x="827376" y="837903"/>
                      <a:pt x="831980" y="837852"/>
                      <a:pt x="836583" y="837798"/>
                    </a:cubicBezTo>
                    <a:cubicBezTo>
                      <a:pt x="848676" y="837665"/>
                      <a:pt x="860769" y="837561"/>
                      <a:pt x="872863" y="837464"/>
                    </a:cubicBezTo>
                    <a:cubicBezTo>
                      <a:pt x="885212" y="837360"/>
                      <a:pt x="897561" y="837226"/>
                      <a:pt x="909910" y="837095"/>
                    </a:cubicBezTo>
                    <a:cubicBezTo>
                      <a:pt x="934124" y="836843"/>
                      <a:pt x="958338" y="836623"/>
                      <a:pt x="982553" y="836423"/>
                    </a:cubicBezTo>
                    <a:cubicBezTo>
                      <a:pt x="983136" y="824446"/>
                      <a:pt x="983561" y="812478"/>
                      <a:pt x="983843" y="800491"/>
                    </a:cubicBezTo>
                    <a:cubicBezTo>
                      <a:pt x="983961" y="796420"/>
                      <a:pt x="984121" y="792350"/>
                      <a:pt x="984324" y="788282"/>
                    </a:cubicBezTo>
                    <a:cubicBezTo>
                      <a:pt x="986422" y="765083"/>
                      <a:pt x="986422" y="765083"/>
                      <a:pt x="977771" y="744890"/>
                    </a:cubicBezTo>
                    <a:cubicBezTo>
                      <a:pt x="971878" y="741072"/>
                      <a:pt x="971878" y="741072"/>
                      <a:pt x="965682" y="738823"/>
                    </a:cubicBezTo>
                    <a:cubicBezTo>
                      <a:pt x="957999" y="733979"/>
                      <a:pt x="956898" y="730615"/>
                      <a:pt x="952851" y="722668"/>
                    </a:cubicBezTo>
                    <a:cubicBezTo>
                      <a:pt x="947613" y="714478"/>
                      <a:pt x="945123" y="711639"/>
                      <a:pt x="935637" y="709027"/>
                    </a:cubicBezTo>
                    <a:cubicBezTo>
                      <a:pt x="925378" y="708270"/>
                      <a:pt x="915254" y="708260"/>
                      <a:pt x="904983" y="708501"/>
                    </a:cubicBezTo>
                    <a:cubicBezTo>
                      <a:pt x="901047" y="708508"/>
                      <a:pt x="897112" y="708504"/>
                      <a:pt x="893176" y="708491"/>
                    </a:cubicBezTo>
                    <a:cubicBezTo>
                      <a:pt x="882516" y="708484"/>
                      <a:pt x="871862" y="708622"/>
                      <a:pt x="861203" y="708786"/>
                    </a:cubicBezTo>
                    <a:cubicBezTo>
                      <a:pt x="850055" y="708933"/>
                      <a:pt x="838907" y="708947"/>
                      <a:pt x="827759" y="708975"/>
                    </a:cubicBezTo>
                    <a:cubicBezTo>
                      <a:pt x="806659" y="709048"/>
                      <a:pt x="785562" y="709240"/>
                      <a:pt x="764464" y="709476"/>
                    </a:cubicBezTo>
                    <a:cubicBezTo>
                      <a:pt x="740440" y="709739"/>
                      <a:pt x="716415" y="709868"/>
                      <a:pt x="692390" y="709986"/>
                    </a:cubicBezTo>
                    <a:cubicBezTo>
                      <a:pt x="642978" y="710231"/>
                      <a:pt x="593570" y="710644"/>
                      <a:pt x="544160" y="71116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9" name="任意形状 1448">
                <a:extLst>
                  <a:ext uri="{FF2B5EF4-FFF2-40B4-BE49-F238E27FC236}">
                    <a16:creationId xmlns:a16="http://schemas.microsoft.com/office/drawing/2014/main" id="{09151E51-695C-6B77-905D-2B26E2DB39FB}"/>
                  </a:ext>
                </a:extLst>
              </p:cNvPr>
              <p:cNvSpPr/>
              <p:nvPr/>
            </p:nvSpPr>
            <p:spPr>
              <a:xfrm>
                <a:off x="4445420" y="3810731"/>
                <a:ext cx="466800" cy="209745"/>
              </a:xfrm>
              <a:custGeom>
                <a:avLst/>
                <a:gdLst>
                  <a:gd name="connsiteX0" fmla="*/ 7836 w 466800"/>
                  <a:gd name="connsiteY0" fmla="*/ 408 h 209745"/>
                  <a:gd name="connsiteX1" fmla="*/ 467104 w 466800"/>
                  <a:gd name="connsiteY1" fmla="*/ 408 h 209745"/>
                  <a:gd name="connsiteX2" fmla="*/ 459276 w 466800"/>
                  <a:gd name="connsiteY2" fmla="*/ 206557 h 209745"/>
                  <a:gd name="connsiteX3" fmla="*/ 434231 w 466800"/>
                  <a:gd name="connsiteY3" fmla="*/ 209533 h 209745"/>
                  <a:gd name="connsiteX4" fmla="*/ 428905 w 466800"/>
                  <a:gd name="connsiteY4" fmla="*/ 209556 h 209745"/>
                  <a:gd name="connsiteX5" fmla="*/ 411200 w 466800"/>
                  <a:gd name="connsiteY5" fmla="*/ 209587 h 209745"/>
                  <a:gd name="connsiteX6" fmla="*/ 398522 w 466800"/>
                  <a:gd name="connsiteY6" fmla="*/ 209626 h 209745"/>
                  <a:gd name="connsiteX7" fmla="*/ 364054 w 466800"/>
                  <a:gd name="connsiteY7" fmla="*/ 209689 h 209745"/>
                  <a:gd name="connsiteX8" fmla="*/ 342531 w 466800"/>
                  <a:gd name="connsiteY8" fmla="*/ 209719 h 209745"/>
                  <a:gd name="connsiteX9" fmla="*/ 275218 w 466800"/>
                  <a:gd name="connsiteY9" fmla="*/ 209790 h 209745"/>
                  <a:gd name="connsiteX10" fmla="*/ 197458 w 466800"/>
                  <a:gd name="connsiteY10" fmla="*/ 209923 h 209745"/>
                  <a:gd name="connsiteX11" fmla="*/ 137383 w 466800"/>
                  <a:gd name="connsiteY11" fmla="*/ 210009 h 209745"/>
                  <a:gd name="connsiteX12" fmla="*/ 101487 w 466800"/>
                  <a:gd name="connsiteY12" fmla="*/ 210074 h 209745"/>
                  <a:gd name="connsiteX13" fmla="*/ 67734 w 466800"/>
                  <a:gd name="connsiteY13" fmla="*/ 210099 h 209745"/>
                  <a:gd name="connsiteX14" fmla="*/ 55338 w 466800"/>
                  <a:gd name="connsiteY14" fmla="*/ 210135 h 209745"/>
                  <a:gd name="connsiteX15" fmla="*/ 38432 w 466800"/>
                  <a:gd name="connsiteY15" fmla="*/ 210125 h 209745"/>
                  <a:gd name="connsiteX16" fmla="*/ 28870 w 466800"/>
                  <a:gd name="connsiteY16" fmla="*/ 210137 h 209745"/>
                  <a:gd name="connsiteX17" fmla="*/ 10446 w 466800"/>
                  <a:gd name="connsiteY17" fmla="*/ 201338 h 209745"/>
                  <a:gd name="connsiteX18" fmla="*/ 7836 w 466800"/>
                  <a:gd name="connsiteY18" fmla="*/ 408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836" y="408"/>
                    </a:moveTo>
                    <a:cubicBezTo>
                      <a:pt x="159395" y="408"/>
                      <a:pt x="310953" y="408"/>
                      <a:pt x="467104" y="408"/>
                    </a:cubicBezTo>
                    <a:cubicBezTo>
                      <a:pt x="467104" y="193509"/>
                      <a:pt x="467104" y="193509"/>
                      <a:pt x="459276" y="206557"/>
                    </a:cubicBezTo>
                    <a:cubicBezTo>
                      <a:pt x="450391" y="209518"/>
                      <a:pt x="443602" y="209510"/>
                      <a:pt x="434231" y="209533"/>
                    </a:cubicBezTo>
                    <a:cubicBezTo>
                      <a:pt x="432473" y="209541"/>
                      <a:pt x="430715" y="209548"/>
                      <a:pt x="428905" y="209556"/>
                    </a:cubicBezTo>
                    <a:cubicBezTo>
                      <a:pt x="423003" y="209579"/>
                      <a:pt x="417102" y="209583"/>
                      <a:pt x="411200" y="209587"/>
                    </a:cubicBezTo>
                    <a:cubicBezTo>
                      <a:pt x="406974" y="209599"/>
                      <a:pt x="402748" y="209612"/>
                      <a:pt x="398522" y="209626"/>
                    </a:cubicBezTo>
                    <a:cubicBezTo>
                      <a:pt x="387032" y="209660"/>
                      <a:pt x="375543" y="209677"/>
                      <a:pt x="364054" y="209689"/>
                    </a:cubicBezTo>
                    <a:cubicBezTo>
                      <a:pt x="356880" y="209696"/>
                      <a:pt x="349705" y="209707"/>
                      <a:pt x="342531" y="209719"/>
                    </a:cubicBezTo>
                    <a:cubicBezTo>
                      <a:pt x="320093" y="209754"/>
                      <a:pt x="297656" y="209780"/>
                      <a:pt x="275218" y="209790"/>
                    </a:cubicBezTo>
                    <a:cubicBezTo>
                      <a:pt x="249298" y="209801"/>
                      <a:pt x="223378" y="209847"/>
                      <a:pt x="197458" y="209923"/>
                    </a:cubicBezTo>
                    <a:cubicBezTo>
                      <a:pt x="177433" y="209979"/>
                      <a:pt x="157408" y="210005"/>
                      <a:pt x="137383" y="210009"/>
                    </a:cubicBezTo>
                    <a:cubicBezTo>
                      <a:pt x="125418" y="210012"/>
                      <a:pt x="113452" y="210027"/>
                      <a:pt x="101487" y="210074"/>
                    </a:cubicBezTo>
                    <a:cubicBezTo>
                      <a:pt x="90235" y="210117"/>
                      <a:pt x="78985" y="210122"/>
                      <a:pt x="67734" y="210099"/>
                    </a:cubicBezTo>
                    <a:cubicBezTo>
                      <a:pt x="63602" y="210097"/>
                      <a:pt x="59470" y="210109"/>
                      <a:pt x="55338" y="210135"/>
                    </a:cubicBezTo>
                    <a:cubicBezTo>
                      <a:pt x="49702" y="210168"/>
                      <a:pt x="44068" y="210153"/>
                      <a:pt x="38432" y="210125"/>
                    </a:cubicBezTo>
                    <a:cubicBezTo>
                      <a:pt x="35277" y="210129"/>
                      <a:pt x="32121" y="210133"/>
                      <a:pt x="28870" y="210137"/>
                    </a:cubicBezTo>
                    <a:cubicBezTo>
                      <a:pt x="20145" y="209077"/>
                      <a:pt x="16568" y="207544"/>
                      <a:pt x="10446" y="201338"/>
                    </a:cubicBezTo>
                    <a:cubicBezTo>
                      <a:pt x="-10736" y="137793"/>
                      <a:pt x="7836" y="67390"/>
                      <a:pt x="7836" y="408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0" name="任意形状 1449">
                <a:extLst>
                  <a:ext uri="{FF2B5EF4-FFF2-40B4-BE49-F238E27FC236}">
                    <a16:creationId xmlns:a16="http://schemas.microsoft.com/office/drawing/2014/main" id="{D37ACFC9-FCC0-1E1D-D259-7BB4FC4F11FB}"/>
                  </a:ext>
                </a:extLst>
              </p:cNvPr>
              <p:cNvSpPr/>
              <p:nvPr/>
            </p:nvSpPr>
            <p:spPr>
              <a:xfrm>
                <a:off x="3714766" y="3518469"/>
                <a:ext cx="466800" cy="209745"/>
              </a:xfrm>
              <a:custGeom>
                <a:avLst/>
                <a:gdLst>
                  <a:gd name="connsiteX0" fmla="*/ 7556 w 466800"/>
                  <a:gd name="connsiteY0" fmla="*/ 296 h 209745"/>
                  <a:gd name="connsiteX1" fmla="*/ 466824 w 466800"/>
                  <a:gd name="connsiteY1" fmla="*/ 296 h 209745"/>
                  <a:gd name="connsiteX2" fmla="*/ 458996 w 466800"/>
                  <a:gd name="connsiteY2" fmla="*/ 206445 h 209745"/>
                  <a:gd name="connsiteX3" fmla="*/ 433951 w 466800"/>
                  <a:gd name="connsiteY3" fmla="*/ 209421 h 209745"/>
                  <a:gd name="connsiteX4" fmla="*/ 428625 w 466800"/>
                  <a:gd name="connsiteY4" fmla="*/ 209444 h 209745"/>
                  <a:gd name="connsiteX5" fmla="*/ 410920 w 466800"/>
                  <a:gd name="connsiteY5" fmla="*/ 209475 h 209745"/>
                  <a:gd name="connsiteX6" fmla="*/ 398242 w 466800"/>
                  <a:gd name="connsiteY6" fmla="*/ 209514 h 209745"/>
                  <a:gd name="connsiteX7" fmla="*/ 363774 w 466800"/>
                  <a:gd name="connsiteY7" fmla="*/ 209577 h 209745"/>
                  <a:gd name="connsiteX8" fmla="*/ 342251 w 466800"/>
                  <a:gd name="connsiteY8" fmla="*/ 209607 h 209745"/>
                  <a:gd name="connsiteX9" fmla="*/ 274938 w 466800"/>
                  <a:gd name="connsiteY9" fmla="*/ 209678 h 209745"/>
                  <a:gd name="connsiteX10" fmla="*/ 197178 w 466800"/>
                  <a:gd name="connsiteY10" fmla="*/ 209811 h 209745"/>
                  <a:gd name="connsiteX11" fmla="*/ 137103 w 466800"/>
                  <a:gd name="connsiteY11" fmla="*/ 209897 h 209745"/>
                  <a:gd name="connsiteX12" fmla="*/ 101207 w 466800"/>
                  <a:gd name="connsiteY12" fmla="*/ 209962 h 209745"/>
                  <a:gd name="connsiteX13" fmla="*/ 67454 w 466800"/>
                  <a:gd name="connsiteY13" fmla="*/ 209987 h 209745"/>
                  <a:gd name="connsiteX14" fmla="*/ 55058 w 466800"/>
                  <a:gd name="connsiteY14" fmla="*/ 210023 h 209745"/>
                  <a:gd name="connsiteX15" fmla="*/ 38152 w 466800"/>
                  <a:gd name="connsiteY15" fmla="*/ 210013 h 209745"/>
                  <a:gd name="connsiteX16" fmla="*/ 28590 w 466800"/>
                  <a:gd name="connsiteY16" fmla="*/ 210025 h 209745"/>
                  <a:gd name="connsiteX17" fmla="*/ 10166 w 466800"/>
                  <a:gd name="connsiteY17" fmla="*/ 201226 h 209745"/>
                  <a:gd name="connsiteX18" fmla="*/ 7556 w 466800"/>
                  <a:gd name="connsiteY18" fmla="*/ 296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556" y="296"/>
                    </a:moveTo>
                    <a:cubicBezTo>
                      <a:pt x="159115" y="296"/>
                      <a:pt x="310673" y="296"/>
                      <a:pt x="466824" y="296"/>
                    </a:cubicBezTo>
                    <a:cubicBezTo>
                      <a:pt x="466824" y="193397"/>
                      <a:pt x="466824" y="193397"/>
                      <a:pt x="458996" y="206445"/>
                    </a:cubicBezTo>
                    <a:cubicBezTo>
                      <a:pt x="450111" y="209406"/>
                      <a:pt x="443322" y="209398"/>
                      <a:pt x="433951" y="209421"/>
                    </a:cubicBezTo>
                    <a:cubicBezTo>
                      <a:pt x="432193" y="209429"/>
                      <a:pt x="430435" y="209436"/>
                      <a:pt x="428625" y="209444"/>
                    </a:cubicBezTo>
                    <a:cubicBezTo>
                      <a:pt x="422723" y="209467"/>
                      <a:pt x="416822" y="209471"/>
                      <a:pt x="410920" y="209475"/>
                    </a:cubicBezTo>
                    <a:cubicBezTo>
                      <a:pt x="406694" y="209487"/>
                      <a:pt x="402468" y="209500"/>
                      <a:pt x="398242" y="209514"/>
                    </a:cubicBezTo>
                    <a:cubicBezTo>
                      <a:pt x="386752" y="209548"/>
                      <a:pt x="375263" y="209565"/>
                      <a:pt x="363774" y="209577"/>
                    </a:cubicBezTo>
                    <a:cubicBezTo>
                      <a:pt x="356600" y="209584"/>
                      <a:pt x="349425" y="209595"/>
                      <a:pt x="342251" y="209607"/>
                    </a:cubicBezTo>
                    <a:cubicBezTo>
                      <a:pt x="319813" y="209642"/>
                      <a:pt x="297376" y="209668"/>
                      <a:pt x="274938" y="209678"/>
                    </a:cubicBezTo>
                    <a:cubicBezTo>
                      <a:pt x="249018" y="209689"/>
                      <a:pt x="223098" y="209735"/>
                      <a:pt x="197178" y="209811"/>
                    </a:cubicBezTo>
                    <a:cubicBezTo>
                      <a:pt x="177153" y="209867"/>
                      <a:pt x="157128" y="209893"/>
                      <a:pt x="137103" y="209897"/>
                    </a:cubicBezTo>
                    <a:cubicBezTo>
                      <a:pt x="125138" y="209900"/>
                      <a:pt x="113172" y="209915"/>
                      <a:pt x="101207" y="209962"/>
                    </a:cubicBezTo>
                    <a:cubicBezTo>
                      <a:pt x="89955" y="210005"/>
                      <a:pt x="78705" y="210010"/>
                      <a:pt x="67454" y="209987"/>
                    </a:cubicBezTo>
                    <a:cubicBezTo>
                      <a:pt x="63322" y="209985"/>
                      <a:pt x="59190" y="209997"/>
                      <a:pt x="55058" y="210023"/>
                    </a:cubicBezTo>
                    <a:cubicBezTo>
                      <a:pt x="49422" y="210056"/>
                      <a:pt x="43788" y="210041"/>
                      <a:pt x="38152" y="210013"/>
                    </a:cubicBezTo>
                    <a:cubicBezTo>
                      <a:pt x="34997" y="210017"/>
                      <a:pt x="31841" y="210021"/>
                      <a:pt x="28590" y="210025"/>
                    </a:cubicBezTo>
                    <a:cubicBezTo>
                      <a:pt x="19865" y="208965"/>
                      <a:pt x="16288" y="207432"/>
                      <a:pt x="10166" y="201226"/>
                    </a:cubicBezTo>
                    <a:cubicBezTo>
                      <a:pt x="-11016" y="137681"/>
                      <a:pt x="7556" y="67278"/>
                      <a:pt x="7556" y="296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1" name="任意形状 1450">
                <a:extLst>
                  <a:ext uri="{FF2B5EF4-FFF2-40B4-BE49-F238E27FC236}">
                    <a16:creationId xmlns:a16="http://schemas.microsoft.com/office/drawing/2014/main" id="{65D19ED9-AAC4-B8CC-B309-93F5C67A0CC9}"/>
                  </a:ext>
                </a:extLst>
              </p:cNvPr>
              <p:cNvSpPr/>
              <p:nvPr/>
            </p:nvSpPr>
            <p:spPr>
              <a:xfrm>
                <a:off x="3714766" y="2975698"/>
                <a:ext cx="466800" cy="209745"/>
              </a:xfrm>
              <a:custGeom>
                <a:avLst/>
                <a:gdLst>
                  <a:gd name="connsiteX0" fmla="*/ 7556 w 466800"/>
                  <a:gd name="connsiteY0" fmla="*/ 88 h 209745"/>
                  <a:gd name="connsiteX1" fmla="*/ 466824 w 466800"/>
                  <a:gd name="connsiteY1" fmla="*/ 88 h 209745"/>
                  <a:gd name="connsiteX2" fmla="*/ 458996 w 466800"/>
                  <a:gd name="connsiteY2" fmla="*/ 206237 h 209745"/>
                  <a:gd name="connsiteX3" fmla="*/ 433951 w 466800"/>
                  <a:gd name="connsiteY3" fmla="*/ 209213 h 209745"/>
                  <a:gd name="connsiteX4" fmla="*/ 428625 w 466800"/>
                  <a:gd name="connsiteY4" fmla="*/ 209236 h 209745"/>
                  <a:gd name="connsiteX5" fmla="*/ 410920 w 466800"/>
                  <a:gd name="connsiteY5" fmla="*/ 209267 h 209745"/>
                  <a:gd name="connsiteX6" fmla="*/ 398242 w 466800"/>
                  <a:gd name="connsiteY6" fmla="*/ 209306 h 209745"/>
                  <a:gd name="connsiteX7" fmla="*/ 363774 w 466800"/>
                  <a:gd name="connsiteY7" fmla="*/ 209369 h 209745"/>
                  <a:gd name="connsiteX8" fmla="*/ 342251 w 466800"/>
                  <a:gd name="connsiteY8" fmla="*/ 209399 h 209745"/>
                  <a:gd name="connsiteX9" fmla="*/ 274938 w 466800"/>
                  <a:gd name="connsiteY9" fmla="*/ 209470 h 209745"/>
                  <a:gd name="connsiteX10" fmla="*/ 197178 w 466800"/>
                  <a:gd name="connsiteY10" fmla="*/ 209603 h 209745"/>
                  <a:gd name="connsiteX11" fmla="*/ 137103 w 466800"/>
                  <a:gd name="connsiteY11" fmla="*/ 209689 h 209745"/>
                  <a:gd name="connsiteX12" fmla="*/ 101207 w 466800"/>
                  <a:gd name="connsiteY12" fmla="*/ 209754 h 209745"/>
                  <a:gd name="connsiteX13" fmla="*/ 67454 w 466800"/>
                  <a:gd name="connsiteY13" fmla="*/ 209779 h 209745"/>
                  <a:gd name="connsiteX14" fmla="*/ 55058 w 466800"/>
                  <a:gd name="connsiteY14" fmla="*/ 209815 h 209745"/>
                  <a:gd name="connsiteX15" fmla="*/ 38152 w 466800"/>
                  <a:gd name="connsiteY15" fmla="*/ 209805 h 209745"/>
                  <a:gd name="connsiteX16" fmla="*/ 28590 w 466800"/>
                  <a:gd name="connsiteY16" fmla="*/ 209817 h 209745"/>
                  <a:gd name="connsiteX17" fmla="*/ 10166 w 466800"/>
                  <a:gd name="connsiteY17" fmla="*/ 201018 h 209745"/>
                  <a:gd name="connsiteX18" fmla="*/ 7556 w 466800"/>
                  <a:gd name="connsiteY18" fmla="*/ 88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556" y="88"/>
                    </a:moveTo>
                    <a:cubicBezTo>
                      <a:pt x="159115" y="88"/>
                      <a:pt x="310673" y="88"/>
                      <a:pt x="466824" y="88"/>
                    </a:cubicBezTo>
                    <a:cubicBezTo>
                      <a:pt x="466824" y="193189"/>
                      <a:pt x="466824" y="193189"/>
                      <a:pt x="458996" y="206237"/>
                    </a:cubicBezTo>
                    <a:cubicBezTo>
                      <a:pt x="450111" y="209198"/>
                      <a:pt x="443322" y="209190"/>
                      <a:pt x="433951" y="209213"/>
                    </a:cubicBezTo>
                    <a:cubicBezTo>
                      <a:pt x="432193" y="209221"/>
                      <a:pt x="430435" y="209228"/>
                      <a:pt x="428625" y="209236"/>
                    </a:cubicBezTo>
                    <a:cubicBezTo>
                      <a:pt x="422723" y="209259"/>
                      <a:pt x="416822" y="209263"/>
                      <a:pt x="410920" y="209267"/>
                    </a:cubicBezTo>
                    <a:cubicBezTo>
                      <a:pt x="406694" y="209279"/>
                      <a:pt x="402468" y="209292"/>
                      <a:pt x="398242" y="209306"/>
                    </a:cubicBezTo>
                    <a:cubicBezTo>
                      <a:pt x="386752" y="209340"/>
                      <a:pt x="375263" y="209357"/>
                      <a:pt x="363774" y="209369"/>
                    </a:cubicBezTo>
                    <a:cubicBezTo>
                      <a:pt x="356600" y="209376"/>
                      <a:pt x="349425" y="209387"/>
                      <a:pt x="342251" y="209399"/>
                    </a:cubicBezTo>
                    <a:cubicBezTo>
                      <a:pt x="319813" y="209434"/>
                      <a:pt x="297376" y="209460"/>
                      <a:pt x="274938" y="209470"/>
                    </a:cubicBezTo>
                    <a:cubicBezTo>
                      <a:pt x="249018" y="209481"/>
                      <a:pt x="223098" y="209527"/>
                      <a:pt x="197178" y="209603"/>
                    </a:cubicBezTo>
                    <a:cubicBezTo>
                      <a:pt x="177153" y="209659"/>
                      <a:pt x="157128" y="209685"/>
                      <a:pt x="137103" y="209689"/>
                    </a:cubicBezTo>
                    <a:cubicBezTo>
                      <a:pt x="125138" y="209692"/>
                      <a:pt x="113172" y="209707"/>
                      <a:pt x="101207" y="209754"/>
                    </a:cubicBezTo>
                    <a:cubicBezTo>
                      <a:pt x="89955" y="209797"/>
                      <a:pt x="78705" y="209802"/>
                      <a:pt x="67454" y="209779"/>
                    </a:cubicBezTo>
                    <a:cubicBezTo>
                      <a:pt x="63322" y="209777"/>
                      <a:pt x="59190" y="209789"/>
                      <a:pt x="55058" y="209815"/>
                    </a:cubicBezTo>
                    <a:cubicBezTo>
                      <a:pt x="49422" y="209848"/>
                      <a:pt x="43788" y="209833"/>
                      <a:pt x="38152" y="209805"/>
                    </a:cubicBezTo>
                    <a:cubicBezTo>
                      <a:pt x="34997" y="209809"/>
                      <a:pt x="31841" y="209813"/>
                      <a:pt x="28590" y="209817"/>
                    </a:cubicBezTo>
                    <a:cubicBezTo>
                      <a:pt x="19865" y="208757"/>
                      <a:pt x="16288" y="207224"/>
                      <a:pt x="10166" y="201018"/>
                    </a:cubicBezTo>
                    <a:cubicBezTo>
                      <a:pt x="-11016" y="137473"/>
                      <a:pt x="7556" y="67070"/>
                      <a:pt x="7556" y="88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5" name="任意形状 1454">
                <a:extLst>
                  <a:ext uri="{FF2B5EF4-FFF2-40B4-BE49-F238E27FC236}">
                    <a16:creationId xmlns:a16="http://schemas.microsoft.com/office/drawing/2014/main" id="{1E33B22C-1ECB-B012-5B99-2CA6ADAE652D}"/>
                  </a:ext>
                </a:extLst>
              </p:cNvPr>
              <p:cNvSpPr/>
              <p:nvPr/>
            </p:nvSpPr>
            <p:spPr>
              <a:xfrm>
                <a:off x="4452952" y="3642038"/>
                <a:ext cx="465179" cy="126940"/>
              </a:xfrm>
              <a:custGeom>
                <a:avLst/>
                <a:gdLst>
                  <a:gd name="connsiteX0" fmla="*/ 21653 w 465179"/>
                  <a:gd name="connsiteY0" fmla="*/ 402 h 126940"/>
                  <a:gd name="connsiteX1" fmla="*/ 31187 w 465179"/>
                  <a:gd name="connsiteY1" fmla="*/ 408 h 126940"/>
                  <a:gd name="connsiteX2" fmla="*/ 36521 w 465179"/>
                  <a:gd name="connsiteY2" fmla="*/ 357 h 126940"/>
                  <a:gd name="connsiteX3" fmla="*/ 54158 w 465179"/>
                  <a:gd name="connsiteY3" fmla="*/ 424 h 126940"/>
                  <a:gd name="connsiteX4" fmla="*/ 66826 w 465179"/>
                  <a:gd name="connsiteY4" fmla="*/ 380 h 126940"/>
                  <a:gd name="connsiteX5" fmla="*/ 101196 w 465179"/>
                  <a:gd name="connsiteY5" fmla="*/ 449 h 126940"/>
                  <a:gd name="connsiteX6" fmla="*/ 137171 w 465179"/>
                  <a:gd name="connsiteY6" fmla="*/ 480 h 126940"/>
                  <a:gd name="connsiteX7" fmla="*/ 197584 w 465179"/>
                  <a:gd name="connsiteY7" fmla="*/ 615 h 126940"/>
                  <a:gd name="connsiteX8" fmla="*/ 267422 w 465179"/>
                  <a:gd name="connsiteY8" fmla="*/ 716 h 126940"/>
                  <a:gd name="connsiteX9" fmla="*/ 334613 w 465179"/>
                  <a:gd name="connsiteY9" fmla="*/ 779 h 126940"/>
                  <a:gd name="connsiteX10" fmla="*/ 363204 w 465179"/>
                  <a:gd name="connsiteY10" fmla="*/ 803 h 126940"/>
                  <a:gd name="connsiteX11" fmla="*/ 396874 w 465179"/>
                  <a:gd name="connsiteY11" fmla="*/ 905 h 126940"/>
                  <a:gd name="connsiteX12" fmla="*/ 409229 w 465179"/>
                  <a:gd name="connsiteY12" fmla="*/ 921 h 126940"/>
                  <a:gd name="connsiteX13" fmla="*/ 426096 w 465179"/>
                  <a:gd name="connsiteY13" fmla="*/ 1000 h 126940"/>
                  <a:gd name="connsiteX14" fmla="*/ 435630 w 465179"/>
                  <a:gd name="connsiteY14" fmla="*/ 1030 h 126940"/>
                  <a:gd name="connsiteX15" fmla="*/ 456971 w 465179"/>
                  <a:gd name="connsiteY15" fmla="*/ 9858 h 126940"/>
                  <a:gd name="connsiteX16" fmla="*/ 459580 w 465179"/>
                  <a:gd name="connsiteY16" fmla="*/ 127284 h 126940"/>
                  <a:gd name="connsiteX17" fmla="*/ 312 w 465179"/>
                  <a:gd name="connsiteY17" fmla="*/ 127284 h 126940"/>
                  <a:gd name="connsiteX18" fmla="*/ 21653 w 465179"/>
                  <a:gd name="connsiteY18" fmla="*/ 402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653" y="402"/>
                    </a:moveTo>
                    <a:cubicBezTo>
                      <a:pt x="24799" y="404"/>
                      <a:pt x="27945" y="406"/>
                      <a:pt x="31187" y="408"/>
                    </a:cubicBezTo>
                    <a:cubicBezTo>
                      <a:pt x="32947" y="391"/>
                      <a:pt x="34707" y="374"/>
                      <a:pt x="36521" y="357"/>
                    </a:cubicBezTo>
                    <a:cubicBezTo>
                      <a:pt x="42401" y="317"/>
                      <a:pt x="48278" y="371"/>
                      <a:pt x="54158" y="424"/>
                    </a:cubicBezTo>
                    <a:cubicBezTo>
                      <a:pt x="58381" y="415"/>
                      <a:pt x="62604" y="400"/>
                      <a:pt x="66826" y="380"/>
                    </a:cubicBezTo>
                    <a:cubicBezTo>
                      <a:pt x="78284" y="343"/>
                      <a:pt x="89739" y="387"/>
                      <a:pt x="101196" y="449"/>
                    </a:cubicBezTo>
                    <a:cubicBezTo>
                      <a:pt x="113188" y="501"/>
                      <a:pt x="125179" y="486"/>
                      <a:pt x="137171" y="480"/>
                    </a:cubicBezTo>
                    <a:cubicBezTo>
                      <a:pt x="157309" y="480"/>
                      <a:pt x="177446" y="531"/>
                      <a:pt x="197584" y="615"/>
                    </a:cubicBezTo>
                    <a:cubicBezTo>
                      <a:pt x="220863" y="711"/>
                      <a:pt x="244142" y="734"/>
                      <a:pt x="267422" y="716"/>
                    </a:cubicBezTo>
                    <a:cubicBezTo>
                      <a:pt x="289819" y="700"/>
                      <a:pt x="312216" y="728"/>
                      <a:pt x="334613" y="779"/>
                    </a:cubicBezTo>
                    <a:cubicBezTo>
                      <a:pt x="344144" y="800"/>
                      <a:pt x="353674" y="807"/>
                      <a:pt x="363204" y="803"/>
                    </a:cubicBezTo>
                    <a:cubicBezTo>
                      <a:pt x="374428" y="801"/>
                      <a:pt x="385650" y="838"/>
                      <a:pt x="396874" y="905"/>
                    </a:cubicBezTo>
                    <a:cubicBezTo>
                      <a:pt x="400992" y="924"/>
                      <a:pt x="405110" y="929"/>
                      <a:pt x="409229" y="921"/>
                    </a:cubicBezTo>
                    <a:cubicBezTo>
                      <a:pt x="414852" y="911"/>
                      <a:pt x="420473" y="949"/>
                      <a:pt x="426096" y="1000"/>
                    </a:cubicBezTo>
                    <a:cubicBezTo>
                      <a:pt x="430816" y="1015"/>
                      <a:pt x="430816" y="1015"/>
                      <a:pt x="435630" y="1030"/>
                    </a:cubicBezTo>
                    <a:cubicBezTo>
                      <a:pt x="444736" y="2127"/>
                      <a:pt x="449676" y="4391"/>
                      <a:pt x="456971" y="9858"/>
                    </a:cubicBezTo>
                    <a:cubicBezTo>
                      <a:pt x="474480" y="44876"/>
                      <a:pt x="459580" y="88133"/>
                      <a:pt x="459580" y="127284"/>
                    </a:cubicBezTo>
                    <a:cubicBezTo>
                      <a:pt x="308022" y="127284"/>
                      <a:pt x="156463" y="127284"/>
                      <a:pt x="312" y="127284"/>
                    </a:cubicBezTo>
                    <a:cubicBezTo>
                      <a:pt x="312" y="4590"/>
                      <a:pt x="312" y="4590"/>
                      <a:pt x="21653" y="402"/>
                    </a:cubicBezTo>
                    <a:close/>
                  </a:path>
                </a:pathLst>
              </a:custGeom>
              <a:solidFill>
                <a:srgbClr val="5BD5B2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6" name="任意形状 1455">
                <a:extLst>
                  <a:ext uri="{FF2B5EF4-FFF2-40B4-BE49-F238E27FC236}">
                    <a16:creationId xmlns:a16="http://schemas.microsoft.com/office/drawing/2014/main" id="{2D727187-E6D0-45BE-471A-98D8FB3A4EA5}"/>
                  </a:ext>
                </a:extLst>
              </p:cNvPr>
              <p:cNvSpPr/>
              <p:nvPr/>
            </p:nvSpPr>
            <p:spPr>
              <a:xfrm>
                <a:off x="3722298" y="3349776"/>
                <a:ext cx="465179" cy="126940"/>
              </a:xfrm>
              <a:custGeom>
                <a:avLst/>
                <a:gdLst>
                  <a:gd name="connsiteX0" fmla="*/ 21373 w 465179"/>
                  <a:gd name="connsiteY0" fmla="*/ 290 h 126940"/>
                  <a:gd name="connsiteX1" fmla="*/ 30907 w 465179"/>
                  <a:gd name="connsiteY1" fmla="*/ 296 h 126940"/>
                  <a:gd name="connsiteX2" fmla="*/ 36241 w 465179"/>
                  <a:gd name="connsiteY2" fmla="*/ 245 h 126940"/>
                  <a:gd name="connsiteX3" fmla="*/ 53878 w 465179"/>
                  <a:gd name="connsiteY3" fmla="*/ 312 h 126940"/>
                  <a:gd name="connsiteX4" fmla="*/ 66546 w 465179"/>
                  <a:gd name="connsiteY4" fmla="*/ 268 h 126940"/>
                  <a:gd name="connsiteX5" fmla="*/ 100916 w 465179"/>
                  <a:gd name="connsiteY5" fmla="*/ 337 h 126940"/>
                  <a:gd name="connsiteX6" fmla="*/ 136891 w 465179"/>
                  <a:gd name="connsiteY6" fmla="*/ 368 h 126940"/>
                  <a:gd name="connsiteX7" fmla="*/ 197304 w 465179"/>
                  <a:gd name="connsiteY7" fmla="*/ 503 h 126940"/>
                  <a:gd name="connsiteX8" fmla="*/ 267142 w 465179"/>
                  <a:gd name="connsiteY8" fmla="*/ 604 h 126940"/>
                  <a:gd name="connsiteX9" fmla="*/ 334333 w 465179"/>
                  <a:gd name="connsiteY9" fmla="*/ 667 h 126940"/>
                  <a:gd name="connsiteX10" fmla="*/ 362924 w 465179"/>
                  <a:gd name="connsiteY10" fmla="*/ 691 h 126940"/>
                  <a:gd name="connsiteX11" fmla="*/ 396594 w 465179"/>
                  <a:gd name="connsiteY11" fmla="*/ 793 h 126940"/>
                  <a:gd name="connsiteX12" fmla="*/ 408949 w 465179"/>
                  <a:gd name="connsiteY12" fmla="*/ 809 h 126940"/>
                  <a:gd name="connsiteX13" fmla="*/ 425816 w 465179"/>
                  <a:gd name="connsiteY13" fmla="*/ 888 h 126940"/>
                  <a:gd name="connsiteX14" fmla="*/ 435350 w 465179"/>
                  <a:gd name="connsiteY14" fmla="*/ 918 h 126940"/>
                  <a:gd name="connsiteX15" fmla="*/ 456691 w 465179"/>
                  <a:gd name="connsiteY15" fmla="*/ 9746 h 126940"/>
                  <a:gd name="connsiteX16" fmla="*/ 459300 w 465179"/>
                  <a:gd name="connsiteY16" fmla="*/ 127172 h 126940"/>
                  <a:gd name="connsiteX17" fmla="*/ 32 w 465179"/>
                  <a:gd name="connsiteY17" fmla="*/ 127172 h 126940"/>
                  <a:gd name="connsiteX18" fmla="*/ 21373 w 465179"/>
                  <a:gd name="connsiteY18" fmla="*/ 290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373" y="290"/>
                    </a:moveTo>
                    <a:cubicBezTo>
                      <a:pt x="24519" y="292"/>
                      <a:pt x="27665" y="294"/>
                      <a:pt x="30907" y="296"/>
                    </a:cubicBezTo>
                    <a:cubicBezTo>
                      <a:pt x="32667" y="279"/>
                      <a:pt x="34427" y="262"/>
                      <a:pt x="36241" y="245"/>
                    </a:cubicBezTo>
                    <a:cubicBezTo>
                      <a:pt x="42121" y="205"/>
                      <a:pt x="47998" y="259"/>
                      <a:pt x="53878" y="312"/>
                    </a:cubicBezTo>
                    <a:cubicBezTo>
                      <a:pt x="58101" y="303"/>
                      <a:pt x="62324" y="288"/>
                      <a:pt x="66546" y="268"/>
                    </a:cubicBezTo>
                    <a:cubicBezTo>
                      <a:pt x="78004" y="231"/>
                      <a:pt x="89459" y="275"/>
                      <a:pt x="100916" y="337"/>
                    </a:cubicBezTo>
                    <a:cubicBezTo>
                      <a:pt x="112908" y="389"/>
                      <a:pt x="124899" y="374"/>
                      <a:pt x="136891" y="368"/>
                    </a:cubicBezTo>
                    <a:cubicBezTo>
                      <a:pt x="157029" y="368"/>
                      <a:pt x="177166" y="419"/>
                      <a:pt x="197304" y="503"/>
                    </a:cubicBezTo>
                    <a:cubicBezTo>
                      <a:pt x="220583" y="599"/>
                      <a:pt x="243862" y="622"/>
                      <a:pt x="267142" y="604"/>
                    </a:cubicBezTo>
                    <a:cubicBezTo>
                      <a:pt x="289539" y="588"/>
                      <a:pt x="311936" y="616"/>
                      <a:pt x="334333" y="667"/>
                    </a:cubicBezTo>
                    <a:cubicBezTo>
                      <a:pt x="343864" y="688"/>
                      <a:pt x="353394" y="695"/>
                      <a:pt x="362924" y="691"/>
                    </a:cubicBezTo>
                    <a:cubicBezTo>
                      <a:pt x="374148" y="689"/>
                      <a:pt x="385370" y="726"/>
                      <a:pt x="396594" y="793"/>
                    </a:cubicBezTo>
                    <a:cubicBezTo>
                      <a:pt x="400712" y="812"/>
                      <a:pt x="404830" y="817"/>
                      <a:pt x="408949" y="809"/>
                    </a:cubicBezTo>
                    <a:cubicBezTo>
                      <a:pt x="414572" y="799"/>
                      <a:pt x="420193" y="837"/>
                      <a:pt x="425816" y="888"/>
                    </a:cubicBezTo>
                    <a:cubicBezTo>
                      <a:pt x="430536" y="903"/>
                      <a:pt x="430536" y="903"/>
                      <a:pt x="435350" y="918"/>
                    </a:cubicBezTo>
                    <a:cubicBezTo>
                      <a:pt x="444456" y="2015"/>
                      <a:pt x="449396" y="4279"/>
                      <a:pt x="456691" y="9746"/>
                    </a:cubicBezTo>
                    <a:cubicBezTo>
                      <a:pt x="474200" y="44764"/>
                      <a:pt x="459300" y="88021"/>
                      <a:pt x="459300" y="127172"/>
                    </a:cubicBezTo>
                    <a:cubicBezTo>
                      <a:pt x="307742" y="127172"/>
                      <a:pt x="156183" y="127172"/>
                      <a:pt x="32" y="127172"/>
                    </a:cubicBezTo>
                    <a:cubicBezTo>
                      <a:pt x="32" y="4478"/>
                      <a:pt x="32" y="4478"/>
                      <a:pt x="21373" y="290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7" name="任意形状 1456">
                <a:extLst>
                  <a:ext uri="{FF2B5EF4-FFF2-40B4-BE49-F238E27FC236}">
                    <a16:creationId xmlns:a16="http://schemas.microsoft.com/office/drawing/2014/main" id="{9E5B9644-12F2-BA5E-33ED-8CBB2A521E95}"/>
                  </a:ext>
                </a:extLst>
              </p:cNvPr>
              <p:cNvSpPr/>
              <p:nvPr/>
            </p:nvSpPr>
            <p:spPr>
              <a:xfrm>
                <a:off x="3722298" y="2807005"/>
                <a:ext cx="465179" cy="126940"/>
              </a:xfrm>
              <a:custGeom>
                <a:avLst/>
                <a:gdLst>
                  <a:gd name="connsiteX0" fmla="*/ 21373 w 465179"/>
                  <a:gd name="connsiteY0" fmla="*/ 82 h 126940"/>
                  <a:gd name="connsiteX1" fmla="*/ 30907 w 465179"/>
                  <a:gd name="connsiteY1" fmla="*/ 88 h 126940"/>
                  <a:gd name="connsiteX2" fmla="*/ 36241 w 465179"/>
                  <a:gd name="connsiteY2" fmla="*/ 37 h 126940"/>
                  <a:gd name="connsiteX3" fmla="*/ 53878 w 465179"/>
                  <a:gd name="connsiteY3" fmla="*/ 104 h 126940"/>
                  <a:gd name="connsiteX4" fmla="*/ 66546 w 465179"/>
                  <a:gd name="connsiteY4" fmla="*/ 60 h 126940"/>
                  <a:gd name="connsiteX5" fmla="*/ 100916 w 465179"/>
                  <a:gd name="connsiteY5" fmla="*/ 129 h 126940"/>
                  <a:gd name="connsiteX6" fmla="*/ 136891 w 465179"/>
                  <a:gd name="connsiteY6" fmla="*/ 160 h 126940"/>
                  <a:gd name="connsiteX7" fmla="*/ 197304 w 465179"/>
                  <a:gd name="connsiteY7" fmla="*/ 295 h 126940"/>
                  <a:gd name="connsiteX8" fmla="*/ 267142 w 465179"/>
                  <a:gd name="connsiteY8" fmla="*/ 396 h 126940"/>
                  <a:gd name="connsiteX9" fmla="*/ 334333 w 465179"/>
                  <a:gd name="connsiteY9" fmla="*/ 459 h 126940"/>
                  <a:gd name="connsiteX10" fmla="*/ 362924 w 465179"/>
                  <a:gd name="connsiteY10" fmla="*/ 483 h 126940"/>
                  <a:gd name="connsiteX11" fmla="*/ 396594 w 465179"/>
                  <a:gd name="connsiteY11" fmla="*/ 585 h 126940"/>
                  <a:gd name="connsiteX12" fmla="*/ 408949 w 465179"/>
                  <a:gd name="connsiteY12" fmla="*/ 601 h 126940"/>
                  <a:gd name="connsiteX13" fmla="*/ 425816 w 465179"/>
                  <a:gd name="connsiteY13" fmla="*/ 680 h 126940"/>
                  <a:gd name="connsiteX14" fmla="*/ 435350 w 465179"/>
                  <a:gd name="connsiteY14" fmla="*/ 710 h 126940"/>
                  <a:gd name="connsiteX15" fmla="*/ 456691 w 465179"/>
                  <a:gd name="connsiteY15" fmla="*/ 9538 h 126940"/>
                  <a:gd name="connsiteX16" fmla="*/ 459300 w 465179"/>
                  <a:gd name="connsiteY16" fmla="*/ 126964 h 126940"/>
                  <a:gd name="connsiteX17" fmla="*/ 32 w 465179"/>
                  <a:gd name="connsiteY17" fmla="*/ 126964 h 126940"/>
                  <a:gd name="connsiteX18" fmla="*/ 21373 w 465179"/>
                  <a:gd name="connsiteY18" fmla="*/ 82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373" y="82"/>
                    </a:moveTo>
                    <a:cubicBezTo>
                      <a:pt x="24519" y="84"/>
                      <a:pt x="27665" y="86"/>
                      <a:pt x="30907" y="88"/>
                    </a:cubicBezTo>
                    <a:cubicBezTo>
                      <a:pt x="32667" y="71"/>
                      <a:pt x="34427" y="54"/>
                      <a:pt x="36241" y="37"/>
                    </a:cubicBezTo>
                    <a:cubicBezTo>
                      <a:pt x="42121" y="-3"/>
                      <a:pt x="47998" y="51"/>
                      <a:pt x="53878" y="104"/>
                    </a:cubicBezTo>
                    <a:cubicBezTo>
                      <a:pt x="58101" y="95"/>
                      <a:pt x="62324" y="80"/>
                      <a:pt x="66546" y="60"/>
                    </a:cubicBezTo>
                    <a:cubicBezTo>
                      <a:pt x="78004" y="23"/>
                      <a:pt x="89459" y="67"/>
                      <a:pt x="100916" y="129"/>
                    </a:cubicBezTo>
                    <a:cubicBezTo>
                      <a:pt x="112908" y="181"/>
                      <a:pt x="124899" y="166"/>
                      <a:pt x="136891" y="160"/>
                    </a:cubicBezTo>
                    <a:cubicBezTo>
                      <a:pt x="157029" y="160"/>
                      <a:pt x="177166" y="211"/>
                      <a:pt x="197304" y="295"/>
                    </a:cubicBezTo>
                    <a:cubicBezTo>
                      <a:pt x="220583" y="391"/>
                      <a:pt x="243862" y="414"/>
                      <a:pt x="267142" y="396"/>
                    </a:cubicBezTo>
                    <a:cubicBezTo>
                      <a:pt x="289539" y="380"/>
                      <a:pt x="311936" y="408"/>
                      <a:pt x="334333" y="459"/>
                    </a:cubicBezTo>
                    <a:cubicBezTo>
                      <a:pt x="343864" y="480"/>
                      <a:pt x="353394" y="487"/>
                      <a:pt x="362924" y="483"/>
                    </a:cubicBezTo>
                    <a:cubicBezTo>
                      <a:pt x="374148" y="481"/>
                      <a:pt x="385370" y="518"/>
                      <a:pt x="396594" y="585"/>
                    </a:cubicBezTo>
                    <a:cubicBezTo>
                      <a:pt x="400712" y="604"/>
                      <a:pt x="404830" y="609"/>
                      <a:pt x="408949" y="601"/>
                    </a:cubicBezTo>
                    <a:cubicBezTo>
                      <a:pt x="414572" y="591"/>
                      <a:pt x="420193" y="629"/>
                      <a:pt x="425816" y="680"/>
                    </a:cubicBezTo>
                    <a:cubicBezTo>
                      <a:pt x="430536" y="695"/>
                      <a:pt x="430536" y="695"/>
                      <a:pt x="435350" y="710"/>
                    </a:cubicBezTo>
                    <a:cubicBezTo>
                      <a:pt x="444456" y="1807"/>
                      <a:pt x="449396" y="4071"/>
                      <a:pt x="456691" y="9538"/>
                    </a:cubicBezTo>
                    <a:cubicBezTo>
                      <a:pt x="474200" y="44556"/>
                      <a:pt x="459300" y="87813"/>
                      <a:pt x="459300" y="126964"/>
                    </a:cubicBezTo>
                    <a:cubicBezTo>
                      <a:pt x="307742" y="126964"/>
                      <a:pt x="156183" y="126964"/>
                      <a:pt x="32" y="126964"/>
                    </a:cubicBezTo>
                    <a:cubicBezTo>
                      <a:pt x="32" y="4270"/>
                      <a:pt x="32" y="4270"/>
                      <a:pt x="21373" y="8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9" name="任意形状 1458">
                <a:extLst>
                  <a:ext uri="{FF2B5EF4-FFF2-40B4-BE49-F238E27FC236}">
                    <a16:creationId xmlns:a16="http://schemas.microsoft.com/office/drawing/2014/main" id="{455FDC8E-F05A-1820-63C1-EF747869E5AF}"/>
                  </a:ext>
                </a:extLst>
              </p:cNvPr>
              <p:cNvSpPr/>
              <p:nvPr/>
            </p:nvSpPr>
            <p:spPr>
              <a:xfrm>
                <a:off x="4430979" y="3147923"/>
                <a:ext cx="503894" cy="126684"/>
              </a:xfrm>
              <a:custGeom>
                <a:avLst/>
                <a:gdLst>
                  <a:gd name="connsiteX0" fmla="*/ 1393 w 503894"/>
                  <a:gd name="connsiteY0" fmla="*/ 154 h 126684"/>
                  <a:gd name="connsiteX1" fmla="*/ 8304 w 503894"/>
                  <a:gd name="connsiteY1" fmla="*/ 2641 h 126684"/>
                  <a:gd name="connsiteX2" fmla="*/ 136434 w 503894"/>
                  <a:gd name="connsiteY2" fmla="*/ 29511 h 126684"/>
                  <a:gd name="connsiteX3" fmla="*/ 143183 w 503894"/>
                  <a:gd name="connsiteY3" fmla="*/ 30173 h 126684"/>
                  <a:gd name="connsiteX4" fmla="*/ 449245 w 503894"/>
                  <a:gd name="connsiteY4" fmla="*/ 16137 h 126684"/>
                  <a:gd name="connsiteX5" fmla="*/ 454362 w 503894"/>
                  <a:gd name="connsiteY5" fmla="*/ 14965 h 126684"/>
                  <a:gd name="connsiteX6" fmla="*/ 502413 w 503894"/>
                  <a:gd name="connsiteY6" fmla="*/ 154 h 126684"/>
                  <a:gd name="connsiteX7" fmla="*/ 503273 w 503894"/>
                  <a:gd name="connsiteY7" fmla="*/ 33027 h 126684"/>
                  <a:gd name="connsiteX8" fmla="*/ 503594 w 503894"/>
                  <a:gd name="connsiteY8" fmla="*/ 44204 h 126684"/>
                  <a:gd name="connsiteX9" fmla="*/ 503942 w 503894"/>
                  <a:gd name="connsiteY9" fmla="*/ 60294 h 126684"/>
                  <a:gd name="connsiteX10" fmla="*/ 504191 w 503894"/>
                  <a:gd name="connsiteY10" fmla="*/ 70067 h 126684"/>
                  <a:gd name="connsiteX11" fmla="*/ 495005 w 503894"/>
                  <a:gd name="connsiteY11" fmla="*/ 84572 h 126684"/>
                  <a:gd name="connsiteX12" fmla="*/ 110991 w 503894"/>
                  <a:gd name="connsiteY12" fmla="*/ 112362 h 126684"/>
                  <a:gd name="connsiteX13" fmla="*/ 102395 w 503894"/>
                  <a:gd name="connsiteY13" fmla="*/ 110921 h 126684"/>
                  <a:gd name="connsiteX14" fmla="*/ 1393 w 503894"/>
                  <a:gd name="connsiteY14" fmla="*/ 78438 h 126684"/>
                  <a:gd name="connsiteX15" fmla="*/ 374 w 503894"/>
                  <a:gd name="connsiteY15" fmla="*/ 60549 h 126684"/>
                  <a:gd name="connsiteX16" fmla="*/ 419 w 503894"/>
                  <a:gd name="connsiteY16" fmla="*/ 55317 h 126684"/>
                  <a:gd name="connsiteX17" fmla="*/ 741 w 503894"/>
                  <a:gd name="connsiteY17" fmla="*/ 38807 h 126684"/>
                  <a:gd name="connsiteX18" fmla="*/ 884 w 503894"/>
                  <a:gd name="connsiteY18" fmla="*/ 27599 h 126684"/>
                  <a:gd name="connsiteX19" fmla="*/ 1393 w 503894"/>
                  <a:gd name="connsiteY19" fmla="*/ 154 h 126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03894" h="126684">
                    <a:moveTo>
                      <a:pt x="1393" y="154"/>
                    </a:moveTo>
                    <a:cubicBezTo>
                      <a:pt x="3674" y="975"/>
                      <a:pt x="5955" y="1796"/>
                      <a:pt x="8304" y="2641"/>
                    </a:cubicBezTo>
                    <a:cubicBezTo>
                      <a:pt x="50210" y="17225"/>
                      <a:pt x="92316" y="25276"/>
                      <a:pt x="136434" y="29511"/>
                    </a:cubicBezTo>
                    <a:cubicBezTo>
                      <a:pt x="138661" y="29729"/>
                      <a:pt x="140888" y="29948"/>
                      <a:pt x="143183" y="30173"/>
                    </a:cubicBezTo>
                    <a:cubicBezTo>
                      <a:pt x="242533" y="39718"/>
                      <a:pt x="351765" y="39917"/>
                      <a:pt x="449245" y="16137"/>
                    </a:cubicBezTo>
                    <a:cubicBezTo>
                      <a:pt x="450934" y="15750"/>
                      <a:pt x="452622" y="15363"/>
                      <a:pt x="454362" y="14965"/>
                    </a:cubicBezTo>
                    <a:cubicBezTo>
                      <a:pt x="470712" y="11067"/>
                      <a:pt x="486527" y="5609"/>
                      <a:pt x="502413" y="154"/>
                    </a:cubicBezTo>
                    <a:cubicBezTo>
                      <a:pt x="502801" y="11111"/>
                      <a:pt x="503085" y="22065"/>
                      <a:pt x="503273" y="33027"/>
                    </a:cubicBezTo>
                    <a:cubicBezTo>
                      <a:pt x="503352" y="36754"/>
                      <a:pt x="503459" y="40480"/>
                      <a:pt x="503594" y="44204"/>
                    </a:cubicBezTo>
                    <a:cubicBezTo>
                      <a:pt x="503785" y="49569"/>
                      <a:pt x="503873" y="54927"/>
                      <a:pt x="503942" y="60294"/>
                    </a:cubicBezTo>
                    <a:cubicBezTo>
                      <a:pt x="504024" y="63519"/>
                      <a:pt x="504106" y="66744"/>
                      <a:pt x="504191" y="70067"/>
                    </a:cubicBezTo>
                    <a:cubicBezTo>
                      <a:pt x="502413" y="78438"/>
                      <a:pt x="502413" y="78438"/>
                      <a:pt x="495005" y="84572"/>
                    </a:cubicBezTo>
                    <a:cubicBezTo>
                      <a:pt x="390174" y="139271"/>
                      <a:pt x="223596" y="131874"/>
                      <a:pt x="110991" y="112362"/>
                    </a:cubicBezTo>
                    <a:cubicBezTo>
                      <a:pt x="108154" y="111886"/>
                      <a:pt x="105317" y="111410"/>
                      <a:pt x="102395" y="110921"/>
                    </a:cubicBezTo>
                    <a:cubicBezTo>
                      <a:pt x="19967" y="96771"/>
                      <a:pt x="19967" y="96771"/>
                      <a:pt x="1393" y="78438"/>
                    </a:cubicBezTo>
                    <a:cubicBezTo>
                      <a:pt x="208" y="70363"/>
                      <a:pt x="208" y="70363"/>
                      <a:pt x="374" y="60549"/>
                    </a:cubicBezTo>
                    <a:cubicBezTo>
                      <a:pt x="389" y="58823"/>
                      <a:pt x="403" y="57096"/>
                      <a:pt x="419" y="55317"/>
                    </a:cubicBezTo>
                    <a:cubicBezTo>
                      <a:pt x="477" y="49812"/>
                      <a:pt x="608" y="44311"/>
                      <a:pt x="741" y="38807"/>
                    </a:cubicBezTo>
                    <a:cubicBezTo>
                      <a:pt x="793" y="35071"/>
                      <a:pt x="841" y="31335"/>
                      <a:pt x="884" y="27599"/>
                    </a:cubicBezTo>
                    <a:cubicBezTo>
                      <a:pt x="999" y="18449"/>
                      <a:pt x="1179" y="9302"/>
                      <a:pt x="1393" y="154"/>
                    </a:cubicBezTo>
                    <a:close/>
                  </a:path>
                </a:pathLst>
              </a:custGeom>
              <a:solidFill>
                <a:srgbClr val="F9D4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0" name="任意形状 1459">
                <a:extLst>
                  <a:ext uri="{FF2B5EF4-FFF2-40B4-BE49-F238E27FC236}">
                    <a16:creationId xmlns:a16="http://schemas.microsoft.com/office/drawing/2014/main" id="{9A5D56F3-A49C-82CD-F230-FB070CD5B950}"/>
                  </a:ext>
                </a:extLst>
              </p:cNvPr>
              <p:cNvSpPr/>
              <p:nvPr/>
            </p:nvSpPr>
            <p:spPr>
              <a:xfrm>
                <a:off x="4430979" y="2897413"/>
                <a:ext cx="503894" cy="126684"/>
              </a:xfrm>
              <a:custGeom>
                <a:avLst/>
                <a:gdLst>
                  <a:gd name="connsiteX0" fmla="*/ 1393 w 503894"/>
                  <a:gd name="connsiteY0" fmla="*/ 58 h 126684"/>
                  <a:gd name="connsiteX1" fmla="*/ 8304 w 503894"/>
                  <a:gd name="connsiteY1" fmla="*/ 2545 h 126684"/>
                  <a:gd name="connsiteX2" fmla="*/ 136434 w 503894"/>
                  <a:gd name="connsiteY2" fmla="*/ 29415 h 126684"/>
                  <a:gd name="connsiteX3" fmla="*/ 143183 w 503894"/>
                  <a:gd name="connsiteY3" fmla="*/ 30077 h 126684"/>
                  <a:gd name="connsiteX4" fmla="*/ 449245 w 503894"/>
                  <a:gd name="connsiteY4" fmla="*/ 16041 h 126684"/>
                  <a:gd name="connsiteX5" fmla="*/ 454362 w 503894"/>
                  <a:gd name="connsiteY5" fmla="*/ 14869 h 126684"/>
                  <a:gd name="connsiteX6" fmla="*/ 502413 w 503894"/>
                  <a:gd name="connsiteY6" fmla="*/ 58 h 126684"/>
                  <a:gd name="connsiteX7" fmla="*/ 503273 w 503894"/>
                  <a:gd name="connsiteY7" fmla="*/ 32931 h 126684"/>
                  <a:gd name="connsiteX8" fmla="*/ 503594 w 503894"/>
                  <a:gd name="connsiteY8" fmla="*/ 44108 h 126684"/>
                  <a:gd name="connsiteX9" fmla="*/ 503942 w 503894"/>
                  <a:gd name="connsiteY9" fmla="*/ 60198 h 126684"/>
                  <a:gd name="connsiteX10" fmla="*/ 504191 w 503894"/>
                  <a:gd name="connsiteY10" fmla="*/ 69971 h 126684"/>
                  <a:gd name="connsiteX11" fmla="*/ 495005 w 503894"/>
                  <a:gd name="connsiteY11" fmla="*/ 84476 h 126684"/>
                  <a:gd name="connsiteX12" fmla="*/ 110991 w 503894"/>
                  <a:gd name="connsiteY12" fmla="*/ 112266 h 126684"/>
                  <a:gd name="connsiteX13" fmla="*/ 102395 w 503894"/>
                  <a:gd name="connsiteY13" fmla="*/ 110825 h 126684"/>
                  <a:gd name="connsiteX14" fmla="*/ 1393 w 503894"/>
                  <a:gd name="connsiteY14" fmla="*/ 78342 h 126684"/>
                  <a:gd name="connsiteX15" fmla="*/ 374 w 503894"/>
                  <a:gd name="connsiteY15" fmla="*/ 60453 h 126684"/>
                  <a:gd name="connsiteX16" fmla="*/ 419 w 503894"/>
                  <a:gd name="connsiteY16" fmla="*/ 55221 h 126684"/>
                  <a:gd name="connsiteX17" fmla="*/ 741 w 503894"/>
                  <a:gd name="connsiteY17" fmla="*/ 38711 h 126684"/>
                  <a:gd name="connsiteX18" fmla="*/ 884 w 503894"/>
                  <a:gd name="connsiteY18" fmla="*/ 27503 h 126684"/>
                  <a:gd name="connsiteX19" fmla="*/ 1393 w 503894"/>
                  <a:gd name="connsiteY19" fmla="*/ 58 h 126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03894" h="126684">
                    <a:moveTo>
                      <a:pt x="1393" y="58"/>
                    </a:moveTo>
                    <a:cubicBezTo>
                      <a:pt x="3674" y="879"/>
                      <a:pt x="5955" y="1700"/>
                      <a:pt x="8304" y="2545"/>
                    </a:cubicBezTo>
                    <a:cubicBezTo>
                      <a:pt x="50210" y="17129"/>
                      <a:pt x="92316" y="25180"/>
                      <a:pt x="136434" y="29415"/>
                    </a:cubicBezTo>
                    <a:cubicBezTo>
                      <a:pt x="138661" y="29633"/>
                      <a:pt x="140888" y="29852"/>
                      <a:pt x="143183" y="30077"/>
                    </a:cubicBezTo>
                    <a:cubicBezTo>
                      <a:pt x="242533" y="39622"/>
                      <a:pt x="351765" y="39821"/>
                      <a:pt x="449245" y="16041"/>
                    </a:cubicBezTo>
                    <a:cubicBezTo>
                      <a:pt x="450934" y="15654"/>
                      <a:pt x="452622" y="15267"/>
                      <a:pt x="454362" y="14869"/>
                    </a:cubicBezTo>
                    <a:cubicBezTo>
                      <a:pt x="470712" y="10971"/>
                      <a:pt x="486527" y="5513"/>
                      <a:pt x="502413" y="58"/>
                    </a:cubicBezTo>
                    <a:cubicBezTo>
                      <a:pt x="502801" y="11015"/>
                      <a:pt x="503085" y="21969"/>
                      <a:pt x="503273" y="32931"/>
                    </a:cubicBezTo>
                    <a:cubicBezTo>
                      <a:pt x="503352" y="36658"/>
                      <a:pt x="503459" y="40384"/>
                      <a:pt x="503594" y="44108"/>
                    </a:cubicBezTo>
                    <a:cubicBezTo>
                      <a:pt x="503785" y="49473"/>
                      <a:pt x="503873" y="54831"/>
                      <a:pt x="503942" y="60198"/>
                    </a:cubicBezTo>
                    <a:cubicBezTo>
                      <a:pt x="504024" y="63423"/>
                      <a:pt x="504106" y="66648"/>
                      <a:pt x="504191" y="69971"/>
                    </a:cubicBezTo>
                    <a:cubicBezTo>
                      <a:pt x="502413" y="78342"/>
                      <a:pt x="502413" y="78342"/>
                      <a:pt x="495005" y="84476"/>
                    </a:cubicBezTo>
                    <a:cubicBezTo>
                      <a:pt x="390174" y="139175"/>
                      <a:pt x="223596" y="131778"/>
                      <a:pt x="110991" y="112266"/>
                    </a:cubicBezTo>
                    <a:cubicBezTo>
                      <a:pt x="108154" y="111790"/>
                      <a:pt x="105317" y="111314"/>
                      <a:pt x="102395" y="110825"/>
                    </a:cubicBezTo>
                    <a:cubicBezTo>
                      <a:pt x="19967" y="96675"/>
                      <a:pt x="19967" y="96675"/>
                      <a:pt x="1393" y="78342"/>
                    </a:cubicBezTo>
                    <a:cubicBezTo>
                      <a:pt x="208" y="70267"/>
                      <a:pt x="208" y="70267"/>
                      <a:pt x="374" y="60453"/>
                    </a:cubicBezTo>
                    <a:cubicBezTo>
                      <a:pt x="389" y="58727"/>
                      <a:pt x="403" y="57000"/>
                      <a:pt x="419" y="55221"/>
                    </a:cubicBezTo>
                    <a:cubicBezTo>
                      <a:pt x="477" y="49716"/>
                      <a:pt x="608" y="44215"/>
                      <a:pt x="741" y="38711"/>
                    </a:cubicBezTo>
                    <a:cubicBezTo>
                      <a:pt x="793" y="34975"/>
                      <a:pt x="841" y="31239"/>
                      <a:pt x="884" y="27503"/>
                    </a:cubicBezTo>
                    <a:cubicBezTo>
                      <a:pt x="999" y="18353"/>
                      <a:pt x="1179" y="9206"/>
                      <a:pt x="1393" y="58"/>
                    </a:cubicBezTo>
                    <a:close/>
                  </a:path>
                </a:pathLst>
              </a:custGeom>
              <a:solidFill>
                <a:srgbClr val="F9D4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1" name="任意形状 1460">
                <a:extLst>
                  <a:ext uri="{FF2B5EF4-FFF2-40B4-BE49-F238E27FC236}">
                    <a16:creationId xmlns:a16="http://schemas.microsoft.com/office/drawing/2014/main" id="{E60AC669-20A8-85B7-D158-0BB50DDADC80}"/>
                  </a:ext>
                </a:extLst>
              </p:cNvPr>
              <p:cNvSpPr/>
              <p:nvPr/>
            </p:nvSpPr>
            <p:spPr>
              <a:xfrm>
                <a:off x="4430430" y="3022668"/>
                <a:ext cx="504443" cy="128345"/>
              </a:xfrm>
              <a:custGeom>
                <a:avLst/>
                <a:gdLst>
                  <a:gd name="connsiteX0" fmla="*/ 1942 w 504443"/>
                  <a:gd name="connsiteY0" fmla="*/ 106 h 128345"/>
                  <a:gd name="connsiteX1" fmla="*/ 8853 w 504443"/>
                  <a:gd name="connsiteY1" fmla="*/ 2593 h 128345"/>
                  <a:gd name="connsiteX2" fmla="*/ 136982 w 504443"/>
                  <a:gd name="connsiteY2" fmla="*/ 29463 h 128345"/>
                  <a:gd name="connsiteX3" fmla="*/ 143731 w 504443"/>
                  <a:gd name="connsiteY3" fmla="*/ 30125 h 128345"/>
                  <a:gd name="connsiteX4" fmla="*/ 449794 w 504443"/>
                  <a:gd name="connsiteY4" fmla="*/ 16089 h 128345"/>
                  <a:gd name="connsiteX5" fmla="*/ 454911 w 504443"/>
                  <a:gd name="connsiteY5" fmla="*/ 14917 h 128345"/>
                  <a:gd name="connsiteX6" fmla="*/ 502962 w 504443"/>
                  <a:gd name="connsiteY6" fmla="*/ 106 h 128345"/>
                  <a:gd name="connsiteX7" fmla="*/ 503822 w 504443"/>
                  <a:gd name="connsiteY7" fmla="*/ 32979 h 128345"/>
                  <a:gd name="connsiteX8" fmla="*/ 504143 w 504443"/>
                  <a:gd name="connsiteY8" fmla="*/ 44156 h 128345"/>
                  <a:gd name="connsiteX9" fmla="*/ 504491 w 504443"/>
                  <a:gd name="connsiteY9" fmla="*/ 60246 h 128345"/>
                  <a:gd name="connsiteX10" fmla="*/ 504739 w 504443"/>
                  <a:gd name="connsiteY10" fmla="*/ 70019 h 128345"/>
                  <a:gd name="connsiteX11" fmla="*/ 495514 w 504443"/>
                  <a:gd name="connsiteY11" fmla="*/ 84530 h 128345"/>
                  <a:gd name="connsiteX12" fmla="*/ 38529 w 504443"/>
                  <a:gd name="connsiteY12" fmla="*/ 96813 h 128345"/>
                  <a:gd name="connsiteX13" fmla="*/ 1942 w 504443"/>
                  <a:gd name="connsiteY13" fmla="*/ 78390 h 128345"/>
                  <a:gd name="connsiteX14" fmla="*/ 413 w 504443"/>
                  <a:gd name="connsiteY14" fmla="*/ 60246 h 128345"/>
                  <a:gd name="connsiteX15" fmla="*/ 480 w 504443"/>
                  <a:gd name="connsiteY15" fmla="*/ 55026 h 128345"/>
                  <a:gd name="connsiteX16" fmla="*/ 963 w 504443"/>
                  <a:gd name="connsiteY16" fmla="*/ 38596 h 128345"/>
                  <a:gd name="connsiteX17" fmla="*/ 1177 w 504443"/>
                  <a:gd name="connsiteY17" fmla="*/ 27424 h 128345"/>
                  <a:gd name="connsiteX18" fmla="*/ 1942 w 504443"/>
                  <a:gd name="connsiteY18" fmla="*/ 106 h 1283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04443" h="128345">
                    <a:moveTo>
                      <a:pt x="1942" y="106"/>
                    </a:moveTo>
                    <a:cubicBezTo>
                      <a:pt x="4222" y="927"/>
                      <a:pt x="6503" y="1748"/>
                      <a:pt x="8853" y="2593"/>
                    </a:cubicBezTo>
                    <a:cubicBezTo>
                      <a:pt x="50759" y="17177"/>
                      <a:pt x="92865" y="25228"/>
                      <a:pt x="136982" y="29463"/>
                    </a:cubicBezTo>
                    <a:cubicBezTo>
                      <a:pt x="139210" y="29681"/>
                      <a:pt x="141437" y="29900"/>
                      <a:pt x="143731" y="30125"/>
                    </a:cubicBezTo>
                    <a:cubicBezTo>
                      <a:pt x="243082" y="39670"/>
                      <a:pt x="352314" y="39869"/>
                      <a:pt x="449794" y="16089"/>
                    </a:cubicBezTo>
                    <a:cubicBezTo>
                      <a:pt x="451482" y="15702"/>
                      <a:pt x="453171" y="15315"/>
                      <a:pt x="454911" y="14917"/>
                    </a:cubicBezTo>
                    <a:cubicBezTo>
                      <a:pt x="471260" y="11019"/>
                      <a:pt x="487076" y="5561"/>
                      <a:pt x="502962" y="106"/>
                    </a:cubicBezTo>
                    <a:cubicBezTo>
                      <a:pt x="503349" y="11063"/>
                      <a:pt x="503633" y="22017"/>
                      <a:pt x="503822" y="32979"/>
                    </a:cubicBezTo>
                    <a:cubicBezTo>
                      <a:pt x="503900" y="36706"/>
                      <a:pt x="504007" y="40432"/>
                      <a:pt x="504143" y="44156"/>
                    </a:cubicBezTo>
                    <a:cubicBezTo>
                      <a:pt x="504333" y="49521"/>
                      <a:pt x="504422" y="54879"/>
                      <a:pt x="504491" y="60246"/>
                    </a:cubicBezTo>
                    <a:cubicBezTo>
                      <a:pt x="504573" y="63471"/>
                      <a:pt x="504655" y="66696"/>
                      <a:pt x="504739" y="70019"/>
                    </a:cubicBezTo>
                    <a:cubicBezTo>
                      <a:pt x="502962" y="78390"/>
                      <a:pt x="502962" y="78390"/>
                      <a:pt x="495514" y="84530"/>
                    </a:cubicBezTo>
                    <a:cubicBezTo>
                      <a:pt x="376174" y="147020"/>
                      <a:pt x="163436" y="135070"/>
                      <a:pt x="38529" y="96813"/>
                    </a:cubicBezTo>
                    <a:cubicBezTo>
                      <a:pt x="24948" y="92355"/>
                      <a:pt x="13056" y="87545"/>
                      <a:pt x="1942" y="78390"/>
                    </a:cubicBezTo>
                    <a:cubicBezTo>
                      <a:pt x="164" y="70019"/>
                      <a:pt x="164" y="70019"/>
                      <a:pt x="413" y="60246"/>
                    </a:cubicBezTo>
                    <a:cubicBezTo>
                      <a:pt x="435" y="58523"/>
                      <a:pt x="457" y="56801"/>
                      <a:pt x="480" y="55026"/>
                    </a:cubicBezTo>
                    <a:cubicBezTo>
                      <a:pt x="567" y="49545"/>
                      <a:pt x="764" y="44074"/>
                      <a:pt x="963" y="38596"/>
                    </a:cubicBezTo>
                    <a:cubicBezTo>
                      <a:pt x="1042" y="34872"/>
                      <a:pt x="1113" y="31148"/>
                      <a:pt x="1177" y="27424"/>
                    </a:cubicBezTo>
                    <a:cubicBezTo>
                      <a:pt x="1350" y="18315"/>
                      <a:pt x="1620" y="9211"/>
                      <a:pt x="1942" y="106"/>
                    </a:cubicBezTo>
                    <a:close/>
                  </a:path>
                </a:pathLst>
              </a:custGeom>
              <a:solidFill>
                <a:srgbClr val="FCE7A5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2" name="任意形状 1461">
                <a:extLst>
                  <a:ext uri="{FF2B5EF4-FFF2-40B4-BE49-F238E27FC236}">
                    <a16:creationId xmlns:a16="http://schemas.microsoft.com/office/drawing/2014/main" id="{E9111016-4366-1884-3DF5-E3831DCC588F}"/>
                  </a:ext>
                </a:extLst>
              </p:cNvPr>
              <p:cNvSpPr/>
              <p:nvPr/>
            </p:nvSpPr>
            <p:spPr>
              <a:xfrm>
                <a:off x="4434686" y="2798040"/>
                <a:ext cx="495800" cy="99591"/>
              </a:xfrm>
              <a:custGeom>
                <a:avLst/>
                <a:gdLst>
                  <a:gd name="connsiteX0" fmla="*/ 496288 w 495800"/>
                  <a:gd name="connsiteY0" fmla="*/ 49833 h 99591"/>
                  <a:gd name="connsiteX1" fmla="*/ 493678 w 495800"/>
                  <a:gd name="connsiteY1" fmla="*/ 57661 h 99591"/>
                  <a:gd name="connsiteX2" fmla="*/ 474923 w 495800"/>
                  <a:gd name="connsiteY2" fmla="*/ 65489 h 99591"/>
                  <a:gd name="connsiteX3" fmla="*/ 469250 w 495800"/>
                  <a:gd name="connsiteY3" fmla="*/ 67561 h 99591"/>
                  <a:gd name="connsiteX4" fmla="*/ 415394 w 495800"/>
                  <a:gd name="connsiteY4" fmla="*/ 81146 h 99591"/>
                  <a:gd name="connsiteX5" fmla="*/ 404579 w 495800"/>
                  <a:gd name="connsiteY5" fmla="*/ 83695 h 99591"/>
                  <a:gd name="connsiteX6" fmla="*/ 38161 w 495800"/>
                  <a:gd name="connsiteY6" fmla="*/ 72013 h 99591"/>
                  <a:gd name="connsiteX7" fmla="*/ 32940 w 495800"/>
                  <a:gd name="connsiteY7" fmla="*/ 70517 h 99591"/>
                  <a:gd name="connsiteX8" fmla="*/ 487 w 495800"/>
                  <a:gd name="connsiteY8" fmla="*/ 55052 h 99591"/>
                  <a:gd name="connsiteX9" fmla="*/ 8825 w 495800"/>
                  <a:gd name="connsiteY9" fmla="*/ 43971 h 99591"/>
                  <a:gd name="connsiteX10" fmla="*/ 496288 w 495800"/>
                  <a:gd name="connsiteY10" fmla="*/ 49833 h 99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5800" h="99591">
                    <a:moveTo>
                      <a:pt x="496288" y="49833"/>
                    </a:moveTo>
                    <a:cubicBezTo>
                      <a:pt x="495427" y="52416"/>
                      <a:pt x="494566" y="54999"/>
                      <a:pt x="493678" y="57661"/>
                    </a:cubicBezTo>
                    <a:cubicBezTo>
                      <a:pt x="487407" y="60690"/>
                      <a:pt x="481454" y="63165"/>
                      <a:pt x="474923" y="65489"/>
                    </a:cubicBezTo>
                    <a:cubicBezTo>
                      <a:pt x="472115" y="66515"/>
                      <a:pt x="472115" y="66515"/>
                      <a:pt x="469250" y="67561"/>
                    </a:cubicBezTo>
                    <a:cubicBezTo>
                      <a:pt x="451614" y="73800"/>
                      <a:pt x="433754" y="77665"/>
                      <a:pt x="415394" y="81146"/>
                    </a:cubicBezTo>
                    <a:cubicBezTo>
                      <a:pt x="411788" y="81992"/>
                      <a:pt x="408183" y="82842"/>
                      <a:pt x="404579" y="83695"/>
                    </a:cubicBezTo>
                    <a:cubicBezTo>
                      <a:pt x="291710" y="108816"/>
                      <a:pt x="148796" y="103730"/>
                      <a:pt x="38161" y="72013"/>
                    </a:cubicBezTo>
                    <a:cubicBezTo>
                      <a:pt x="36438" y="71519"/>
                      <a:pt x="34716" y="71025"/>
                      <a:pt x="32940" y="70517"/>
                    </a:cubicBezTo>
                    <a:cubicBezTo>
                      <a:pt x="21006" y="66814"/>
                      <a:pt x="11096" y="61496"/>
                      <a:pt x="487" y="55052"/>
                    </a:cubicBezTo>
                    <a:cubicBezTo>
                      <a:pt x="3096" y="47223"/>
                      <a:pt x="3096" y="47223"/>
                      <a:pt x="8825" y="43971"/>
                    </a:cubicBezTo>
                    <a:cubicBezTo>
                      <a:pt x="128705" y="-4780"/>
                      <a:pt x="382658" y="-25921"/>
                      <a:pt x="496288" y="49833"/>
                    </a:cubicBezTo>
                    <a:close/>
                  </a:path>
                </a:pathLst>
              </a:custGeom>
              <a:solidFill>
                <a:srgbClr val="FBE6A4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3" name="任意形状 1462">
                <a:extLst>
                  <a:ext uri="{FF2B5EF4-FFF2-40B4-BE49-F238E27FC236}">
                    <a16:creationId xmlns:a16="http://schemas.microsoft.com/office/drawing/2014/main" id="{DD04F0A2-9C12-411E-DC69-E9BF3EDC4987}"/>
                  </a:ext>
                </a:extLst>
              </p:cNvPr>
              <p:cNvSpPr/>
              <p:nvPr/>
            </p:nvSpPr>
            <p:spPr>
              <a:xfrm>
                <a:off x="3764050" y="3643724"/>
                <a:ext cx="375764" cy="41751"/>
              </a:xfrm>
              <a:custGeom>
                <a:avLst/>
                <a:gdLst>
                  <a:gd name="connsiteX0" fmla="*/ 40 w 375764"/>
                  <a:gd name="connsiteY0" fmla="*/ 344 h 41751"/>
                  <a:gd name="connsiteX1" fmla="*/ 375805 w 375764"/>
                  <a:gd name="connsiteY1" fmla="*/ 344 h 41751"/>
                  <a:gd name="connsiteX2" fmla="*/ 375805 w 375764"/>
                  <a:gd name="connsiteY2" fmla="*/ 42096 h 41751"/>
                  <a:gd name="connsiteX3" fmla="*/ 40 w 375764"/>
                  <a:gd name="connsiteY3" fmla="*/ 42096 h 41751"/>
                  <a:gd name="connsiteX4" fmla="*/ 40 w 375764"/>
                  <a:gd name="connsiteY4" fmla="*/ 34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5764" h="41751">
                    <a:moveTo>
                      <a:pt x="40" y="344"/>
                    </a:moveTo>
                    <a:cubicBezTo>
                      <a:pt x="124042" y="344"/>
                      <a:pt x="248045" y="344"/>
                      <a:pt x="375805" y="344"/>
                    </a:cubicBezTo>
                    <a:cubicBezTo>
                      <a:pt x="375805" y="14122"/>
                      <a:pt x="375805" y="27900"/>
                      <a:pt x="375805" y="42096"/>
                    </a:cubicBezTo>
                    <a:cubicBezTo>
                      <a:pt x="251803" y="42096"/>
                      <a:pt x="127800" y="42096"/>
                      <a:pt x="40" y="42096"/>
                    </a:cubicBezTo>
                    <a:cubicBezTo>
                      <a:pt x="40" y="28318"/>
                      <a:pt x="40" y="14540"/>
                      <a:pt x="40" y="3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4" name="任意形状 1463">
                <a:extLst>
                  <a:ext uri="{FF2B5EF4-FFF2-40B4-BE49-F238E27FC236}">
                    <a16:creationId xmlns:a16="http://schemas.microsoft.com/office/drawing/2014/main" id="{C521B457-39C0-B170-F5CD-D5601E7DB288}"/>
                  </a:ext>
                </a:extLst>
              </p:cNvPr>
              <p:cNvSpPr/>
              <p:nvPr/>
            </p:nvSpPr>
            <p:spPr>
              <a:xfrm>
                <a:off x="4014560" y="3017449"/>
                <a:ext cx="125254" cy="125254"/>
              </a:xfrm>
              <a:custGeom>
                <a:avLst/>
                <a:gdLst>
                  <a:gd name="connsiteX0" fmla="*/ 136 w 125254"/>
                  <a:gd name="connsiteY0" fmla="*/ 104 h 125254"/>
                  <a:gd name="connsiteX1" fmla="*/ 125391 w 125254"/>
                  <a:gd name="connsiteY1" fmla="*/ 104 h 125254"/>
                  <a:gd name="connsiteX2" fmla="*/ 125391 w 125254"/>
                  <a:gd name="connsiteY2" fmla="*/ 125359 h 125254"/>
                  <a:gd name="connsiteX3" fmla="*/ 136 w 125254"/>
                  <a:gd name="connsiteY3" fmla="*/ 125359 h 125254"/>
                  <a:gd name="connsiteX4" fmla="*/ 136 w 125254"/>
                  <a:gd name="connsiteY4" fmla="*/ 104 h 125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125254">
                    <a:moveTo>
                      <a:pt x="136" y="104"/>
                    </a:moveTo>
                    <a:cubicBezTo>
                      <a:pt x="41470" y="104"/>
                      <a:pt x="82804" y="104"/>
                      <a:pt x="125391" y="104"/>
                    </a:cubicBezTo>
                    <a:cubicBezTo>
                      <a:pt x="125391" y="41438"/>
                      <a:pt x="125391" y="82772"/>
                      <a:pt x="125391" y="125359"/>
                    </a:cubicBezTo>
                    <a:cubicBezTo>
                      <a:pt x="84057" y="125359"/>
                      <a:pt x="42723" y="125359"/>
                      <a:pt x="136" y="125359"/>
                    </a:cubicBezTo>
                    <a:cubicBezTo>
                      <a:pt x="136" y="84025"/>
                      <a:pt x="136" y="42691"/>
                      <a:pt x="136" y="10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5" name="任意形状 1464">
                <a:extLst>
                  <a:ext uri="{FF2B5EF4-FFF2-40B4-BE49-F238E27FC236}">
                    <a16:creationId xmlns:a16="http://schemas.microsoft.com/office/drawing/2014/main" id="{C74541C6-8183-8434-33CF-944C7B7847DB}"/>
                  </a:ext>
                </a:extLst>
              </p:cNvPr>
              <p:cNvSpPr/>
              <p:nvPr/>
            </p:nvSpPr>
            <p:spPr>
              <a:xfrm>
                <a:off x="4493725" y="3851571"/>
                <a:ext cx="127304" cy="127116"/>
              </a:xfrm>
              <a:custGeom>
                <a:avLst/>
                <a:gdLst>
                  <a:gd name="connsiteX0" fmla="*/ 90198 w 127304"/>
                  <a:gd name="connsiteY0" fmla="*/ 6291 h 127116"/>
                  <a:gd name="connsiteX1" fmla="*/ 126588 w 127304"/>
                  <a:gd name="connsiteY1" fmla="*/ 48308 h 127116"/>
                  <a:gd name="connsiteX2" fmla="*/ 113540 w 127304"/>
                  <a:gd name="connsiteY2" fmla="*/ 103107 h 127116"/>
                  <a:gd name="connsiteX3" fmla="*/ 68007 w 127304"/>
                  <a:gd name="connsiteY3" fmla="*/ 127418 h 127116"/>
                  <a:gd name="connsiteX4" fmla="*/ 27427 w 127304"/>
                  <a:gd name="connsiteY4" fmla="*/ 116155 h 127116"/>
                  <a:gd name="connsiteX5" fmla="*/ 354 w 127304"/>
                  <a:gd name="connsiteY5" fmla="*/ 62986 h 127116"/>
                  <a:gd name="connsiteX6" fmla="*/ 17234 w 127304"/>
                  <a:gd name="connsiteY6" fmla="*/ 21693 h 127116"/>
                  <a:gd name="connsiteX7" fmla="*/ 90198 w 127304"/>
                  <a:gd name="connsiteY7" fmla="*/ 6291 h 1271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7304" h="127116">
                    <a:moveTo>
                      <a:pt x="90198" y="6291"/>
                    </a:moveTo>
                    <a:cubicBezTo>
                      <a:pt x="107162" y="15898"/>
                      <a:pt x="121193" y="29211"/>
                      <a:pt x="126588" y="48308"/>
                    </a:cubicBezTo>
                    <a:cubicBezTo>
                      <a:pt x="129885" y="69225"/>
                      <a:pt x="125577" y="85781"/>
                      <a:pt x="113540" y="103107"/>
                    </a:cubicBezTo>
                    <a:cubicBezTo>
                      <a:pt x="101247" y="117251"/>
                      <a:pt x="86535" y="125025"/>
                      <a:pt x="68007" y="127418"/>
                    </a:cubicBezTo>
                    <a:cubicBezTo>
                      <a:pt x="52266" y="128165"/>
                      <a:pt x="40131" y="125682"/>
                      <a:pt x="27427" y="116155"/>
                    </a:cubicBezTo>
                    <a:cubicBezTo>
                      <a:pt x="10115" y="99978"/>
                      <a:pt x="1468" y="86842"/>
                      <a:pt x="354" y="62986"/>
                    </a:cubicBezTo>
                    <a:cubicBezTo>
                      <a:pt x="805" y="45440"/>
                      <a:pt x="5129" y="34408"/>
                      <a:pt x="17234" y="21693"/>
                    </a:cubicBezTo>
                    <a:cubicBezTo>
                      <a:pt x="38750" y="1719"/>
                      <a:pt x="62055" y="-5900"/>
                      <a:pt x="90198" y="6291"/>
                    </a:cubicBezTo>
                    <a:close/>
                  </a:path>
                </a:pathLst>
              </a:custGeom>
              <a:solidFill>
                <a:srgbClr val="030202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6" name="任意形状 1465">
                <a:extLst>
                  <a:ext uri="{FF2B5EF4-FFF2-40B4-BE49-F238E27FC236}">
                    <a16:creationId xmlns:a16="http://schemas.microsoft.com/office/drawing/2014/main" id="{41AE18F4-C9D2-8623-F5B5-1D286AA2A2F1}"/>
                  </a:ext>
                </a:extLst>
              </p:cNvPr>
              <p:cNvSpPr/>
              <p:nvPr/>
            </p:nvSpPr>
            <p:spPr>
              <a:xfrm>
                <a:off x="3847553" y="3560221"/>
                <a:ext cx="292261" cy="41751"/>
              </a:xfrm>
              <a:custGeom>
                <a:avLst/>
                <a:gdLst>
                  <a:gd name="connsiteX0" fmla="*/ 72 w 292261"/>
                  <a:gd name="connsiteY0" fmla="*/ 312 h 41751"/>
                  <a:gd name="connsiteX1" fmla="*/ 292334 w 292261"/>
                  <a:gd name="connsiteY1" fmla="*/ 312 h 41751"/>
                  <a:gd name="connsiteX2" fmla="*/ 292334 w 292261"/>
                  <a:gd name="connsiteY2" fmla="*/ 42064 h 41751"/>
                  <a:gd name="connsiteX3" fmla="*/ 72 w 292261"/>
                  <a:gd name="connsiteY3" fmla="*/ 42064 h 41751"/>
                  <a:gd name="connsiteX4" fmla="*/ 72 w 292261"/>
                  <a:gd name="connsiteY4" fmla="*/ 312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2261" h="41751">
                    <a:moveTo>
                      <a:pt x="72" y="312"/>
                    </a:moveTo>
                    <a:cubicBezTo>
                      <a:pt x="96518" y="312"/>
                      <a:pt x="192965" y="312"/>
                      <a:pt x="292334" y="312"/>
                    </a:cubicBezTo>
                    <a:cubicBezTo>
                      <a:pt x="292334" y="14090"/>
                      <a:pt x="292334" y="27868"/>
                      <a:pt x="292334" y="42064"/>
                    </a:cubicBezTo>
                    <a:cubicBezTo>
                      <a:pt x="195887" y="42064"/>
                      <a:pt x="99441" y="42064"/>
                      <a:pt x="72" y="42064"/>
                    </a:cubicBezTo>
                    <a:cubicBezTo>
                      <a:pt x="72" y="28286"/>
                      <a:pt x="72" y="14508"/>
                      <a:pt x="72" y="312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7" name="任意形状 1466">
                <a:extLst>
                  <a:ext uri="{FF2B5EF4-FFF2-40B4-BE49-F238E27FC236}">
                    <a16:creationId xmlns:a16="http://schemas.microsoft.com/office/drawing/2014/main" id="{EBDF7F9F-5511-A158-AE45-1D9B6F077544}"/>
                  </a:ext>
                </a:extLst>
              </p:cNvPr>
              <p:cNvSpPr/>
              <p:nvPr/>
            </p:nvSpPr>
            <p:spPr>
              <a:xfrm>
                <a:off x="4661710" y="3852482"/>
                <a:ext cx="208758" cy="41751"/>
              </a:xfrm>
              <a:custGeom>
                <a:avLst/>
                <a:gdLst>
                  <a:gd name="connsiteX0" fmla="*/ 384 w 208758"/>
                  <a:gd name="connsiteY0" fmla="*/ 424 h 41751"/>
                  <a:gd name="connsiteX1" fmla="*/ 209142 w 208758"/>
                  <a:gd name="connsiteY1" fmla="*/ 424 h 41751"/>
                  <a:gd name="connsiteX2" fmla="*/ 209142 w 208758"/>
                  <a:gd name="connsiteY2" fmla="*/ 42176 h 41751"/>
                  <a:gd name="connsiteX3" fmla="*/ 384 w 208758"/>
                  <a:gd name="connsiteY3" fmla="*/ 42176 h 41751"/>
                  <a:gd name="connsiteX4" fmla="*/ 384 w 208758"/>
                  <a:gd name="connsiteY4" fmla="*/ 42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758" h="41751">
                    <a:moveTo>
                      <a:pt x="384" y="424"/>
                    </a:moveTo>
                    <a:cubicBezTo>
                      <a:pt x="69274" y="424"/>
                      <a:pt x="138164" y="424"/>
                      <a:pt x="209142" y="424"/>
                    </a:cubicBezTo>
                    <a:cubicBezTo>
                      <a:pt x="209142" y="14202"/>
                      <a:pt x="209142" y="27980"/>
                      <a:pt x="209142" y="42176"/>
                    </a:cubicBezTo>
                    <a:cubicBezTo>
                      <a:pt x="140252" y="42176"/>
                      <a:pt x="71362" y="42176"/>
                      <a:pt x="384" y="42176"/>
                    </a:cubicBezTo>
                    <a:cubicBezTo>
                      <a:pt x="384" y="28398"/>
                      <a:pt x="384" y="14620"/>
                      <a:pt x="384" y="42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8" name="任意形状 1467">
                <a:extLst>
                  <a:ext uri="{FF2B5EF4-FFF2-40B4-BE49-F238E27FC236}">
                    <a16:creationId xmlns:a16="http://schemas.microsoft.com/office/drawing/2014/main" id="{E079B150-61B2-EFC7-98F2-D59D3DEDADEE}"/>
                  </a:ext>
                </a:extLst>
              </p:cNvPr>
              <p:cNvSpPr/>
              <p:nvPr/>
            </p:nvSpPr>
            <p:spPr>
              <a:xfrm>
                <a:off x="3764050" y="3017449"/>
                <a:ext cx="208758" cy="41751"/>
              </a:xfrm>
              <a:custGeom>
                <a:avLst/>
                <a:gdLst>
                  <a:gd name="connsiteX0" fmla="*/ 40 w 208758"/>
                  <a:gd name="connsiteY0" fmla="*/ 104 h 41751"/>
                  <a:gd name="connsiteX1" fmla="*/ 208798 w 208758"/>
                  <a:gd name="connsiteY1" fmla="*/ 104 h 41751"/>
                  <a:gd name="connsiteX2" fmla="*/ 208798 w 208758"/>
                  <a:gd name="connsiteY2" fmla="*/ 41856 h 41751"/>
                  <a:gd name="connsiteX3" fmla="*/ 40 w 208758"/>
                  <a:gd name="connsiteY3" fmla="*/ 41856 h 41751"/>
                  <a:gd name="connsiteX4" fmla="*/ 40 w 208758"/>
                  <a:gd name="connsiteY4" fmla="*/ 10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758" h="41751">
                    <a:moveTo>
                      <a:pt x="40" y="104"/>
                    </a:moveTo>
                    <a:cubicBezTo>
                      <a:pt x="68930" y="104"/>
                      <a:pt x="137820" y="104"/>
                      <a:pt x="208798" y="104"/>
                    </a:cubicBezTo>
                    <a:cubicBezTo>
                      <a:pt x="208798" y="13882"/>
                      <a:pt x="208798" y="27660"/>
                      <a:pt x="208798" y="41856"/>
                    </a:cubicBezTo>
                    <a:cubicBezTo>
                      <a:pt x="139908" y="41856"/>
                      <a:pt x="71018" y="41856"/>
                      <a:pt x="40" y="41856"/>
                    </a:cubicBezTo>
                    <a:cubicBezTo>
                      <a:pt x="40" y="28078"/>
                      <a:pt x="40" y="14300"/>
                      <a:pt x="40" y="10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9" name="任意形状 1468">
                <a:extLst>
                  <a:ext uri="{FF2B5EF4-FFF2-40B4-BE49-F238E27FC236}">
                    <a16:creationId xmlns:a16="http://schemas.microsoft.com/office/drawing/2014/main" id="{32A2CA0D-DAFE-B091-CFDF-05A2C2C49248}"/>
                  </a:ext>
                </a:extLst>
              </p:cNvPr>
              <p:cNvSpPr/>
              <p:nvPr/>
            </p:nvSpPr>
            <p:spPr>
              <a:xfrm>
                <a:off x="4661710" y="3935986"/>
                <a:ext cx="125254" cy="41751"/>
              </a:xfrm>
              <a:custGeom>
                <a:avLst/>
                <a:gdLst>
                  <a:gd name="connsiteX0" fmla="*/ 384 w 125254"/>
                  <a:gd name="connsiteY0" fmla="*/ 456 h 41751"/>
                  <a:gd name="connsiteX1" fmla="*/ 125639 w 125254"/>
                  <a:gd name="connsiteY1" fmla="*/ 456 h 41751"/>
                  <a:gd name="connsiteX2" fmla="*/ 125639 w 125254"/>
                  <a:gd name="connsiteY2" fmla="*/ 42208 h 41751"/>
                  <a:gd name="connsiteX3" fmla="*/ 384 w 125254"/>
                  <a:gd name="connsiteY3" fmla="*/ 42208 h 41751"/>
                  <a:gd name="connsiteX4" fmla="*/ 384 w 125254"/>
                  <a:gd name="connsiteY4" fmla="*/ 45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41751">
                    <a:moveTo>
                      <a:pt x="384" y="456"/>
                    </a:moveTo>
                    <a:cubicBezTo>
                      <a:pt x="41718" y="456"/>
                      <a:pt x="83052" y="456"/>
                      <a:pt x="125639" y="456"/>
                    </a:cubicBezTo>
                    <a:cubicBezTo>
                      <a:pt x="125639" y="14234"/>
                      <a:pt x="125639" y="28012"/>
                      <a:pt x="125639" y="42208"/>
                    </a:cubicBezTo>
                    <a:cubicBezTo>
                      <a:pt x="84305" y="42208"/>
                      <a:pt x="42971" y="42208"/>
                      <a:pt x="384" y="42208"/>
                    </a:cubicBezTo>
                    <a:cubicBezTo>
                      <a:pt x="384" y="28430"/>
                      <a:pt x="384" y="14652"/>
                      <a:pt x="384" y="45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0" name="任意形状 1469">
                <a:extLst>
                  <a:ext uri="{FF2B5EF4-FFF2-40B4-BE49-F238E27FC236}">
                    <a16:creationId xmlns:a16="http://schemas.microsoft.com/office/drawing/2014/main" id="{DB3C2D97-6E07-F7E4-B486-3D1374EAE5D7}"/>
                  </a:ext>
                </a:extLst>
              </p:cNvPr>
              <p:cNvSpPr/>
              <p:nvPr/>
            </p:nvSpPr>
            <p:spPr>
              <a:xfrm>
                <a:off x="3764050" y="3100953"/>
                <a:ext cx="125254" cy="41751"/>
              </a:xfrm>
              <a:custGeom>
                <a:avLst/>
                <a:gdLst>
                  <a:gd name="connsiteX0" fmla="*/ 40 w 125254"/>
                  <a:gd name="connsiteY0" fmla="*/ 136 h 41751"/>
                  <a:gd name="connsiteX1" fmla="*/ 125295 w 125254"/>
                  <a:gd name="connsiteY1" fmla="*/ 136 h 41751"/>
                  <a:gd name="connsiteX2" fmla="*/ 125295 w 125254"/>
                  <a:gd name="connsiteY2" fmla="*/ 41888 h 41751"/>
                  <a:gd name="connsiteX3" fmla="*/ 40 w 125254"/>
                  <a:gd name="connsiteY3" fmla="*/ 41888 h 41751"/>
                  <a:gd name="connsiteX4" fmla="*/ 40 w 125254"/>
                  <a:gd name="connsiteY4" fmla="*/ 13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41751">
                    <a:moveTo>
                      <a:pt x="40" y="136"/>
                    </a:moveTo>
                    <a:cubicBezTo>
                      <a:pt x="41374" y="136"/>
                      <a:pt x="82708" y="136"/>
                      <a:pt x="125295" y="136"/>
                    </a:cubicBezTo>
                    <a:cubicBezTo>
                      <a:pt x="125295" y="13914"/>
                      <a:pt x="125295" y="27692"/>
                      <a:pt x="125295" y="41888"/>
                    </a:cubicBezTo>
                    <a:cubicBezTo>
                      <a:pt x="83961" y="41888"/>
                      <a:pt x="42627" y="41888"/>
                      <a:pt x="40" y="41888"/>
                    </a:cubicBezTo>
                    <a:cubicBezTo>
                      <a:pt x="40" y="28110"/>
                      <a:pt x="40" y="14332"/>
                      <a:pt x="40" y="13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1" name="任意形状 1470">
                <a:extLst>
                  <a:ext uri="{FF2B5EF4-FFF2-40B4-BE49-F238E27FC236}">
                    <a16:creationId xmlns:a16="http://schemas.microsoft.com/office/drawing/2014/main" id="{2D8885B8-F2A3-41BF-39A9-5063E6F15DFF}"/>
                  </a:ext>
                </a:extLst>
              </p:cNvPr>
              <p:cNvSpPr/>
              <p:nvPr/>
            </p:nvSpPr>
            <p:spPr>
              <a:xfrm>
                <a:off x="4828717" y="3935986"/>
                <a:ext cx="41751" cy="41751"/>
              </a:xfrm>
              <a:custGeom>
                <a:avLst/>
                <a:gdLst>
                  <a:gd name="connsiteX0" fmla="*/ 448 w 41751"/>
                  <a:gd name="connsiteY0" fmla="*/ 456 h 41751"/>
                  <a:gd name="connsiteX1" fmla="*/ 42200 w 41751"/>
                  <a:gd name="connsiteY1" fmla="*/ 456 h 41751"/>
                  <a:gd name="connsiteX2" fmla="*/ 42200 w 41751"/>
                  <a:gd name="connsiteY2" fmla="*/ 42208 h 41751"/>
                  <a:gd name="connsiteX3" fmla="*/ 448 w 41751"/>
                  <a:gd name="connsiteY3" fmla="*/ 42208 h 41751"/>
                  <a:gd name="connsiteX4" fmla="*/ 448 w 41751"/>
                  <a:gd name="connsiteY4" fmla="*/ 45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48" y="456"/>
                    </a:moveTo>
                    <a:cubicBezTo>
                      <a:pt x="14226" y="456"/>
                      <a:pt x="28004" y="456"/>
                      <a:pt x="42200" y="456"/>
                    </a:cubicBezTo>
                    <a:cubicBezTo>
                      <a:pt x="42200" y="14234"/>
                      <a:pt x="42200" y="28012"/>
                      <a:pt x="42200" y="42208"/>
                    </a:cubicBezTo>
                    <a:cubicBezTo>
                      <a:pt x="28422" y="42208"/>
                      <a:pt x="14644" y="42208"/>
                      <a:pt x="448" y="42208"/>
                    </a:cubicBezTo>
                    <a:cubicBezTo>
                      <a:pt x="448" y="28430"/>
                      <a:pt x="448" y="14652"/>
                      <a:pt x="448" y="45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2" name="任意形状 1471">
                <a:extLst>
                  <a:ext uri="{FF2B5EF4-FFF2-40B4-BE49-F238E27FC236}">
                    <a16:creationId xmlns:a16="http://schemas.microsoft.com/office/drawing/2014/main" id="{5D31485F-D386-01E5-9133-02C8BA559D5D}"/>
                  </a:ext>
                </a:extLst>
              </p:cNvPr>
              <p:cNvSpPr/>
              <p:nvPr/>
            </p:nvSpPr>
            <p:spPr>
              <a:xfrm>
                <a:off x="4661710" y="3685476"/>
                <a:ext cx="41751" cy="41751"/>
              </a:xfrm>
              <a:custGeom>
                <a:avLst/>
                <a:gdLst>
                  <a:gd name="connsiteX0" fmla="*/ 384 w 41751"/>
                  <a:gd name="connsiteY0" fmla="*/ 360 h 41751"/>
                  <a:gd name="connsiteX1" fmla="*/ 42136 w 41751"/>
                  <a:gd name="connsiteY1" fmla="*/ 360 h 41751"/>
                  <a:gd name="connsiteX2" fmla="*/ 42136 w 41751"/>
                  <a:gd name="connsiteY2" fmla="*/ 42112 h 41751"/>
                  <a:gd name="connsiteX3" fmla="*/ 384 w 41751"/>
                  <a:gd name="connsiteY3" fmla="*/ 42112 h 41751"/>
                  <a:gd name="connsiteX4" fmla="*/ 384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84" y="360"/>
                    </a:moveTo>
                    <a:cubicBezTo>
                      <a:pt x="14162" y="360"/>
                      <a:pt x="27940" y="360"/>
                      <a:pt x="42136" y="360"/>
                    </a:cubicBezTo>
                    <a:cubicBezTo>
                      <a:pt x="42136" y="14138"/>
                      <a:pt x="42136" y="27916"/>
                      <a:pt x="42136" y="42112"/>
                    </a:cubicBezTo>
                    <a:cubicBezTo>
                      <a:pt x="28358" y="42112"/>
                      <a:pt x="14580" y="42112"/>
                      <a:pt x="384" y="42112"/>
                    </a:cubicBezTo>
                    <a:cubicBezTo>
                      <a:pt x="384" y="28334"/>
                      <a:pt x="384" y="14556"/>
                      <a:pt x="384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3" name="任意形状 1472">
                <a:extLst>
                  <a:ext uri="{FF2B5EF4-FFF2-40B4-BE49-F238E27FC236}">
                    <a16:creationId xmlns:a16="http://schemas.microsoft.com/office/drawing/2014/main" id="{7CC8910A-86EC-E349-B045-7680C0A77372}"/>
                  </a:ext>
                </a:extLst>
              </p:cNvPr>
              <p:cNvSpPr/>
              <p:nvPr/>
            </p:nvSpPr>
            <p:spPr>
              <a:xfrm>
                <a:off x="4578207" y="3685476"/>
                <a:ext cx="41751" cy="41751"/>
              </a:xfrm>
              <a:custGeom>
                <a:avLst/>
                <a:gdLst>
                  <a:gd name="connsiteX0" fmla="*/ 352 w 41751"/>
                  <a:gd name="connsiteY0" fmla="*/ 360 h 41751"/>
                  <a:gd name="connsiteX1" fmla="*/ 42104 w 41751"/>
                  <a:gd name="connsiteY1" fmla="*/ 360 h 41751"/>
                  <a:gd name="connsiteX2" fmla="*/ 42104 w 41751"/>
                  <a:gd name="connsiteY2" fmla="*/ 42112 h 41751"/>
                  <a:gd name="connsiteX3" fmla="*/ 352 w 41751"/>
                  <a:gd name="connsiteY3" fmla="*/ 42112 h 41751"/>
                  <a:gd name="connsiteX4" fmla="*/ 352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52" y="360"/>
                    </a:moveTo>
                    <a:cubicBezTo>
                      <a:pt x="14130" y="360"/>
                      <a:pt x="27908" y="360"/>
                      <a:pt x="42104" y="360"/>
                    </a:cubicBezTo>
                    <a:cubicBezTo>
                      <a:pt x="42104" y="14138"/>
                      <a:pt x="42104" y="27916"/>
                      <a:pt x="42104" y="42112"/>
                    </a:cubicBezTo>
                    <a:cubicBezTo>
                      <a:pt x="28326" y="42112"/>
                      <a:pt x="14548" y="42112"/>
                      <a:pt x="352" y="42112"/>
                    </a:cubicBezTo>
                    <a:cubicBezTo>
                      <a:pt x="352" y="28334"/>
                      <a:pt x="352" y="14556"/>
                      <a:pt x="352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4" name="任意形状 1473">
                <a:extLst>
                  <a:ext uri="{FF2B5EF4-FFF2-40B4-BE49-F238E27FC236}">
                    <a16:creationId xmlns:a16="http://schemas.microsoft.com/office/drawing/2014/main" id="{4CE9097E-CD8A-AC78-7C19-9317188A060D}"/>
                  </a:ext>
                </a:extLst>
              </p:cNvPr>
              <p:cNvSpPr/>
              <p:nvPr/>
            </p:nvSpPr>
            <p:spPr>
              <a:xfrm>
                <a:off x="4494704" y="3685476"/>
                <a:ext cx="41751" cy="41751"/>
              </a:xfrm>
              <a:custGeom>
                <a:avLst/>
                <a:gdLst>
                  <a:gd name="connsiteX0" fmla="*/ 320 w 41751"/>
                  <a:gd name="connsiteY0" fmla="*/ 360 h 41751"/>
                  <a:gd name="connsiteX1" fmla="*/ 42072 w 41751"/>
                  <a:gd name="connsiteY1" fmla="*/ 360 h 41751"/>
                  <a:gd name="connsiteX2" fmla="*/ 42072 w 41751"/>
                  <a:gd name="connsiteY2" fmla="*/ 42112 h 41751"/>
                  <a:gd name="connsiteX3" fmla="*/ 320 w 41751"/>
                  <a:gd name="connsiteY3" fmla="*/ 42112 h 41751"/>
                  <a:gd name="connsiteX4" fmla="*/ 320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20" y="360"/>
                    </a:moveTo>
                    <a:cubicBezTo>
                      <a:pt x="14098" y="360"/>
                      <a:pt x="27876" y="360"/>
                      <a:pt x="42072" y="360"/>
                    </a:cubicBezTo>
                    <a:cubicBezTo>
                      <a:pt x="42072" y="14138"/>
                      <a:pt x="42072" y="27916"/>
                      <a:pt x="42072" y="42112"/>
                    </a:cubicBezTo>
                    <a:cubicBezTo>
                      <a:pt x="28294" y="42112"/>
                      <a:pt x="14516" y="42112"/>
                      <a:pt x="320" y="42112"/>
                    </a:cubicBezTo>
                    <a:cubicBezTo>
                      <a:pt x="320" y="28334"/>
                      <a:pt x="320" y="14556"/>
                      <a:pt x="320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5" name="任意形状 1474">
                <a:extLst>
                  <a:ext uri="{FF2B5EF4-FFF2-40B4-BE49-F238E27FC236}">
                    <a16:creationId xmlns:a16="http://schemas.microsoft.com/office/drawing/2014/main" id="{39D210B4-C42C-B329-55BF-DBB61985EAA1}"/>
                  </a:ext>
                </a:extLst>
              </p:cNvPr>
              <p:cNvSpPr/>
              <p:nvPr/>
            </p:nvSpPr>
            <p:spPr>
              <a:xfrm>
                <a:off x="3764050" y="3560221"/>
                <a:ext cx="41751" cy="41751"/>
              </a:xfrm>
              <a:custGeom>
                <a:avLst/>
                <a:gdLst>
                  <a:gd name="connsiteX0" fmla="*/ 40 w 41751"/>
                  <a:gd name="connsiteY0" fmla="*/ 312 h 41751"/>
                  <a:gd name="connsiteX1" fmla="*/ 41792 w 41751"/>
                  <a:gd name="connsiteY1" fmla="*/ 312 h 41751"/>
                  <a:gd name="connsiteX2" fmla="*/ 41792 w 41751"/>
                  <a:gd name="connsiteY2" fmla="*/ 42064 h 41751"/>
                  <a:gd name="connsiteX3" fmla="*/ 40 w 41751"/>
                  <a:gd name="connsiteY3" fmla="*/ 42064 h 41751"/>
                  <a:gd name="connsiteX4" fmla="*/ 40 w 41751"/>
                  <a:gd name="connsiteY4" fmla="*/ 312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312"/>
                    </a:moveTo>
                    <a:cubicBezTo>
                      <a:pt x="13818" y="312"/>
                      <a:pt x="27596" y="312"/>
                      <a:pt x="41792" y="312"/>
                    </a:cubicBezTo>
                    <a:cubicBezTo>
                      <a:pt x="41792" y="14090"/>
                      <a:pt x="41792" y="27868"/>
                      <a:pt x="41792" y="42064"/>
                    </a:cubicBezTo>
                    <a:cubicBezTo>
                      <a:pt x="28014" y="42064"/>
                      <a:pt x="14236" y="42064"/>
                      <a:pt x="40" y="42064"/>
                    </a:cubicBezTo>
                    <a:cubicBezTo>
                      <a:pt x="40" y="28286"/>
                      <a:pt x="40" y="14508"/>
                      <a:pt x="40" y="312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6" name="任意形状 1475">
                <a:extLst>
                  <a:ext uri="{FF2B5EF4-FFF2-40B4-BE49-F238E27FC236}">
                    <a16:creationId xmlns:a16="http://schemas.microsoft.com/office/drawing/2014/main" id="{4726BDA6-0B6F-5714-FB99-A97D9A57D6E3}"/>
                  </a:ext>
                </a:extLst>
              </p:cNvPr>
              <p:cNvSpPr/>
              <p:nvPr/>
            </p:nvSpPr>
            <p:spPr>
              <a:xfrm>
                <a:off x="3931056" y="3393214"/>
                <a:ext cx="41751" cy="41751"/>
              </a:xfrm>
              <a:custGeom>
                <a:avLst/>
                <a:gdLst>
                  <a:gd name="connsiteX0" fmla="*/ 104 w 41751"/>
                  <a:gd name="connsiteY0" fmla="*/ 248 h 41751"/>
                  <a:gd name="connsiteX1" fmla="*/ 41856 w 41751"/>
                  <a:gd name="connsiteY1" fmla="*/ 248 h 41751"/>
                  <a:gd name="connsiteX2" fmla="*/ 41856 w 41751"/>
                  <a:gd name="connsiteY2" fmla="*/ 42000 h 41751"/>
                  <a:gd name="connsiteX3" fmla="*/ 104 w 41751"/>
                  <a:gd name="connsiteY3" fmla="*/ 42000 h 41751"/>
                  <a:gd name="connsiteX4" fmla="*/ 104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248"/>
                    </a:moveTo>
                    <a:cubicBezTo>
                      <a:pt x="13882" y="248"/>
                      <a:pt x="27660" y="248"/>
                      <a:pt x="41856" y="248"/>
                    </a:cubicBezTo>
                    <a:cubicBezTo>
                      <a:pt x="41856" y="14026"/>
                      <a:pt x="41856" y="27804"/>
                      <a:pt x="41856" y="42000"/>
                    </a:cubicBezTo>
                    <a:cubicBezTo>
                      <a:pt x="28078" y="42000"/>
                      <a:pt x="14300" y="42000"/>
                      <a:pt x="104" y="42000"/>
                    </a:cubicBezTo>
                    <a:cubicBezTo>
                      <a:pt x="104" y="28222"/>
                      <a:pt x="104" y="14444"/>
                      <a:pt x="104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7" name="任意形状 1476">
                <a:extLst>
                  <a:ext uri="{FF2B5EF4-FFF2-40B4-BE49-F238E27FC236}">
                    <a16:creationId xmlns:a16="http://schemas.microsoft.com/office/drawing/2014/main" id="{0866A4DB-7F98-40CF-5216-2AA8287E5D31}"/>
                  </a:ext>
                </a:extLst>
              </p:cNvPr>
              <p:cNvSpPr/>
              <p:nvPr/>
            </p:nvSpPr>
            <p:spPr>
              <a:xfrm>
                <a:off x="3847553" y="3393214"/>
                <a:ext cx="41751" cy="41751"/>
              </a:xfrm>
              <a:custGeom>
                <a:avLst/>
                <a:gdLst>
                  <a:gd name="connsiteX0" fmla="*/ 72 w 41751"/>
                  <a:gd name="connsiteY0" fmla="*/ 248 h 41751"/>
                  <a:gd name="connsiteX1" fmla="*/ 41824 w 41751"/>
                  <a:gd name="connsiteY1" fmla="*/ 248 h 41751"/>
                  <a:gd name="connsiteX2" fmla="*/ 41824 w 41751"/>
                  <a:gd name="connsiteY2" fmla="*/ 42000 h 41751"/>
                  <a:gd name="connsiteX3" fmla="*/ 72 w 41751"/>
                  <a:gd name="connsiteY3" fmla="*/ 42000 h 41751"/>
                  <a:gd name="connsiteX4" fmla="*/ 72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72" y="248"/>
                    </a:moveTo>
                    <a:cubicBezTo>
                      <a:pt x="13850" y="248"/>
                      <a:pt x="27628" y="248"/>
                      <a:pt x="41824" y="248"/>
                    </a:cubicBezTo>
                    <a:cubicBezTo>
                      <a:pt x="41824" y="14026"/>
                      <a:pt x="41824" y="27804"/>
                      <a:pt x="41824" y="42000"/>
                    </a:cubicBezTo>
                    <a:cubicBezTo>
                      <a:pt x="28046" y="42000"/>
                      <a:pt x="14268" y="42000"/>
                      <a:pt x="72" y="42000"/>
                    </a:cubicBezTo>
                    <a:cubicBezTo>
                      <a:pt x="72" y="28222"/>
                      <a:pt x="72" y="14444"/>
                      <a:pt x="72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8" name="任意形状 1477">
                <a:extLst>
                  <a:ext uri="{FF2B5EF4-FFF2-40B4-BE49-F238E27FC236}">
                    <a16:creationId xmlns:a16="http://schemas.microsoft.com/office/drawing/2014/main" id="{021C7344-C244-5EF6-96C9-8C7CE53B3464}"/>
                  </a:ext>
                </a:extLst>
              </p:cNvPr>
              <p:cNvSpPr/>
              <p:nvPr/>
            </p:nvSpPr>
            <p:spPr>
              <a:xfrm>
                <a:off x="3764050" y="3393214"/>
                <a:ext cx="41751" cy="41751"/>
              </a:xfrm>
              <a:custGeom>
                <a:avLst/>
                <a:gdLst>
                  <a:gd name="connsiteX0" fmla="*/ 40 w 41751"/>
                  <a:gd name="connsiteY0" fmla="*/ 248 h 41751"/>
                  <a:gd name="connsiteX1" fmla="*/ 41792 w 41751"/>
                  <a:gd name="connsiteY1" fmla="*/ 248 h 41751"/>
                  <a:gd name="connsiteX2" fmla="*/ 41792 w 41751"/>
                  <a:gd name="connsiteY2" fmla="*/ 42000 h 41751"/>
                  <a:gd name="connsiteX3" fmla="*/ 40 w 41751"/>
                  <a:gd name="connsiteY3" fmla="*/ 42000 h 41751"/>
                  <a:gd name="connsiteX4" fmla="*/ 40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248"/>
                    </a:moveTo>
                    <a:cubicBezTo>
                      <a:pt x="13818" y="248"/>
                      <a:pt x="27596" y="248"/>
                      <a:pt x="41792" y="248"/>
                    </a:cubicBezTo>
                    <a:cubicBezTo>
                      <a:pt x="41792" y="14026"/>
                      <a:pt x="41792" y="27804"/>
                      <a:pt x="41792" y="42000"/>
                    </a:cubicBezTo>
                    <a:cubicBezTo>
                      <a:pt x="28014" y="42000"/>
                      <a:pt x="14236" y="42000"/>
                      <a:pt x="40" y="42000"/>
                    </a:cubicBezTo>
                    <a:cubicBezTo>
                      <a:pt x="40" y="28222"/>
                      <a:pt x="40" y="14444"/>
                      <a:pt x="40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9" name="任意形状 1478">
                <a:extLst>
                  <a:ext uri="{FF2B5EF4-FFF2-40B4-BE49-F238E27FC236}">
                    <a16:creationId xmlns:a16="http://schemas.microsoft.com/office/drawing/2014/main" id="{4B871566-E63A-A8CE-1975-2B1D0249EF97}"/>
                  </a:ext>
                </a:extLst>
              </p:cNvPr>
              <p:cNvSpPr/>
              <p:nvPr/>
            </p:nvSpPr>
            <p:spPr>
              <a:xfrm>
                <a:off x="3931056" y="3100953"/>
                <a:ext cx="41751" cy="41751"/>
              </a:xfrm>
              <a:custGeom>
                <a:avLst/>
                <a:gdLst>
                  <a:gd name="connsiteX0" fmla="*/ 104 w 41751"/>
                  <a:gd name="connsiteY0" fmla="*/ 136 h 41751"/>
                  <a:gd name="connsiteX1" fmla="*/ 41856 w 41751"/>
                  <a:gd name="connsiteY1" fmla="*/ 136 h 41751"/>
                  <a:gd name="connsiteX2" fmla="*/ 41856 w 41751"/>
                  <a:gd name="connsiteY2" fmla="*/ 41888 h 41751"/>
                  <a:gd name="connsiteX3" fmla="*/ 104 w 41751"/>
                  <a:gd name="connsiteY3" fmla="*/ 41888 h 41751"/>
                  <a:gd name="connsiteX4" fmla="*/ 104 w 41751"/>
                  <a:gd name="connsiteY4" fmla="*/ 13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136"/>
                    </a:moveTo>
                    <a:cubicBezTo>
                      <a:pt x="13882" y="136"/>
                      <a:pt x="27660" y="136"/>
                      <a:pt x="41856" y="136"/>
                    </a:cubicBezTo>
                    <a:cubicBezTo>
                      <a:pt x="41856" y="13914"/>
                      <a:pt x="41856" y="27692"/>
                      <a:pt x="41856" y="41888"/>
                    </a:cubicBezTo>
                    <a:cubicBezTo>
                      <a:pt x="28078" y="41888"/>
                      <a:pt x="14300" y="41888"/>
                      <a:pt x="104" y="41888"/>
                    </a:cubicBezTo>
                    <a:cubicBezTo>
                      <a:pt x="104" y="28110"/>
                      <a:pt x="104" y="14332"/>
                      <a:pt x="104" y="13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1" name="任意形状 1480">
                <a:extLst>
                  <a:ext uri="{FF2B5EF4-FFF2-40B4-BE49-F238E27FC236}">
                    <a16:creationId xmlns:a16="http://schemas.microsoft.com/office/drawing/2014/main" id="{407D0ED6-1889-E94F-63C0-03FA6FD08EFA}"/>
                  </a:ext>
                </a:extLst>
              </p:cNvPr>
              <p:cNvSpPr/>
              <p:nvPr/>
            </p:nvSpPr>
            <p:spPr>
              <a:xfrm>
                <a:off x="4056311" y="3059201"/>
                <a:ext cx="41751" cy="41751"/>
              </a:xfrm>
              <a:custGeom>
                <a:avLst/>
                <a:gdLst>
                  <a:gd name="connsiteX0" fmla="*/ 152 w 41751"/>
                  <a:gd name="connsiteY0" fmla="*/ 120 h 41751"/>
                  <a:gd name="connsiteX1" fmla="*/ 41904 w 41751"/>
                  <a:gd name="connsiteY1" fmla="*/ 120 h 41751"/>
                  <a:gd name="connsiteX2" fmla="*/ 41904 w 41751"/>
                  <a:gd name="connsiteY2" fmla="*/ 41872 h 41751"/>
                  <a:gd name="connsiteX3" fmla="*/ 152 w 41751"/>
                  <a:gd name="connsiteY3" fmla="*/ 41872 h 41751"/>
                  <a:gd name="connsiteX4" fmla="*/ 152 w 41751"/>
                  <a:gd name="connsiteY4" fmla="*/ 12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52" y="120"/>
                    </a:moveTo>
                    <a:cubicBezTo>
                      <a:pt x="13930" y="120"/>
                      <a:pt x="27708" y="120"/>
                      <a:pt x="41904" y="120"/>
                    </a:cubicBezTo>
                    <a:cubicBezTo>
                      <a:pt x="41904" y="13898"/>
                      <a:pt x="41904" y="27676"/>
                      <a:pt x="41904" y="41872"/>
                    </a:cubicBezTo>
                    <a:cubicBezTo>
                      <a:pt x="28126" y="41872"/>
                      <a:pt x="14348" y="41872"/>
                      <a:pt x="152" y="41872"/>
                    </a:cubicBezTo>
                    <a:cubicBezTo>
                      <a:pt x="152" y="28094"/>
                      <a:pt x="152" y="14316"/>
                      <a:pt x="152" y="120"/>
                    </a:cubicBezTo>
                    <a:close/>
                  </a:path>
                </a:pathLst>
              </a:custGeom>
              <a:solidFill>
                <a:srgbClr val="FF82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2" name="任意形状 1481">
                <a:extLst>
                  <a:ext uri="{FF2B5EF4-FFF2-40B4-BE49-F238E27FC236}">
                    <a16:creationId xmlns:a16="http://schemas.microsoft.com/office/drawing/2014/main" id="{C404F0A5-C10E-4E1C-8318-2A02D94DD857}"/>
                  </a:ext>
                </a:extLst>
              </p:cNvPr>
              <p:cNvSpPr/>
              <p:nvPr/>
            </p:nvSpPr>
            <p:spPr>
              <a:xfrm>
                <a:off x="3931056" y="2850443"/>
                <a:ext cx="41751" cy="41751"/>
              </a:xfrm>
              <a:custGeom>
                <a:avLst/>
                <a:gdLst>
                  <a:gd name="connsiteX0" fmla="*/ 104 w 41751"/>
                  <a:gd name="connsiteY0" fmla="*/ 40 h 41751"/>
                  <a:gd name="connsiteX1" fmla="*/ 41856 w 41751"/>
                  <a:gd name="connsiteY1" fmla="*/ 40 h 41751"/>
                  <a:gd name="connsiteX2" fmla="*/ 41856 w 41751"/>
                  <a:gd name="connsiteY2" fmla="*/ 41792 h 41751"/>
                  <a:gd name="connsiteX3" fmla="*/ 104 w 41751"/>
                  <a:gd name="connsiteY3" fmla="*/ 41792 h 41751"/>
                  <a:gd name="connsiteX4" fmla="*/ 104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40"/>
                    </a:moveTo>
                    <a:cubicBezTo>
                      <a:pt x="13882" y="40"/>
                      <a:pt x="27660" y="40"/>
                      <a:pt x="41856" y="40"/>
                    </a:cubicBezTo>
                    <a:cubicBezTo>
                      <a:pt x="41856" y="13818"/>
                      <a:pt x="41856" y="27596"/>
                      <a:pt x="41856" y="41792"/>
                    </a:cubicBezTo>
                    <a:cubicBezTo>
                      <a:pt x="28078" y="41792"/>
                      <a:pt x="14300" y="41792"/>
                      <a:pt x="104" y="41792"/>
                    </a:cubicBezTo>
                    <a:cubicBezTo>
                      <a:pt x="104" y="28014"/>
                      <a:pt x="104" y="14236"/>
                      <a:pt x="104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3" name="任意形状 1482">
                <a:extLst>
                  <a:ext uri="{FF2B5EF4-FFF2-40B4-BE49-F238E27FC236}">
                    <a16:creationId xmlns:a16="http://schemas.microsoft.com/office/drawing/2014/main" id="{29000E80-FED9-3630-D5E6-044EFBFDC339}"/>
                  </a:ext>
                </a:extLst>
              </p:cNvPr>
              <p:cNvSpPr/>
              <p:nvPr/>
            </p:nvSpPr>
            <p:spPr>
              <a:xfrm>
                <a:off x="3847553" y="2850443"/>
                <a:ext cx="41751" cy="41751"/>
              </a:xfrm>
              <a:custGeom>
                <a:avLst/>
                <a:gdLst>
                  <a:gd name="connsiteX0" fmla="*/ 72 w 41751"/>
                  <a:gd name="connsiteY0" fmla="*/ 40 h 41751"/>
                  <a:gd name="connsiteX1" fmla="*/ 41824 w 41751"/>
                  <a:gd name="connsiteY1" fmla="*/ 40 h 41751"/>
                  <a:gd name="connsiteX2" fmla="*/ 41824 w 41751"/>
                  <a:gd name="connsiteY2" fmla="*/ 41792 h 41751"/>
                  <a:gd name="connsiteX3" fmla="*/ 72 w 41751"/>
                  <a:gd name="connsiteY3" fmla="*/ 41792 h 41751"/>
                  <a:gd name="connsiteX4" fmla="*/ 72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72" y="40"/>
                    </a:moveTo>
                    <a:cubicBezTo>
                      <a:pt x="13850" y="40"/>
                      <a:pt x="27628" y="40"/>
                      <a:pt x="41824" y="40"/>
                    </a:cubicBezTo>
                    <a:cubicBezTo>
                      <a:pt x="41824" y="13818"/>
                      <a:pt x="41824" y="27596"/>
                      <a:pt x="41824" y="41792"/>
                    </a:cubicBezTo>
                    <a:cubicBezTo>
                      <a:pt x="28046" y="41792"/>
                      <a:pt x="14268" y="41792"/>
                      <a:pt x="72" y="41792"/>
                    </a:cubicBezTo>
                    <a:cubicBezTo>
                      <a:pt x="72" y="28014"/>
                      <a:pt x="72" y="14236"/>
                      <a:pt x="72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4" name="任意形状 1483">
                <a:extLst>
                  <a:ext uri="{FF2B5EF4-FFF2-40B4-BE49-F238E27FC236}">
                    <a16:creationId xmlns:a16="http://schemas.microsoft.com/office/drawing/2014/main" id="{8E448256-51DB-99F6-1EA7-EE886CC834A8}"/>
                  </a:ext>
                </a:extLst>
              </p:cNvPr>
              <p:cNvSpPr/>
              <p:nvPr/>
            </p:nvSpPr>
            <p:spPr>
              <a:xfrm>
                <a:off x="3764050" y="2850443"/>
                <a:ext cx="41751" cy="41751"/>
              </a:xfrm>
              <a:custGeom>
                <a:avLst/>
                <a:gdLst>
                  <a:gd name="connsiteX0" fmla="*/ 40 w 41751"/>
                  <a:gd name="connsiteY0" fmla="*/ 40 h 41751"/>
                  <a:gd name="connsiteX1" fmla="*/ 41792 w 41751"/>
                  <a:gd name="connsiteY1" fmla="*/ 40 h 41751"/>
                  <a:gd name="connsiteX2" fmla="*/ 41792 w 41751"/>
                  <a:gd name="connsiteY2" fmla="*/ 41792 h 41751"/>
                  <a:gd name="connsiteX3" fmla="*/ 40 w 41751"/>
                  <a:gd name="connsiteY3" fmla="*/ 41792 h 41751"/>
                  <a:gd name="connsiteX4" fmla="*/ 40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40"/>
                    </a:moveTo>
                    <a:cubicBezTo>
                      <a:pt x="13818" y="40"/>
                      <a:pt x="27596" y="40"/>
                      <a:pt x="41792" y="40"/>
                    </a:cubicBezTo>
                    <a:cubicBezTo>
                      <a:pt x="41792" y="13818"/>
                      <a:pt x="41792" y="27596"/>
                      <a:pt x="41792" y="41792"/>
                    </a:cubicBezTo>
                    <a:cubicBezTo>
                      <a:pt x="28014" y="41792"/>
                      <a:pt x="14236" y="41792"/>
                      <a:pt x="40" y="41792"/>
                    </a:cubicBezTo>
                    <a:cubicBezTo>
                      <a:pt x="40" y="28014"/>
                      <a:pt x="40" y="14236"/>
                      <a:pt x="40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5" name="任意形状 1484">
                <a:extLst>
                  <a:ext uri="{FF2B5EF4-FFF2-40B4-BE49-F238E27FC236}">
                    <a16:creationId xmlns:a16="http://schemas.microsoft.com/office/drawing/2014/main" id="{EFCDFE4F-5363-A8B9-04CF-0397C1BAED67}"/>
                  </a:ext>
                </a:extLst>
              </p:cNvPr>
              <p:cNvSpPr/>
              <p:nvPr/>
            </p:nvSpPr>
            <p:spPr>
              <a:xfrm>
                <a:off x="4535232" y="3892603"/>
                <a:ext cx="44198" cy="45013"/>
              </a:xfrm>
              <a:custGeom>
                <a:avLst/>
                <a:gdLst>
                  <a:gd name="connsiteX0" fmla="*/ 22443 w 44198"/>
                  <a:gd name="connsiteY0" fmla="*/ 439 h 45013"/>
                  <a:gd name="connsiteX1" fmla="*/ 43319 w 44198"/>
                  <a:gd name="connsiteY1" fmla="*/ 15118 h 45013"/>
                  <a:gd name="connsiteX2" fmla="*/ 43319 w 44198"/>
                  <a:gd name="connsiteY2" fmla="*/ 30775 h 45013"/>
                  <a:gd name="connsiteX3" fmla="*/ 22443 w 44198"/>
                  <a:gd name="connsiteY3" fmla="*/ 45453 h 45013"/>
                  <a:gd name="connsiteX4" fmla="*/ 1567 w 44198"/>
                  <a:gd name="connsiteY4" fmla="*/ 30775 h 45013"/>
                  <a:gd name="connsiteX5" fmla="*/ 1567 w 44198"/>
                  <a:gd name="connsiteY5" fmla="*/ 15118 h 45013"/>
                  <a:gd name="connsiteX6" fmla="*/ 22443 w 44198"/>
                  <a:gd name="connsiteY6" fmla="*/ 439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443" y="439"/>
                    </a:moveTo>
                    <a:cubicBezTo>
                      <a:pt x="33075" y="2654"/>
                      <a:pt x="36910" y="6447"/>
                      <a:pt x="43319" y="15118"/>
                    </a:cubicBezTo>
                    <a:cubicBezTo>
                      <a:pt x="44950" y="22946"/>
                      <a:pt x="44950" y="22946"/>
                      <a:pt x="43319" y="30775"/>
                    </a:cubicBezTo>
                    <a:cubicBezTo>
                      <a:pt x="36910" y="39445"/>
                      <a:pt x="33075" y="43238"/>
                      <a:pt x="22443" y="45453"/>
                    </a:cubicBezTo>
                    <a:cubicBezTo>
                      <a:pt x="11811" y="43238"/>
                      <a:pt x="7976" y="39445"/>
                      <a:pt x="1567" y="30775"/>
                    </a:cubicBezTo>
                    <a:cubicBezTo>
                      <a:pt x="-64" y="22946"/>
                      <a:pt x="-64" y="22946"/>
                      <a:pt x="1567" y="15118"/>
                    </a:cubicBezTo>
                    <a:cubicBezTo>
                      <a:pt x="7976" y="6447"/>
                      <a:pt x="11811" y="2654"/>
                      <a:pt x="22443" y="439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7" name="任意形状 1486">
                <a:extLst>
                  <a:ext uri="{FF2B5EF4-FFF2-40B4-BE49-F238E27FC236}">
                    <a16:creationId xmlns:a16="http://schemas.microsoft.com/office/drawing/2014/main" id="{0A918C17-B3AD-1E72-7F7D-AA8FD410D2F7}"/>
                  </a:ext>
                </a:extLst>
              </p:cNvPr>
              <p:cNvSpPr/>
              <p:nvPr/>
            </p:nvSpPr>
            <p:spPr>
              <a:xfrm>
                <a:off x="3929833" y="3850851"/>
                <a:ext cx="44198" cy="45013"/>
              </a:xfrm>
              <a:custGeom>
                <a:avLst/>
                <a:gdLst>
                  <a:gd name="connsiteX0" fmla="*/ 22211 w 44198"/>
                  <a:gd name="connsiteY0" fmla="*/ 423 h 45013"/>
                  <a:gd name="connsiteX1" fmla="*/ 43087 w 44198"/>
                  <a:gd name="connsiteY1" fmla="*/ 15102 h 45013"/>
                  <a:gd name="connsiteX2" fmla="*/ 43087 w 44198"/>
                  <a:gd name="connsiteY2" fmla="*/ 30759 h 45013"/>
                  <a:gd name="connsiteX3" fmla="*/ 22211 w 44198"/>
                  <a:gd name="connsiteY3" fmla="*/ 45437 h 45013"/>
                  <a:gd name="connsiteX4" fmla="*/ 1335 w 44198"/>
                  <a:gd name="connsiteY4" fmla="*/ 30759 h 45013"/>
                  <a:gd name="connsiteX5" fmla="*/ 1335 w 44198"/>
                  <a:gd name="connsiteY5" fmla="*/ 15102 h 45013"/>
                  <a:gd name="connsiteX6" fmla="*/ 22211 w 44198"/>
                  <a:gd name="connsiteY6" fmla="*/ 423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211" y="423"/>
                    </a:moveTo>
                    <a:cubicBezTo>
                      <a:pt x="32843" y="2638"/>
                      <a:pt x="36678" y="6431"/>
                      <a:pt x="43087" y="15102"/>
                    </a:cubicBezTo>
                    <a:cubicBezTo>
                      <a:pt x="44718" y="22930"/>
                      <a:pt x="44718" y="22930"/>
                      <a:pt x="43087" y="30759"/>
                    </a:cubicBezTo>
                    <a:cubicBezTo>
                      <a:pt x="36678" y="39429"/>
                      <a:pt x="32843" y="43222"/>
                      <a:pt x="22211" y="45437"/>
                    </a:cubicBezTo>
                    <a:cubicBezTo>
                      <a:pt x="11579" y="43222"/>
                      <a:pt x="7744" y="39429"/>
                      <a:pt x="1335" y="30759"/>
                    </a:cubicBezTo>
                    <a:cubicBezTo>
                      <a:pt x="-296" y="22930"/>
                      <a:pt x="-296" y="22930"/>
                      <a:pt x="1335" y="15102"/>
                    </a:cubicBezTo>
                    <a:cubicBezTo>
                      <a:pt x="7744" y="6431"/>
                      <a:pt x="11579" y="2638"/>
                      <a:pt x="22211" y="423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8" name="任意形状 1487">
                <a:extLst>
                  <a:ext uri="{FF2B5EF4-FFF2-40B4-BE49-F238E27FC236}">
                    <a16:creationId xmlns:a16="http://schemas.microsoft.com/office/drawing/2014/main" id="{E1959B50-BE95-0FC5-FB7A-A5BBA139008C}"/>
                  </a:ext>
                </a:extLst>
              </p:cNvPr>
              <p:cNvSpPr/>
              <p:nvPr/>
            </p:nvSpPr>
            <p:spPr>
              <a:xfrm>
                <a:off x="4660487" y="3433335"/>
                <a:ext cx="44198" cy="45013"/>
              </a:xfrm>
              <a:custGeom>
                <a:avLst/>
                <a:gdLst>
                  <a:gd name="connsiteX0" fmla="*/ 22491 w 44198"/>
                  <a:gd name="connsiteY0" fmla="*/ 263 h 45013"/>
                  <a:gd name="connsiteX1" fmla="*/ 43367 w 44198"/>
                  <a:gd name="connsiteY1" fmla="*/ 14942 h 45013"/>
                  <a:gd name="connsiteX2" fmla="*/ 43367 w 44198"/>
                  <a:gd name="connsiteY2" fmla="*/ 30599 h 45013"/>
                  <a:gd name="connsiteX3" fmla="*/ 22491 w 44198"/>
                  <a:gd name="connsiteY3" fmla="*/ 45277 h 45013"/>
                  <a:gd name="connsiteX4" fmla="*/ 1615 w 44198"/>
                  <a:gd name="connsiteY4" fmla="*/ 30599 h 45013"/>
                  <a:gd name="connsiteX5" fmla="*/ 1615 w 44198"/>
                  <a:gd name="connsiteY5" fmla="*/ 14942 h 45013"/>
                  <a:gd name="connsiteX6" fmla="*/ 22491 w 44198"/>
                  <a:gd name="connsiteY6" fmla="*/ 263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491" y="263"/>
                    </a:moveTo>
                    <a:cubicBezTo>
                      <a:pt x="33123" y="2478"/>
                      <a:pt x="36958" y="6271"/>
                      <a:pt x="43367" y="14942"/>
                    </a:cubicBezTo>
                    <a:cubicBezTo>
                      <a:pt x="44998" y="22770"/>
                      <a:pt x="44998" y="22770"/>
                      <a:pt x="43367" y="30599"/>
                    </a:cubicBezTo>
                    <a:cubicBezTo>
                      <a:pt x="36958" y="39269"/>
                      <a:pt x="33123" y="43062"/>
                      <a:pt x="22491" y="45277"/>
                    </a:cubicBezTo>
                    <a:cubicBezTo>
                      <a:pt x="11859" y="43062"/>
                      <a:pt x="8024" y="39269"/>
                      <a:pt x="1615" y="30599"/>
                    </a:cubicBezTo>
                    <a:cubicBezTo>
                      <a:pt x="-16" y="22770"/>
                      <a:pt x="-16" y="22770"/>
                      <a:pt x="1615" y="14942"/>
                    </a:cubicBezTo>
                    <a:cubicBezTo>
                      <a:pt x="8024" y="6271"/>
                      <a:pt x="11859" y="2478"/>
                      <a:pt x="22491" y="263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1433" name="右箭头 10">
            <a:extLst>
              <a:ext uri="{FF2B5EF4-FFF2-40B4-BE49-F238E27FC236}">
                <a16:creationId xmlns:a16="http://schemas.microsoft.com/office/drawing/2014/main" id="{ECD0EFDA-4B90-5424-751B-CB8C14A23838}"/>
              </a:ext>
            </a:extLst>
          </p:cNvPr>
          <p:cNvSpPr/>
          <p:nvPr/>
        </p:nvSpPr>
        <p:spPr>
          <a:xfrm>
            <a:off x="4668666" y="3945758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bg2">
                  <a:lumMod val="90000"/>
                </a:schemeClr>
              </a:gs>
              <a:gs pos="83000">
                <a:schemeClr val="bg2">
                  <a:lumMod val="75000"/>
                </a:schemeClr>
              </a:gs>
              <a:gs pos="100000">
                <a:schemeClr val="bg2">
                  <a:lumMod val="2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4" name="右箭头 10">
            <a:extLst>
              <a:ext uri="{FF2B5EF4-FFF2-40B4-BE49-F238E27FC236}">
                <a16:creationId xmlns:a16="http://schemas.microsoft.com/office/drawing/2014/main" id="{ED86AA0F-422B-F26D-792B-0340596F7EDB}"/>
              </a:ext>
            </a:extLst>
          </p:cNvPr>
          <p:cNvSpPr/>
          <p:nvPr/>
        </p:nvSpPr>
        <p:spPr>
          <a:xfrm rot="16200000">
            <a:off x="5562763" y="3139518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bg2">
                  <a:lumMod val="90000"/>
                </a:schemeClr>
              </a:gs>
              <a:gs pos="83000">
                <a:schemeClr val="bg2">
                  <a:lumMod val="75000"/>
                </a:schemeClr>
              </a:gs>
              <a:gs pos="100000">
                <a:schemeClr val="bg2">
                  <a:lumMod val="2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5" name="组合 1434">
            <a:extLst>
              <a:ext uri="{FF2B5EF4-FFF2-40B4-BE49-F238E27FC236}">
                <a16:creationId xmlns:a16="http://schemas.microsoft.com/office/drawing/2014/main" id="{5D7DC2A2-19A8-2CC1-A6BF-33A6ACB59D01}"/>
              </a:ext>
            </a:extLst>
          </p:cNvPr>
          <p:cNvGrpSpPr/>
          <p:nvPr/>
        </p:nvGrpSpPr>
        <p:grpSpPr>
          <a:xfrm>
            <a:off x="163051" y="2638397"/>
            <a:ext cx="874082" cy="1049532"/>
            <a:chOff x="2630041" y="4479611"/>
            <a:chExt cx="874082" cy="1049532"/>
          </a:xfrm>
        </p:grpSpPr>
        <p:pic>
          <p:nvPicPr>
            <p:cNvPr id="1444" name="图形 1443">
              <a:extLst>
                <a:ext uri="{FF2B5EF4-FFF2-40B4-BE49-F238E27FC236}">
                  <a16:creationId xmlns:a16="http://schemas.microsoft.com/office/drawing/2014/main" id="{4C206993-E93C-C3E6-5D3D-7E02B86E5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630041" y="4479611"/>
              <a:ext cx="874082" cy="874082"/>
            </a:xfrm>
            <a:prstGeom prst="rect">
              <a:avLst/>
            </a:prstGeom>
          </p:spPr>
        </p:pic>
        <p:sp>
          <p:nvSpPr>
            <p:cNvPr id="1445" name="文本框 1444">
              <a:extLst>
                <a:ext uri="{FF2B5EF4-FFF2-40B4-BE49-F238E27FC236}">
                  <a16:creationId xmlns:a16="http://schemas.microsoft.com/office/drawing/2014/main" id="{093EA914-8F93-8810-1BFD-4A7EAE5B1B79}"/>
                </a:ext>
              </a:extLst>
            </p:cNvPr>
            <p:cNvSpPr txBox="1"/>
            <p:nvPr/>
          </p:nvSpPr>
          <p:spPr>
            <a:xfrm>
              <a:off x="2841358" y="5329088"/>
              <a:ext cx="37702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UDA</a:t>
              </a:r>
            </a:p>
          </p:txBody>
        </p:sp>
      </p:grpSp>
      <p:grpSp>
        <p:nvGrpSpPr>
          <p:cNvPr id="1436" name="组合 1435">
            <a:extLst>
              <a:ext uri="{FF2B5EF4-FFF2-40B4-BE49-F238E27FC236}">
                <a16:creationId xmlns:a16="http://schemas.microsoft.com/office/drawing/2014/main" id="{26B2886A-CCA4-3F77-303D-DD3588C2D8EF}"/>
              </a:ext>
            </a:extLst>
          </p:cNvPr>
          <p:cNvGrpSpPr/>
          <p:nvPr/>
        </p:nvGrpSpPr>
        <p:grpSpPr>
          <a:xfrm>
            <a:off x="55404" y="1215508"/>
            <a:ext cx="1071264" cy="1056453"/>
            <a:chOff x="196650" y="999920"/>
            <a:chExt cx="1071264" cy="1056453"/>
          </a:xfrm>
        </p:grpSpPr>
        <p:pic>
          <p:nvPicPr>
            <p:cNvPr id="1439" name="图形 1438">
              <a:extLst>
                <a:ext uri="{FF2B5EF4-FFF2-40B4-BE49-F238E27FC236}">
                  <a16:creationId xmlns:a16="http://schemas.microsoft.com/office/drawing/2014/main" id="{6FE3D0A2-D7D0-28F8-A3C8-10F1F9601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35435" y="999920"/>
              <a:ext cx="811806" cy="811806"/>
            </a:xfrm>
            <a:prstGeom prst="rect">
              <a:avLst/>
            </a:prstGeom>
          </p:spPr>
        </p:pic>
        <p:sp>
          <p:nvSpPr>
            <p:cNvPr id="1443" name="文本框 1442">
              <a:extLst>
                <a:ext uri="{FF2B5EF4-FFF2-40B4-BE49-F238E27FC236}">
                  <a16:creationId xmlns:a16="http://schemas.microsoft.com/office/drawing/2014/main" id="{27F92805-67BC-0139-442B-28AA4B994EF2}"/>
                </a:ext>
              </a:extLst>
            </p:cNvPr>
            <p:cNvSpPr txBox="1"/>
            <p:nvPr/>
          </p:nvSpPr>
          <p:spPr>
            <a:xfrm>
              <a:off x="196650" y="1856318"/>
              <a:ext cx="10712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Feature</a:t>
              </a:r>
              <a:r>
                <a:rPr lang="zh-CN" altLang="en-US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 </a:t>
              </a:r>
              <a:r>
                <a:rPr lang="en-US" altLang="zh-CN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Selection</a:t>
              </a:r>
              <a:endParaRPr lang="en" altLang="zh-CN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37" name="右箭头 10">
            <a:extLst>
              <a:ext uri="{FF2B5EF4-FFF2-40B4-BE49-F238E27FC236}">
                <a16:creationId xmlns:a16="http://schemas.microsoft.com/office/drawing/2014/main" id="{39DC071E-84FB-D4D6-71A8-54FA03D47B56}"/>
              </a:ext>
            </a:extLst>
          </p:cNvPr>
          <p:cNvSpPr/>
          <p:nvPr/>
        </p:nvSpPr>
        <p:spPr>
          <a:xfrm>
            <a:off x="1206823" y="2915237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8" name="右箭头 10">
            <a:extLst>
              <a:ext uri="{FF2B5EF4-FFF2-40B4-BE49-F238E27FC236}">
                <a16:creationId xmlns:a16="http://schemas.microsoft.com/office/drawing/2014/main" id="{36F1E5DE-C093-39B8-109C-E6A32549A168}"/>
              </a:ext>
            </a:extLst>
          </p:cNvPr>
          <p:cNvSpPr/>
          <p:nvPr/>
        </p:nvSpPr>
        <p:spPr>
          <a:xfrm>
            <a:off x="1206823" y="1599910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3">
                  <a:lumMod val="40000"/>
                  <a:lumOff val="60000"/>
                </a:schemeClr>
              </a:gs>
              <a:gs pos="83000">
                <a:schemeClr val="accent3">
                  <a:lumMod val="60000"/>
                  <a:lumOff val="40000"/>
                </a:schemeClr>
              </a:gs>
              <a:gs pos="100000">
                <a:schemeClr val="accent3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9" name="右箭头 10">
            <a:extLst>
              <a:ext uri="{FF2B5EF4-FFF2-40B4-BE49-F238E27FC236}">
                <a16:creationId xmlns:a16="http://schemas.microsoft.com/office/drawing/2014/main" id="{66D7683E-96F1-129F-F9D1-4C3FA94BCFC2}"/>
              </a:ext>
            </a:extLst>
          </p:cNvPr>
          <p:cNvSpPr/>
          <p:nvPr/>
        </p:nvSpPr>
        <p:spPr>
          <a:xfrm rot="16200000">
            <a:off x="5550835" y="1526955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29" name="组合 1528">
            <a:extLst>
              <a:ext uri="{FF2B5EF4-FFF2-40B4-BE49-F238E27FC236}">
                <a16:creationId xmlns:a16="http://schemas.microsoft.com/office/drawing/2014/main" id="{BECA87F5-D531-78FA-440B-B97AC8CAA050}"/>
              </a:ext>
            </a:extLst>
          </p:cNvPr>
          <p:cNvGrpSpPr/>
          <p:nvPr/>
        </p:nvGrpSpPr>
        <p:grpSpPr>
          <a:xfrm>
            <a:off x="259589" y="3855553"/>
            <a:ext cx="729741" cy="239816"/>
            <a:chOff x="259589" y="3855553"/>
            <a:chExt cx="729741" cy="239816"/>
          </a:xfrm>
        </p:grpSpPr>
        <p:sp>
          <p:nvSpPr>
            <p:cNvPr id="1527" name="可选流程 1526">
              <a:extLst>
                <a:ext uri="{FF2B5EF4-FFF2-40B4-BE49-F238E27FC236}">
                  <a16:creationId xmlns:a16="http://schemas.microsoft.com/office/drawing/2014/main" id="{9E96484E-D910-E4D3-6F61-E43C803F8FA2}"/>
                </a:ext>
              </a:extLst>
            </p:cNvPr>
            <p:cNvSpPr/>
            <p:nvPr/>
          </p:nvSpPr>
          <p:spPr>
            <a:xfrm>
              <a:off x="259589" y="3855553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2">
                    <a:lumMod val="20000"/>
                    <a:lumOff val="80000"/>
                  </a:schemeClr>
                </a:gs>
                <a:gs pos="83000">
                  <a:schemeClr val="accent2">
                    <a:lumMod val="40000"/>
                    <a:lumOff val="6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solidFill>
                <a:schemeClr val="accent2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28" name="文本框 1527">
              <a:extLst>
                <a:ext uri="{FF2B5EF4-FFF2-40B4-BE49-F238E27FC236}">
                  <a16:creationId xmlns:a16="http://schemas.microsoft.com/office/drawing/2014/main" id="{4E55163D-6734-8933-CBB9-4593E4F87487}"/>
                </a:ext>
              </a:extLst>
            </p:cNvPr>
            <p:cNvSpPr txBox="1"/>
            <p:nvPr/>
          </p:nvSpPr>
          <p:spPr>
            <a:xfrm>
              <a:off x="346349" y="3859839"/>
              <a:ext cx="5757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Predict</a:t>
              </a:r>
            </a:p>
          </p:txBody>
        </p:sp>
      </p:grpSp>
      <p:sp>
        <p:nvSpPr>
          <p:cNvPr id="1533" name="任意形状 1532">
            <a:extLst>
              <a:ext uri="{FF2B5EF4-FFF2-40B4-BE49-F238E27FC236}">
                <a16:creationId xmlns:a16="http://schemas.microsoft.com/office/drawing/2014/main" id="{DA17EF16-B2FC-E93C-3927-A23984C251C6}"/>
              </a:ext>
            </a:extLst>
          </p:cNvPr>
          <p:cNvSpPr/>
          <p:nvPr/>
        </p:nvSpPr>
        <p:spPr>
          <a:xfrm>
            <a:off x="3321138" y="1794938"/>
            <a:ext cx="3231981" cy="2919126"/>
          </a:xfrm>
          <a:custGeom>
            <a:avLst/>
            <a:gdLst>
              <a:gd name="connsiteX0" fmla="*/ 1841439 w 3231981"/>
              <a:gd name="connsiteY0" fmla="*/ 0 h 2919126"/>
              <a:gd name="connsiteX1" fmla="*/ 2953873 w 3231981"/>
              <a:gd name="connsiteY1" fmla="*/ 0 h 2919126"/>
              <a:gd name="connsiteX2" fmla="*/ 3231981 w 3231981"/>
              <a:gd name="connsiteY2" fmla="*/ 278108 h 2919126"/>
              <a:gd name="connsiteX3" fmla="*/ 3231981 w 3231981"/>
              <a:gd name="connsiteY3" fmla="*/ 1861870 h 2919126"/>
              <a:gd name="connsiteX4" fmla="*/ 3231981 w 3231981"/>
              <a:gd name="connsiteY4" fmla="*/ 1893569 h 2919126"/>
              <a:gd name="connsiteX5" fmla="*/ 3231981 w 3231981"/>
              <a:gd name="connsiteY5" fmla="*/ 2707675 h 2919126"/>
              <a:gd name="connsiteX6" fmla="*/ 3020530 w 3231981"/>
              <a:gd name="connsiteY6" fmla="*/ 2919126 h 2919126"/>
              <a:gd name="connsiteX7" fmla="*/ 211451 w 3231981"/>
              <a:gd name="connsiteY7" fmla="*/ 2919126 h 2919126"/>
              <a:gd name="connsiteX8" fmla="*/ 0 w 3231981"/>
              <a:gd name="connsiteY8" fmla="*/ 2707675 h 2919126"/>
              <a:gd name="connsiteX9" fmla="*/ 0 w 3231981"/>
              <a:gd name="connsiteY9" fmla="*/ 1861870 h 2919126"/>
              <a:gd name="connsiteX10" fmla="*/ 211451 w 3231981"/>
              <a:gd name="connsiteY10" fmla="*/ 1650419 h 2919126"/>
              <a:gd name="connsiteX11" fmla="*/ 1563331 w 3231981"/>
              <a:gd name="connsiteY11" fmla="*/ 1650419 h 2919126"/>
              <a:gd name="connsiteX12" fmla="*/ 1563331 w 3231981"/>
              <a:gd name="connsiteY12" fmla="*/ 278108 h 2919126"/>
              <a:gd name="connsiteX13" fmla="*/ 1841439 w 3231981"/>
              <a:gd name="connsiteY13" fmla="*/ 0 h 2919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231981" h="2919126">
                <a:moveTo>
                  <a:pt x="1841439" y="0"/>
                </a:moveTo>
                <a:lnTo>
                  <a:pt x="2953873" y="0"/>
                </a:lnTo>
                <a:cubicBezTo>
                  <a:pt x="3107468" y="0"/>
                  <a:pt x="3231981" y="124513"/>
                  <a:pt x="3231981" y="278108"/>
                </a:cubicBezTo>
                <a:lnTo>
                  <a:pt x="3231981" y="1861870"/>
                </a:lnTo>
                <a:lnTo>
                  <a:pt x="3231981" y="1893569"/>
                </a:lnTo>
                <a:lnTo>
                  <a:pt x="3231981" y="2707675"/>
                </a:lnTo>
                <a:cubicBezTo>
                  <a:pt x="3231981" y="2824456"/>
                  <a:pt x="3137311" y="2919126"/>
                  <a:pt x="3020530" y="2919126"/>
                </a:cubicBezTo>
                <a:lnTo>
                  <a:pt x="211451" y="2919126"/>
                </a:lnTo>
                <a:cubicBezTo>
                  <a:pt x="94670" y="2919126"/>
                  <a:pt x="0" y="2824456"/>
                  <a:pt x="0" y="2707675"/>
                </a:cubicBezTo>
                <a:lnTo>
                  <a:pt x="0" y="1861870"/>
                </a:lnTo>
                <a:cubicBezTo>
                  <a:pt x="0" y="1745089"/>
                  <a:pt x="94670" y="1650419"/>
                  <a:pt x="211451" y="1650419"/>
                </a:cubicBezTo>
                <a:lnTo>
                  <a:pt x="1563331" y="1650419"/>
                </a:lnTo>
                <a:lnTo>
                  <a:pt x="1563331" y="278108"/>
                </a:lnTo>
                <a:cubicBezTo>
                  <a:pt x="1563331" y="124513"/>
                  <a:pt x="1687844" y="0"/>
                  <a:pt x="1841439" y="0"/>
                </a:cubicBezTo>
                <a:close/>
              </a:path>
            </a:pathLst>
          </a:custGeom>
          <a:noFill/>
          <a:ln w="31750"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27" name="组合 1026">
            <a:extLst>
              <a:ext uri="{FF2B5EF4-FFF2-40B4-BE49-F238E27FC236}">
                <a16:creationId xmlns:a16="http://schemas.microsoft.com/office/drawing/2014/main" id="{32964217-D08B-2D1B-B62D-8FA33B71D0B3}"/>
              </a:ext>
            </a:extLst>
          </p:cNvPr>
          <p:cNvGrpSpPr/>
          <p:nvPr/>
        </p:nvGrpSpPr>
        <p:grpSpPr>
          <a:xfrm>
            <a:off x="3887947" y="3182835"/>
            <a:ext cx="729741" cy="239816"/>
            <a:chOff x="3887947" y="3175401"/>
            <a:chExt cx="729741" cy="239816"/>
          </a:xfrm>
        </p:grpSpPr>
        <p:sp>
          <p:nvSpPr>
            <p:cNvPr id="1535" name="可选流程 1534">
              <a:extLst>
                <a:ext uri="{FF2B5EF4-FFF2-40B4-BE49-F238E27FC236}">
                  <a16:creationId xmlns:a16="http://schemas.microsoft.com/office/drawing/2014/main" id="{3EA7898D-87DD-110E-F50E-CCC10F1AA7C7}"/>
                </a:ext>
              </a:extLst>
            </p:cNvPr>
            <p:cNvSpPr/>
            <p:nvPr/>
          </p:nvSpPr>
          <p:spPr>
            <a:xfrm>
              <a:off x="3887947" y="3175401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5400000" scaled="1"/>
            </a:gradFill>
            <a:ln w="31750">
              <a:solidFill>
                <a:schemeClr val="tx1"/>
              </a:solidFill>
              <a:prstDash val="sysDot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6" name="文本框 1025">
              <a:extLst>
                <a:ext uri="{FF2B5EF4-FFF2-40B4-BE49-F238E27FC236}">
                  <a16:creationId xmlns:a16="http://schemas.microsoft.com/office/drawing/2014/main" id="{180D3CDA-3D5A-D1E1-5C09-BA656DD8FB1A}"/>
                </a:ext>
              </a:extLst>
            </p:cNvPr>
            <p:cNvSpPr txBox="1"/>
            <p:nvPr/>
          </p:nvSpPr>
          <p:spPr>
            <a:xfrm>
              <a:off x="3933029" y="3179687"/>
              <a:ext cx="65915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Pre-train</a:t>
              </a:r>
            </a:p>
          </p:txBody>
        </p:sp>
      </p:grpSp>
      <p:sp>
        <p:nvSpPr>
          <p:cNvPr id="1427" name="右箭头 10">
            <a:extLst>
              <a:ext uri="{FF2B5EF4-FFF2-40B4-BE49-F238E27FC236}">
                <a16:creationId xmlns:a16="http://schemas.microsoft.com/office/drawing/2014/main" id="{324C3402-3EE4-C39F-37CE-10E23F1A58B7}"/>
              </a:ext>
            </a:extLst>
          </p:cNvPr>
          <p:cNvSpPr/>
          <p:nvPr/>
        </p:nvSpPr>
        <p:spPr>
          <a:xfrm>
            <a:off x="4668666" y="2223157"/>
            <a:ext cx="328247" cy="160201"/>
          </a:xfrm>
          <a:prstGeom prst="rightArrow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33000">
                <a:schemeClr val="accent6">
                  <a:lumMod val="40000"/>
                  <a:lumOff val="60000"/>
                </a:schemeClr>
              </a:gs>
              <a:gs pos="67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267" name="组合 7266">
            <a:extLst>
              <a:ext uri="{FF2B5EF4-FFF2-40B4-BE49-F238E27FC236}">
                <a16:creationId xmlns:a16="http://schemas.microsoft.com/office/drawing/2014/main" id="{36B80098-44B7-7C43-EE53-D8D57E0D4C37}"/>
              </a:ext>
            </a:extLst>
          </p:cNvPr>
          <p:cNvGrpSpPr/>
          <p:nvPr/>
        </p:nvGrpSpPr>
        <p:grpSpPr>
          <a:xfrm>
            <a:off x="5745388" y="6547118"/>
            <a:ext cx="1122862" cy="869071"/>
            <a:chOff x="5745388" y="6547118"/>
            <a:chExt cx="1122862" cy="869071"/>
          </a:xfrm>
        </p:grpSpPr>
        <p:sp>
          <p:nvSpPr>
            <p:cNvPr id="7048" name="文本框 7047">
              <a:extLst>
                <a:ext uri="{FF2B5EF4-FFF2-40B4-BE49-F238E27FC236}">
                  <a16:creationId xmlns:a16="http://schemas.microsoft.com/office/drawing/2014/main" id="{F59F2C59-14B3-BA08-41EF-E60D3A2D8A1D}"/>
                </a:ext>
              </a:extLst>
            </p:cNvPr>
            <p:cNvSpPr txBox="1"/>
            <p:nvPr/>
          </p:nvSpPr>
          <p:spPr>
            <a:xfrm>
              <a:off x="5745388" y="7108412"/>
              <a:ext cx="112286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Ensemble Aggregation</a:t>
              </a:r>
            </a:p>
          </p:txBody>
        </p:sp>
        <p:grpSp>
          <p:nvGrpSpPr>
            <p:cNvPr id="7253" name="组合 7252">
              <a:extLst>
                <a:ext uri="{FF2B5EF4-FFF2-40B4-BE49-F238E27FC236}">
                  <a16:creationId xmlns:a16="http://schemas.microsoft.com/office/drawing/2014/main" id="{31975B7E-F9F6-7F54-E8C2-CFEAE4DF5D5F}"/>
                </a:ext>
              </a:extLst>
            </p:cNvPr>
            <p:cNvGrpSpPr/>
            <p:nvPr/>
          </p:nvGrpSpPr>
          <p:grpSpPr>
            <a:xfrm>
              <a:off x="6031184" y="6547118"/>
              <a:ext cx="551270" cy="551270"/>
              <a:chOff x="6005173" y="6547118"/>
              <a:chExt cx="551270" cy="551270"/>
            </a:xfrm>
          </p:grpSpPr>
          <p:sp>
            <p:nvSpPr>
              <p:cNvPr id="7216" name="任意形状 7215">
                <a:extLst>
                  <a:ext uri="{FF2B5EF4-FFF2-40B4-BE49-F238E27FC236}">
                    <a16:creationId xmlns:a16="http://schemas.microsoft.com/office/drawing/2014/main" id="{C3BA11A5-486A-2821-5093-02D1B2082E25}"/>
                  </a:ext>
                </a:extLst>
              </p:cNvPr>
              <p:cNvSpPr/>
              <p:nvPr/>
            </p:nvSpPr>
            <p:spPr>
              <a:xfrm>
                <a:off x="6398301" y="6797695"/>
                <a:ext cx="50115" cy="50115"/>
              </a:xfrm>
              <a:custGeom>
                <a:avLst/>
                <a:gdLst>
                  <a:gd name="connsiteX0" fmla="*/ 17819 w 50115"/>
                  <a:gd name="connsiteY0" fmla="*/ 0 h 50115"/>
                  <a:gd name="connsiteX1" fmla="*/ 16705 w 50115"/>
                  <a:gd name="connsiteY1" fmla="*/ 1114 h 50115"/>
                  <a:gd name="connsiteX2" fmla="*/ 15591 w 50115"/>
                  <a:gd name="connsiteY2" fmla="*/ 1114 h 50115"/>
                  <a:gd name="connsiteX3" fmla="*/ 14478 w 50115"/>
                  <a:gd name="connsiteY3" fmla="*/ 2227 h 50115"/>
                  <a:gd name="connsiteX4" fmla="*/ 13364 w 50115"/>
                  <a:gd name="connsiteY4" fmla="*/ 2227 h 50115"/>
                  <a:gd name="connsiteX5" fmla="*/ 12250 w 50115"/>
                  <a:gd name="connsiteY5" fmla="*/ 3341 h 50115"/>
                  <a:gd name="connsiteX6" fmla="*/ 11137 w 50115"/>
                  <a:gd name="connsiteY6" fmla="*/ 3341 h 50115"/>
                  <a:gd name="connsiteX7" fmla="*/ 7796 w 50115"/>
                  <a:gd name="connsiteY7" fmla="*/ 6682 h 50115"/>
                  <a:gd name="connsiteX8" fmla="*/ 6682 w 50115"/>
                  <a:gd name="connsiteY8" fmla="*/ 6682 h 50115"/>
                  <a:gd name="connsiteX9" fmla="*/ 6682 w 50115"/>
                  <a:gd name="connsiteY9" fmla="*/ 7796 h 50115"/>
                  <a:gd name="connsiteX10" fmla="*/ 3341 w 50115"/>
                  <a:gd name="connsiteY10" fmla="*/ 11137 h 50115"/>
                  <a:gd name="connsiteX11" fmla="*/ 3341 w 50115"/>
                  <a:gd name="connsiteY11" fmla="*/ 12250 h 50115"/>
                  <a:gd name="connsiteX12" fmla="*/ 2227 w 50115"/>
                  <a:gd name="connsiteY12" fmla="*/ 13364 h 50115"/>
                  <a:gd name="connsiteX13" fmla="*/ 2227 w 50115"/>
                  <a:gd name="connsiteY13" fmla="*/ 14478 h 50115"/>
                  <a:gd name="connsiteX14" fmla="*/ 1114 w 50115"/>
                  <a:gd name="connsiteY14" fmla="*/ 15591 h 50115"/>
                  <a:gd name="connsiteX15" fmla="*/ 1114 w 50115"/>
                  <a:gd name="connsiteY15" fmla="*/ 16705 h 50115"/>
                  <a:gd name="connsiteX16" fmla="*/ 0 w 50115"/>
                  <a:gd name="connsiteY16" fmla="*/ 17819 h 50115"/>
                  <a:gd name="connsiteX17" fmla="*/ 0 w 50115"/>
                  <a:gd name="connsiteY17" fmla="*/ 32297 h 50115"/>
                  <a:gd name="connsiteX18" fmla="*/ 1114 w 50115"/>
                  <a:gd name="connsiteY18" fmla="*/ 33410 h 50115"/>
                  <a:gd name="connsiteX19" fmla="*/ 1114 w 50115"/>
                  <a:gd name="connsiteY19" fmla="*/ 34524 h 50115"/>
                  <a:gd name="connsiteX20" fmla="*/ 2227 w 50115"/>
                  <a:gd name="connsiteY20" fmla="*/ 35638 h 50115"/>
                  <a:gd name="connsiteX21" fmla="*/ 2227 w 50115"/>
                  <a:gd name="connsiteY21" fmla="*/ 36751 h 50115"/>
                  <a:gd name="connsiteX22" fmla="*/ 3341 w 50115"/>
                  <a:gd name="connsiteY22" fmla="*/ 37865 h 50115"/>
                  <a:gd name="connsiteX23" fmla="*/ 3341 w 50115"/>
                  <a:gd name="connsiteY23" fmla="*/ 38979 h 50115"/>
                  <a:gd name="connsiteX24" fmla="*/ 6682 w 50115"/>
                  <a:gd name="connsiteY24" fmla="*/ 42320 h 50115"/>
                  <a:gd name="connsiteX25" fmla="*/ 6682 w 50115"/>
                  <a:gd name="connsiteY25" fmla="*/ 43433 h 50115"/>
                  <a:gd name="connsiteX26" fmla="*/ 7796 w 50115"/>
                  <a:gd name="connsiteY26" fmla="*/ 43433 h 50115"/>
                  <a:gd name="connsiteX27" fmla="*/ 11137 w 50115"/>
                  <a:gd name="connsiteY27" fmla="*/ 46774 h 50115"/>
                  <a:gd name="connsiteX28" fmla="*/ 12250 w 50115"/>
                  <a:gd name="connsiteY28" fmla="*/ 46774 h 50115"/>
                  <a:gd name="connsiteX29" fmla="*/ 13364 w 50115"/>
                  <a:gd name="connsiteY29" fmla="*/ 47888 h 50115"/>
                  <a:gd name="connsiteX30" fmla="*/ 14478 w 50115"/>
                  <a:gd name="connsiteY30" fmla="*/ 47888 h 50115"/>
                  <a:gd name="connsiteX31" fmla="*/ 15591 w 50115"/>
                  <a:gd name="connsiteY31" fmla="*/ 49002 h 50115"/>
                  <a:gd name="connsiteX32" fmla="*/ 16705 w 50115"/>
                  <a:gd name="connsiteY32" fmla="*/ 49002 h 50115"/>
                  <a:gd name="connsiteX33" fmla="*/ 17819 w 50115"/>
                  <a:gd name="connsiteY33" fmla="*/ 50116 h 50115"/>
                  <a:gd name="connsiteX34" fmla="*/ 32297 w 50115"/>
                  <a:gd name="connsiteY34" fmla="*/ 50116 h 50115"/>
                  <a:gd name="connsiteX35" fmla="*/ 33410 w 50115"/>
                  <a:gd name="connsiteY35" fmla="*/ 49002 h 50115"/>
                  <a:gd name="connsiteX36" fmla="*/ 34524 w 50115"/>
                  <a:gd name="connsiteY36" fmla="*/ 49002 h 50115"/>
                  <a:gd name="connsiteX37" fmla="*/ 35638 w 50115"/>
                  <a:gd name="connsiteY37" fmla="*/ 47888 h 50115"/>
                  <a:gd name="connsiteX38" fmla="*/ 36751 w 50115"/>
                  <a:gd name="connsiteY38" fmla="*/ 47888 h 50115"/>
                  <a:gd name="connsiteX39" fmla="*/ 37865 w 50115"/>
                  <a:gd name="connsiteY39" fmla="*/ 46774 h 50115"/>
                  <a:gd name="connsiteX40" fmla="*/ 38979 w 50115"/>
                  <a:gd name="connsiteY40" fmla="*/ 46774 h 50115"/>
                  <a:gd name="connsiteX41" fmla="*/ 42320 w 50115"/>
                  <a:gd name="connsiteY41" fmla="*/ 43433 h 50115"/>
                  <a:gd name="connsiteX42" fmla="*/ 43433 w 50115"/>
                  <a:gd name="connsiteY42" fmla="*/ 43433 h 50115"/>
                  <a:gd name="connsiteX43" fmla="*/ 43433 w 50115"/>
                  <a:gd name="connsiteY43" fmla="*/ 42320 h 50115"/>
                  <a:gd name="connsiteX44" fmla="*/ 46774 w 50115"/>
                  <a:gd name="connsiteY44" fmla="*/ 38979 h 50115"/>
                  <a:gd name="connsiteX45" fmla="*/ 46774 w 50115"/>
                  <a:gd name="connsiteY45" fmla="*/ 37865 h 50115"/>
                  <a:gd name="connsiteX46" fmla="*/ 47888 w 50115"/>
                  <a:gd name="connsiteY46" fmla="*/ 36751 h 50115"/>
                  <a:gd name="connsiteX47" fmla="*/ 47888 w 50115"/>
                  <a:gd name="connsiteY47" fmla="*/ 35638 h 50115"/>
                  <a:gd name="connsiteX48" fmla="*/ 49002 w 50115"/>
                  <a:gd name="connsiteY48" fmla="*/ 34524 h 50115"/>
                  <a:gd name="connsiteX49" fmla="*/ 49002 w 50115"/>
                  <a:gd name="connsiteY49" fmla="*/ 33410 h 50115"/>
                  <a:gd name="connsiteX50" fmla="*/ 50116 w 50115"/>
                  <a:gd name="connsiteY50" fmla="*/ 32297 h 50115"/>
                  <a:gd name="connsiteX51" fmla="*/ 50116 w 50115"/>
                  <a:gd name="connsiteY51" fmla="*/ 17819 h 50115"/>
                  <a:gd name="connsiteX52" fmla="*/ 49002 w 50115"/>
                  <a:gd name="connsiteY52" fmla="*/ 16705 h 50115"/>
                  <a:gd name="connsiteX53" fmla="*/ 49002 w 50115"/>
                  <a:gd name="connsiteY53" fmla="*/ 15591 h 50115"/>
                  <a:gd name="connsiteX54" fmla="*/ 47888 w 50115"/>
                  <a:gd name="connsiteY54" fmla="*/ 14478 h 50115"/>
                  <a:gd name="connsiteX55" fmla="*/ 47888 w 50115"/>
                  <a:gd name="connsiteY55" fmla="*/ 13364 h 50115"/>
                  <a:gd name="connsiteX56" fmla="*/ 46774 w 50115"/>
                  <a:gd name="connsiteY56" fmla="*/ 12250 h 50115"/>
                  <a:gd name="connsiteX57" fmla="*/ 46774 w 50115"/>
                  <a:gd name="connsiteY57" fmla="*/ 11137 h 50115"/>
                  <a:gd name="connsiteX58" fmla="*/ 43433 w 50115"/>
                  <a:gd name="connsiteY58" fmla="*/ 7796 h 50115"/>
                  <a:gd name="connsiteX59" fmla="*/ 43433 w 50115"/>
                  <a:gd name="connsiteY59" fmla="*/ 6682 h 50115"/>
                  <a:gd name="connsiteX60" fmla="*/ 42320 w 50115"/>
                  <a:gd name="connsiteY60" fmla="*/ 6682 h 50115"/>
                  <a:gd name="connsiteX61" fmla="*/ 38979 w 50115"/>
                  <a:gd name="connsiteY61" fmla="*/ 3341 h 50115"/>
                  <a:gd name="connsiteX62" fmla="*/ 37865 w 50115"/>
                  <a:gd name="connsiteY62" fmla="*/ 3341 h 50115"/>
                  <a:gd name="connsiteX63" fmla="*/ 36751 w 50115"/>
                  <a:gd name="connsiteY63" fmla="*/ 2227 h 50115"/>
                  <a:gd name="connsiteX64" fmla="*/ 35638 w 50115"/>
                  <a:gd name="connsiteY64" fmla="*/ 2227 h 50115"/>
                  <a:gd name="connsiteX65" fmla="*/ 34524 w 50115"/>
                  <a:gd name="connsiteY65" fmla="*/ 1114 h 50115"/>
                  <a:gd name="connsiteX66" fmla="*/ 33410 w 50115"/>
                  <a:gd name="connsiteY66" fmla="*/ 1114 h 50115"/>
                  <a:gd name="connsiteX67" fmla="*/ 32297 w 50115"/>
                  <a:gd name="connsiteY67" fmla="*/ 0 h 50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50115" h="50115">
                    <a:moveTo>
                      <a:pt x="17819" y="0"/>
                    </a:moveTo>
                    <a:lnTo>
                      <a:pt x="16705" y="1114"/>
                    </a:lnTo>
                    <a:lnTo>
                      <a:pt x="15591" y="1114"/>
                    </a:lnTo>
                    <a:lnTo>
                      <a:pt x="14478" y="2227"/>
                    </a:lnTo>
                    <a:lnTo>
                      <a:pt x="13364" y="2227"/>
                    </a:lnTo>
                    <a:lnTo>
                      <a:pt x="12250" y="3341"/>
                    </a:lnTo>
                    <a:lnTo>
                      <a:pt x="11137" y="3341"/>
                    </a:lnTo>
                    <a:lnTo>
                      <a:pt x="7796" y="6682"/>
                    </a:lnTo>
                    <a:lnTo>
                      <a:pt x="6682" y="6682"/>
                    </a:lnTo>
                    <a:lnTo>
                      <a:pt x="6682" y="7796"/>
                    </a:lnTo>
                    <a:lnTo>
                      <a:pt x="3341" y="11137"/>
                    </a:lnTo>
                    <a:lnTo>
                      <a:pt x="3341" y="12250"/>
                    </a:lnTo>
                    <a:lnTo>
                      <a:pt x="2227" y="13364"/>
                    </a:lnTo>
                    <a:lnTo>
                      <a:pt x="2227" y="14478"/>
                    </a:lnTo>
                    <a:lnTo>
                      <a:pt x="1114" y="15591"/>
                    </a:lnTo>
                    <a:lnTo>
                      <a:pt x="1114" y="16705"/>
                    </a:lnTo>
                    <a:lnTo>
                      <a:pt x="0" y="17819"/>
                    </a:lnTo>
                    <a:lnTo>
                      <a:pt x="0" y="32297"/>
                    </a:lnTo>
                    <a:lnTo>
                      <a:pt x="1114" y="33410"/>
                    </a:lnTo>
                    <a:lnTo>
                      <a:pt x="1114" y="34524"/>
                    </a:lnTo>
                    <a:lnTo>
                      <a:pt x="2227" y="35638"/>
                    </a:lnTo>
                    <a:lnTo>
                      <a:pt x="2227" y="36751"/>
                    </a:lnTo>
                    <a:lnTo>
                      <a:pt x="3341" y="37865"/>
                    </a:lnTo>
                    <a:lnTo>
                      <a:pt x="3341" y="38979"/>
                    </a:lnTo>
                    <a:lnTo>
                      <a:pt x="6682" y="42320"/>
                    </a:lnTo>
                    <a:lnTo>
                      <a:pt x="6682" y="43433"/>
                    </a:lnTo>
                    <a:lnTo>
                      <a:pt x="7796" y="43433"/>
                    </a:lnTo>
                    <a:lnTo>
                      <a:pt x="11137" y="46774"/>
                    </a:lnTo>
                    <a:lnTo>
                      <a:pt x="12250" y="46774"/>
                    </a:lnTo>
                    <a:lnTo>
                      <a:pt x="13364" y="47888"/>
                    </a:lnTo>
                    <a:lnTo>
                      <a:pt x="14478" y="47888"/>
                    </a:lnTo>
                    <a:lnTo>
                      <a:pt x="15591" y="49002"/>
                    </a:lnTo>
                    <a:lnTo>
                      <a:pt x="16705" y="49002"/>
                    </a:lnTo>
                    <a:lnTo>
                      <a:pt x="17819" y="50116"/>
                    </a:lnTo>
                    <a:lnTo>
                      <a:pt x="32297" y="50116"/>
                    </a:lnTo>
                    <a:lnTo>
                      <a:pt x="33410" y="49002"/>
                    </a:lnTo>
                    <a:lnTo>
                      <a:pt x="34524" y="49002"/>
                    </a:lnTo>
                    <a:lnTo>
                      <a:pt x="35638" y="47888"/>
                    </a:lnTo>
                    <a:lnTo>
                      <a:pt x="36751" y="47888"/>
                    </a:lnTo>
                    <a:lnTo>
                      <a:pt x="37865" y="46774"/>
                    </a:lnTo>
                    <a:lnTo>
                      <a:pt x="38979" y="46774"/>
                    </a:lnTo>
                    <a:lnTo>
                      <a:pt x="42320" y="43433"/>
                    </a:lnTo>
                    <a:lnTo>
                      <a:pt x="43433" y="43433"/>
                    </a:lnTo>
                    <a:lnTo>
                      <a:pt x="43433" y="42320"/>
                    </a:lnTo>
                    <a:lnTo>
                      <a:pt x="46774" y="38979"/>
                    </a:lnTo>
                    <a:lnTo>
                      <a:pt x="46774" y="37865"/>
                    </a:lnTo>
                    <a:lnTo>
                      <a:pt x="47888" y="36751"/>
                    </a:lnTo>
                    <a:lnTo>
                      <a:pt x="47888" y="35638"/>
                    </a:lnTo>
                    <a:lnTo>
                      <a:pt x="49002" y="34524"/>
                    </a:lnTo>
                    <a:lnTo>
                      <a:pt x="49002" y="33410"/>
                    </a:lnTo>
                    <a:lnTo>
                      <a:pt x="50116" y="32297"/>
                    </a:lnTo>
                    <a:lnTo>
                      <a:pt x="50116" y="17819"/>
                    </a:lnTo>
                    <a:lnTo>
                      <a:pt x="49002" y="16705"/>
                    </a:lnTo>
                    <a:lnTo>
                      <a:pt x="49002" y="15591"/>
                    </a:lnTo>
                    <a:lnTo>
                      <a:pt x="47888" y="14478"/>
                    </a:lnTo>
                    <a:lnTo>
                      <a:pt x="47888" y="13364"/>
                    </a:lnTo>
                    <a:lnTo>
                      <a:pt x="46774" y="12250"/>
                    </a:lnTo>
                    <a:lnTo>
                      <a:pt x="46774" y="11137"/>
                    </a:lnTo>
                    <a:lnTo>
                      <a:pt x="43433" y="7796"/>
                    </a:lnTo>
                    <a:lnTo>
                      <a:pt x="43433" y="6682"/>
                    </a:lnTo>
                    <a:lnTo>
                      <a:pt x="42320" y="6682"/>
                    </a:lnTo>
                    <a:lnTo>
                      <a:pt x="38979" y="3341"/>
                    </a:lnTo>
                    <a:lnTo>
                      <a:pt x="37865" y="3341"/>
                    </a:lnTo>
                    <a:lnTo>
                      <a:pt x="36751" y="2227"/>
                    </a:lnTo>
                    <a:lnTo>
                      <a:pt x="35638" y="2227"/>
                    </a:lnTo>
                    <a:lnTo>
                      <a:pt x="34524" y="1114"/>
                    </a:lnTo>
                    <a:lnTo>
                      <a:pt x="33410" y="1114"/>
                    </a:lnTo>
                    <a:lnTo>
                      <a:pt x="32297" y="0"/>
                    </a:lnTo>
                    <a:close/>
                  </a:path>
                </a:pathLst>
              </a:custGeom>
              <a:solidFill>
                <a:srgbClr val="E5E8EC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7" name="任意形状 7216">
                <a:extLst>
                  <a:ext uri="{FF2B5EF4-FFF2-40B4-BE49-F238E27FC236}">
                    <a16:creationId xmlns:a16="http://schemas.microsoft.com/office/drawing/2014/main" id="{AB88046B-0C29-4CF0-AF0E-C584CB509DE7}"/>
                  </a:ext>
                </a:extLst>
              </p:cNvPr>
              <p:cNvSpPr/>
              <p:nvPr/>
            </p:nvSpPr>
            <p:spPr>
              <a:xfrm>
                <a:off x="6227908" y="6564937"/>
                <a:ext cx="310716" cy="515632"/>
              </a:xfrm>
              <a:custGeom>
                <a:avLst/>
                <a:gdLst>
                  <a:gd name="connsiteX0" fmla="*/ 98004 w 310716"/>
                  <a:gd name="connsiteY0" fmla="*/ 0 h 515632"/>
                  <a:gd name="connsiteX1" fmla="*/ 98004 w 310716"/>
                  <a:gd name="connsiteY1" fmla="*/ 86867 h 515632"/>
                  <a:gd name="connsiteX2" fmla="*/ 95776 w 310716"/>
                  <a:gd name="connsiteY2" fmla="*/ 89094 h 515632"/>
                  <a:gd name="connsiteX3" fmla="*/ 8909 w 310716"/>
                  <a:gd name="connsiteY3" fmla="*/ 89094 h 515632"/>
                  <a:gd name="connsiteX4" fmla="*/ 8909 w 310716"/>
                  <a:gd name="connsiteY4" fmla="*/ 193780 h 515632"/>
                  <a:gd name="connsiteX5" fmla="*/ 6682 w 310716"/>
                  <a:gd name="connsiteY5" fmla="*/ 196007 h 515632"/>
                  <a:gd name="connsiteX6" fmla="*/ 0 w 310716"/>
                  <a:gd name="connsiteY6" fmla="*/ 196007 h 515632"/>
                  <a:gd name="connsiteX7" fmla="*/ 0 w 310716"/>
                  <a:gd name="connsiteY7" fmla="*/ 212712 h 515632"/>
                  <a:gd name="connsiteX8" fmla="*/ 77957 w 310716"/>
                  <a:gd name="connsiteY8" fmla="*/ 212712 h 515632"/>
                  <a:gd name="connsiteX9" fmla="*/ 80185 w 310716"/>
                  <a:gd name="connsiteY9" fmla="*/ 214940 h 515632"/>
                  <a:gd name="connsiteX10" fmla="*/ 80185 w 310716"/>
                  <a:gd name="connsiteY10" fmla="*/ 229418 h 515632"/>
                  <a:gd name="connsiteX11" fmla="*/ 77957 w 310716"/>
                  <a:gd name="connsiteY11" fmla="*/ 231645 h 515632"/>
                  <a:gd name="connsiteX12" fmla="*/ 0 w 310716"/>
                  <a:gd name="connsiteY12" fmla="*/ 231645 h 515632"/>
                  <a:gd name="connsiteX13" fmla="*/ 0 w 310716"/>
                  <a:gd name="connsiteY13" fmla="*/ 248350 h 515632"/>
                  <a:gd name="connsiteX14" fmla="*/ 77957 w 310716"/>
                  <a:gd name="connsiteY14" fmla="*/ 248350 h 515632"/>
                  <a:gd name="connsiteX15" fmla="*/ 80185 w 310716"/>
                  <a:gd name="connsiteY15" fmla="*/ 250577 h 515632"/>
                  <a:gd name="connsiteX16" fmla="*/ 80185 w 310716"/>
                  <a:gd name="connsiteY16" fmla="*/ 265055 h 515632"/>
                  <a:gd name="connsiteX17" fmla="*/ 77957 w 310716"/>
                  <a:gd name="connsiteY17" fmla="*/ 267283 h 515632"/>
                  <a:gd name="connsiteX18" fmla="*/ 0 w 310716"/>
                  <a:gd name="connsiteY18" fmla="*/ 267283 h 515632"/>
                  <a:gd name="connsiteX19" fmla="*/ 0 w 310716"/>
                  <a:gd name="connsiteY19" fmla="*/ 283988 h 515632"/>
                  <a:gd name="connsiteX20" fmla="*/ 77957 w 310716"/>
                  <a:gd name="connsiteY20" fmla="*/ 283988 h 515632"/>
                  <a:gd name="connsiteX21" fmla="*/ 80185 w 310716"/>
                  <a:gd name="connsiteY21" fmla="*/ 286215 h 515632"/>
                  <a:gd name="connsiteX22" fmla="*/ 80185 w 310716"/>
                  <a:gd name="connsiteY22" fmla="*/ 300693 h 515632"/>
                  <a:gd name="connsiteX23" fmla="*/ 77957 w 310716"/>
                  <a:gd name="connsiteY23" fmla="*/ 302920 h 515632"/>
                  <a:gd name="connsiteX24" fmla="*/ 0 w 310716"/>
                  <a:gd name="connsiteY24" fmla="*/ 302920 h 515632"/>
                  <a:gd name="connsiteX25" fmla="*/ 0 w 310716"/>
                  <a:gd name="connsiteY25" fmla="*/ 319626 h 515632"/>
                  <a:gd name="connsiteX26" fmla="*/ 6682 w 310716"/>
                  <a:gd name="connsiteY26" fmla="*/ 319626 h 515632"/>
                  <a:gd name="connsiteX27" fmla="*/ 8909 w 310716"/>
                  <a:gd name="connsiteY27" fmla="*/ 321853 h 515632"/>
                  <a:gd name="connsiteX28" fmla="*/ 8909 w 310716"/>
                  <a:gd name="connsiteY28" fmla="*/ 515633 h 515632"/>
                  <a:gd name="connsiteX29" fmla="*/ 310716 w 310716"/>
                  <a:gd name="connsiteY29" fmla="*/ 515633 h 515632"/>
                  <a:gd name="connsiteX30" fmla="*/ 310716 w 310716"/>
                  <a:gd name="connsiteY30" fmla="*/ 0 h 515632"/>
                  <a:gd name="connsiteX31" fmla="*/ 239441 w 310716"/>
                  <a:gd name="connsiteY31" fmla="*/ 446585 h 515632"/>
                  <a:gd name="connsiteX32" fmla="*/ 239441 w 310716"/>
                  <a:gd name="connsiteY32" fmla="*/ 496700 h 515632"/>
                  <a:gd name="connsiteX33" fmla="*/ 241668 w 310716"/>
                  <a:gd name="connsiteY33" fmla="*/ 498928 h 515632"/>
                  <a:gd name="connsiteX34" fmla="*/ 291784 w 310716"/>
                  <a:gd name="connsiteY34" fmla="*/ 498928 h 515632"/>
                  <a:gd name="connsiteX35" fmla="*/ 294011 w 310716"/>
                  <a:gd name="connsiteY35" fmla="*/ 496700 h 515632"/>
                  <a:gd name="connsiteX36" fmla="*/ 294011 w 310716"/>
                  <a:gd name="connsiteY36" fmla="*/ 446585 h 515632"/>
                  <a:gd name="connsiteX37" fmla="*/ 291784 w 310716"/>
                  <a:gd name="connsiteY37" fmla="*/ 444357 h 515632"/>
                  <a:gd name="connsiteX38" fmla="*/ 241668 w 310716"/>
                  <a:gd name="connsiteY38" fmla="*/ 444357 h 515632"/>
                  <a:gd name="connsiteX39" fmla="*/ 168165 w 310716"/>
                  <a:gd name="connsiteY39" fmla="*/ 446585 h 515632"/>
                  <a:gd name="connsiteX40" fmla="*/ 168165 w 310716"/>
                  <a:gd name="connsiteY40" fmla="*/ 496700 h 515632"/>
                  <a:gd name="connsiteX41" fmla="*/ 170393 w 310716"/>
                  <a:gd name="connsiteY41" fmla="*/ 498928 h 515632"/>
                  <a:gd name="connsiteX42" fmla="*/ 220508 w 310716"/>
                  <a:gd name="connsiteY42" fmla="*/ 498928 h 515632"/>
                  <a:gd name="connsiteX43" fmla="*/ 222736 w 310716"/>
                  <a:gd name="connsiteY43" fmla="*/ 496700 h 515632"/>
                  <a:gd name="connsiteX44" fmla="*/ 222736 w 310716"/>
                  <a:gd name="connsiteY44" fmla="*/ 446585 h 515632"/>
                  <a:gd name="connsiteX45" fmla="*/ 220508 w 310716"/>
                  <a:gd name="connsiteY45" fmla="*/ 444357 h 515632"/>
                  <a:gd name="connsiteX46" fmla="*/ 170393 w 310716"/>
                  <a:gd name="connsiteY46" fmla="*/ 444357 h 515632"/>
                  <a:gd name="connsiteX47" fmla="*/ 96890 w 310716"/>
                  <a:gd name="connsiteY47" fmla="*/ 446585 h 515632"/>
                  <a:gd name="connsiteX48" fmla="*/ 96890 w 310716"/>
                  <a:gd name="connsiteY48" fmla="*/ 496700 h 515632"/>
                  <a:gd name="connsiteX49" fmla="*/ 99117 w 310716"/>
                  <a:gd name="connsiteY49" fmla="*/ 498928 h 515632"/>
                  <a:gd name="connsiteX50" fmla="*/ 149233 w 310716"/>
                  <a:gd name="connsiteY50" fmla="*/ 498928 h 515632"/>
                  <a:gd name="connsiteX51" fmla="*/ 151460 w 310716"/>
                  <a:gd name="connsiteY51" fmla="*/ 496700 h 515632"/>
                  <a:gd name="connsiteX52" fmla="*/ 151460 w 310716"/>
                  <a:gd name="connsiteY52" fmla="*/ 446585 h 515632"/>
                  <a:gd name="connsiteX53" fmla="*/ 149233 w 310716"/>
                  <a:gd name="connsiteY53" fmla="*/ 444357 h 515632"/>
                  <a:gd name="connsiteX54" fmla="*/ 99117 w 310716"/>
                  <a:gd name="connsiteY54" fmla="*/ 444357 h 515632"/>
                  <a:gd name="connsiteX55" fmla="*/ 25615 w 310716"/>
                  <a:gd name="connsiteY55" fmla="*/ 446585 h 515632"/>
                  <a:gd name="connsiteX56" fmla="*/ 25615 w 310716"/>
                  <a:gd name="connsiteY56" fmla="*/ 496700 h 515632"/>
                  <a:gd name="connsiteX57" fmla="*/ 27842 w 310716"/>
                  <a:gd name="connsiteY57" fmla="*/ 498928 h 515632"/>
                  <a:gd name="connsiteX58" fmla="*/ 77957 w 310716"/>
                  <a:gd name="connsiteY58" fmla="*/ 498928 h 515632"/>
                  <a:gd name="connsiteX59" fmla="*/ 80185 w 310716"/>
                  <a:gd name="connsiteY59" fmla="*/ 496700 h 515632"/>
                  <a:gd name="connsiteX60" fmla="*/ 80185 w 310716"/>
                  <a:gd name="connsiteY60" fmla="*/ 446585 h 515632"/>
                  <a:gd name="connsiteX61" fmla="*/ 77957 w 310716"/>
                  <a:gd name="connsiteY61" fmla="*/ 444357 h 515632"/>
                  <a:gd name="connsiteX62" fmla="*/ 27842 w 310716"/>
                  <a:gd name="connsiteY62" fmla="*/ 444357 h 515632"/>
                  <a:gd name="connsiteX63" fmla="*/ 61252 w 310716"/>
                  <a:gd name="connsiteY63" fmla="*/ 410947 h 515632"/>
                  <a:gd name="connsiteX64" fmla="*/ 61252 w 310716"/>
                  <a:gd name="connsiteY64" fmla="*/ 425425 h 515632"/>
                  <a:gd name="connsiteX65" fmla="*/ 63480 w 310716"/>
                  <a:gd name="connsiteY65" fmla="*/ 427652 h 515632"/>
                  <a:gd name="connsiteX66" fmla="*/ 291784 w 310716"/>
                  <a:gd name="connsiteY66" fmla="*/ 427652 h 515632"/>
                  <a:gd name="connsiteX67" fmla="*/ 294011 w 310716"/>
                  <a:gd name="connsiteY67" fmla="*/ 425425 h 515632"/>
                  <a:gd name="connsiteX68" fmla="*/ 294011 w 310716"/>
                  <a:gd name="connsiteY68" fmla="*/ 410947 h 515632"/>
                  <a:gd name="connsiteX69" fmla="*/ 291784 w 310716"/>
                  <a:gd name="connsiteY69" fmla="*/ 408720 h 515632"/>
                  <a:gd name="connsiteX70" fmla="*/ 63480 w 310716"/>
                  <a:gd name="connsiteY70" fmla="*/ 408720 h 515632"/>
                  <a:gd name="connsiteX71" fmla="*/ 25615 w 310716"/>
                  <a:gd name="connsiteY71" fmla="*/ 410947 h 515632"/>
                  <a:gd name="connsiteX72" fmla="*/ 25615 w 310716"/>
                  <a:gd name="connsiteY72" fmla="*/ 425425 h 515632"/>
                  <a:gd name="connsiteX73" fmla="*/ 27842 w 310716"/>
                  <a:gd name="connsiteY73" fmla="*/ 427652 h 515632"/>
                  <a:gd name="connsiteX74" fmla="*/ 42320 w 310716"/>
                  <a:gd name="connsiteY74" fmla="*/ 427652 h 515632"/>
                  <a:gd name="connsiteX75" fmla="*/ 44547 w 310716"/>
                  <a:gd name="connsiteY75" fmla="*/ 425425 h 515632"/>
                  <a:gd name="connsiteX76" fmla="*/ 44547 w 310716"/>
                  <a:gd name="connsiteY76" fmla="*/ 410947 h 515632"/>
                  <a:gd name="connsiteX77" fmla="*/ 42320 w 310716"/>
                  <a:gd name="connsiteY77" fmla="*/ 408720 h 515632"/>
                  <a:gd name="connsiteX78" fmla="*/ 27842 w 310716"/>
                  <a:gd name="connsiteY78" fmla="*/ 408720 h 515632"/>
                  <a:gd name="connsiteX79" fmla="*/ 25615 w 310716"/>
                  <a:gd name="connsiteY79" fmla="*/ 375309 h 515632"/>
                  <a:gd name="connsiteX80" fmla="*/ 25615 w 310716"/>
                  <a:gd name="connsiteY80" fmla="*/ 389787 h 515632"/>
                  <a:gd name="connsiteX81" fmla="*/ 27842 w 310716"/>
                  <a:gd name="connsiteY81" fmla="*/ 392015 h 515632"/>
                  <a:gd name="connsiteX82" fmla="*/ 291784 w 310716"/>
                  <a:gd name="connsiteY82" fmla="*/ 392015 h 515632"/>
                  <a:gd name="connsiteX83" fmla="*/ 294011 w 310716"/>
                  <a:gd name="connsiteY83" fmla="*/ 389787 h 515632"/>
                  <a:gd name="connsiteX84" fmla="*/ 294011 w 310716"/>
                  <a:gd name="connsiteY84" fmla="*/ 375309 h 515632"/>
                  <a:gd name="connsiteX85" fmla="*/ 291784 w 310716"/>
                  <a:gd name="connsiteY85" fmla="*/ 373082 h 515632"/>
                  <a:gd name="connsiteX86" fmla="*/ 27842 w 310716"/>
                  <a:gd name="connsiteY86" fmla="*/ 373082 h 515632"/>
                  <a:gd name="connsiteX87" fmla="*/ 171506 w 310716"/>
                  <a:gd name="connsiteY87" fmla="*/ 159256 h 515632"/>
                  <a:gd name="connsiteX88" fmla="*/ 169279 w 310716"/>
                  <a:gd name="connsiteY88" fmla="*/ 161483 h 515632"/>
                  <a:gd name="connsiteX89" fmla="*/ 169279 w 310716"/>
                  <a:gd name="connsiteY89" fmla="*/ 162597 h 515632"/>
                  <a:gd name="connsiteX90" fmla="*/ 168165 w 310716"/>
                  <a:gd name="connsiteY90" fmla="*/ 163711 h 515632"/>
                  <a:gd name="connsiteX91" fmla="*/ 168165 w 310716"/>
                  <a:gd name="connsiteY91" fmla="*/ 165938 h 515632"/>
                  <a:gd name="connsiteX92" fmla="*/ 167052 w 310716"/>
                  <a:gd name="connsiteY92" fmla="*/ 167052 h 515632"/>
                  <a:gd name="connsiteX93" fmla="*/ 167052 w 310716"/>
                  <a:gd name="connsiteY93" fmla="*/ 169279 h 515632"/>
                  <a:gd name="connsiteX94" fmla="*/ 165938 w 310716"/>
                  <a:gd name="connsiteY94" fmla="*/ 170393 h 515632"/>
                  <a:gd name="connsiteX95" fmla="*/ 165938 w 310716"/>
                  <a:gd name="connsiteY95" fmla="*/ 172620 h 515632"/>
                  <a:gd name="connsiteX96" fmla="*/ 164824 w 310716"/>
                  <a:gd name="connsiteY96" fmla="*/ 173734 h 515632"/>
                  <a:gd name="connsiteX97" fmla="*/ 164824 w 310716"/>
                  <a:gd name="connsiteY97" fmla="*/ 175961 h 515632"/>
                  <a:gd name="connsiteX98" fmla="*/ 163711 w 310716"/>
                  <a:gd name="connsiteY98" fmla="*/ 177075 h 515632"/>
                  <a:gd name="connsiteX99" fmla="*/ 163711 w 310716"/>
                  <a:gd name="connsiteY99" fmla="*/ 179302 h 515632"/>
                  <a:gd name="connsiteX100" fmla="*/ 161483 w 310716"/>
                  <a:gd name="connsiteY100" fmla="*/ 179302 h 515632"/>
                  <a:gd name="connsiteX101" fmla="*/ 160370 w 310716"/>
                  <a:gd name="connsiteY101" fmla="*/ 178188 h 515632"/>
                  <a:gd name="connsiteX102" fmla="*/ 159256 w 310716"/>
                  <a:gd name="connsiteY102" fmla="*/ 178188 h 515632"/>
                  <a:gd name="connsiteX103" fmla="*/ 158142 w 310716"/>
                  <a:gd name="connsiteY103" fmla="*/ 177075 h 515632"/>
                  <a:gd name="connsiteX104" fmla="*/ 157029 w 310716"/>
                  <a:gd name="connsiteY104" fmla="*/ 177075 h 515632"/>
                  <a:gd name="connsiteX105" fmla="*/ 155915 w 310716"/>
                  <a:gd name="connsiteY105" fmla="*/ 175961 h 515632"/>
                  <a:gd name="connsiteX106" fmla="*/ 154801 w 310716"/>
                  <a:gd name="connsiteY106" fmla="*/ 175961 h 515632"/>
                  <a:gd name="connsiteX107" fmla="*/ 153688 w 310716"/>
                  <a:gd name="connsiteY107" fmla="*/ 174847 h 515632"/>
                  <a:gd name="connsiteX108" fmla="*/ 152574 w 310716"/>
                  <a:gd name="connsiteY108" fmla="*/ 174847 h 515632"/>
                  <a:gd name="connsiteX109" fmla="*/ 151460 w 310716"/>
                  <a:gd name="connsiteY109" fmla="*/ 173734 h 515632"/>
                  <a:gd name="connsiteX110" fmla="*/ 150347 w 310716"/>
                  <a:gd name="connsiteY110" fmla="*/ 173734 h 515632"/>
                  <a:gd name="connsiteX111" fmla="*/ 144778 w 310716"/>
                  <a:gd name="connsiteY111" fmla="*/ 170393 h 515632"/>
                  <a:gd name="connsiteX112" fmla="*/ 142551 w 310716"/>
                  <a:gd name="connsiteY112" fmla="*/ 170393 h 515632"/>
                  <a:gd name="connsiteX113" fmla="*/ 108027 w 310716"/>
                  <a:gd name="connsiteY113" fmla="*/ 204917 h 515632"/>
                  <a:gd name="connsiteX114" fmla="*/ 108027 w 310716"/>
                  <a:gd name="connsiteY114" fmla="*/ 207144 h 515632"/>
                  <a:gd name="connsiteX115" fmla="*/ 109140 w 310716"/>
                  <a:gd name="connsiteY115" fmla="*/ 208258 h 515632"/>
                  <a:gd name="connsiteX116" fmla="*/ 109140 w 310716"/>
                  <a:gd name="connsiteY116" fmla="*/ 209371 h 515632"/>
                  <a:gd name="connsiteX117" fmla="*/ 110254 w 310716"/>
                  <a:gd name="connsiteY117" fmla="*/ 210485 h 515632"/>
                  <a:gd name="connsiteX118" fmla="*/ 110254 w 310716"/>
                  <a:gd name="connsiteY118" fmla="*/ 211599 h 515632"/>
                  <a:gd name="connsiteX119" fmla="*/ 111368 w 310716"/>
                  <a:gd name="connsiteY119" fmla="*/ 212712 h 515632"/>
                  <a:gd name="connsiteX120" fmla="*/ 111368 w 310716"/>
                  <a:gd name="connsiteY120" fmla="*/ 213826 h 515632"/>
                  <a:gd name="connsiteX121" fmla="*/ 112481 w 310716"/>
                  <a:gd name="connsiteY121" fmla="*/ 214940 h 515632"/>
                  <a:gd name="connsiteX122" fmla="*/ 112481 w 310716"/>
                  <a:gd name="connsiteY122" fmla="*/ 216053 h 515632"/>
                  <a:gd name="connsiteX123" fmla="*/ 113595 w 310716"/>
                  <a:gd name="connsiteY123" fmla="*/ 217167 h 515632"/>
                  <a:gd name="connsiteX124" fmla="*/ 113595 w 310716"/>
                  <a:gd name="connsiteY124" fmla="*/ 218281 h 515632"/>
                  <a:gd name="connsiteX125" fmla="*/ 116936 w 310716"/>
                  <a:gd name="connsiteY125" fmla="*/ 223849 h 515632"/>
                  <a:gd name="connsiteX126" fmla="*/ 116936 w 310716"/>
                  <a:gd name="connsiteY126" fmla="*/ 226077 h 515632"/>
                  <a:gd name="connsiteX127" fmla="*/ 114709 w 310716"/>
                  <a:gd name="connsiteY127" fmla="*/ 226077 h 515632"/>
                  <a:gd name="connsiteX128" fmla="*/ 113595 w 310716"/>
                  <a:gd name="connsiteY128" fmla="*/ 227190 h 515632"/>
                  <a:gd name="connsiteX129" fmla="*/ 111368 w 310716"/>
                  <a:gd name="connsiteY129" fmla="*/ 227190 h 515632"/>
                  <a:gd name="connsiteX130" fmla="*/ 110254 w 310716"/>
                  <a:gd name="connsiteY130" fmla="*/ 228304 h 515632"/>
                  <a:gd name="connsiteX131" fmla="*/ 108027 w 310716"/>
                  <a:gd name="connsiteY131" fmla="*/ 228304 h 515632"/>
                  <a:gd name="connsiteX132" fmla="*/ 106913 w 310716"/>
                  <a:gd name="connsiteY132" fmla="*/ 229418 h 515632"/>
                  <a:gd name="connsiteX133" fmla="*/ 104686 w 310716"/>
                  <a:gd name="connsiteY133" fmla="*/ 229418 h 515632"/>
                  <a:gd name="connsiteX134" fmla="*/ 103572 w 310716"/>
                  <a:gd name="connsiteY134" fmla="*/ 230531 h 515632"/>
                  <a:gd name="connsiteX135" fmla="*/ 101345 w 310716"/>
                  <a:gd name="connsiteY135" fmla="*/ 230531 h 515632"/>
                  <a:gd name="connsiteX136" fmla="*/ 100231 w 310716"/>
                  <a:gd name="connsiteY136" fmla="*/ 231645 h 515632"/>
                  <a:gd name="connsiteX137" fmla="*/ 99117 w 310716"/>
                  <a:gd name="connsiteY137" fmla="*/ 231645 h 515632"/>
                  <a:gd name="connsiteX138" fmla="*/ 96890 w 310716"/>
                  <a:gd name="connsiteY138" fmla="*/ 233872 h 515632"/>
                  <a:gd name="connsiteX139" fmla="*/ 96890 w 310716"/>
                  <a:gd name="connsiteY139" fmla="*/ 281760 h 515632"/>
                  <a:gd name="connsiteX140" fmla="*/ 99117 w 310716"/>
                  <a:gd name="connsiteY140" fmla="*/ 283988 h 515632"/>
                  <a:gd name="connsiteX141" fmla="*/ 100231 w 310716"/>
                  <a:gd name="connsiteY141" fmla="*/ 283988 h 515632"/>
                  <a:gd name="connsiteX142" fmla="*/ 101345 w 310716"/>
                  <a:gd name="connsiteY142" fmla="*/ 285102 h 515632"/>
                  <a:gd name="connsiteX143" fmla="*/ 103572 w 310716"/>
                  <a:gd name="connsiteY143" fmla="*/ 285102 h 515632"/>
                  <a:gd name="connsiteX144" fmla="*/ 104686 w 310716"/>
                  <a:gd name="connsiteY144" fmla="*/ 286215 h 515632"/>
                  <a:gd name="connsiteX145" fmla="*/ 106913 w 310716"/>
                  <a:gd name="connsiteY145" fmla="*/ 286215 h 515632"/>
                  <a:gd name="connsiteX146" fmla="*/ 108027 w 310716"/>
                  <a:gd name="connsiteY146" fmla="*/ 287329 h 515632"/>
                  <a:gd name="connsiteX147" fmla="*/ 110254 w 310716"/>
                  <a:gd name="connsiteY147" fmla="*/ 287329 h 515632"/>
                  <a:gd name="connsiteX148" fmla="*/ 111368 w 310716"/>
                  <a:gd name="connsiteY148" fmla="*/ 288443 h 515632"/>
                  <a:gd name="connsiteX149" fmla="*/ 113595 w 310716"/>
                  <a:gd name="connsiteY149" fmla="*/ 288443 h 515632"/>
                  <a:gd name="connsiteX150" fmla="*/ 114709 w 310716"/>
                  <a:gd name="connsiteY150" fmla="*/ 289556 h 515632"/>
                  <a:gd name="connsiteX151" fmla="*/ 116936 w 310716"/>
                  <a:gd name="connsiteY151" fmla="*/ 289556 h 515632"/>
                  <a:gd name="connsiteX152" fmla="*/ 116936 w 310716"/>
                  <a:gd name="connsiteY152" fmla="*/ 291784 h 515632"/>
                  <a:gd name="connsiteX153" fmla="*/ 115822 w 310716"/>
                  <a:gd name="connsiteY153" fmla="*/ 292897 h 515632"/>
                  <a:gd name="connsiteX154" fmla="*/ 115822 w 310716"/>
                  <a:gd name="connsiteY154" fmla="*/ 294011 h 515632"/>
                  <a:gd name="connsiteX155" fmla="*/ 114709 w 310716"/>
                  <a:gd name="connsiteY155" fmla="*/ 295125 h 515632"/>
                  <a:gd name="connsiteX156" fmla="*/ 114709 w 310716"/>
                  <a:gd name="connsiteY156" fmla="*/ 296238 h 515632"/>
                  <a:gd name="connsiteX157" fmla="*/ 113595 w 310716"/>
                  <a:gd name="connsiteY157" fmla="*/ 297352 h 515632"/>
                  <a:gd name="connsiteX158" fmla="*/ 113595 w 310716"/>
                  <a:gd name="connsiteY158" fmla="*/ 298466 h 515632"/>
                  <a:gd name="connsiteX159" fmla="*/ 112481 w 310716"/>
                  <a:gd name="connsiteY159" fmla="*/ 299579 h 515632"/>
                  <a:gd name="connsiteX160" fmla="*/ 112481 w 310716"/>
                  <a:gd name="connsiteY160" fmla="*/ 300693 h 515632"/>
                  <a:gd name="connsiteX161" fmla="*/ 111368 w 310716"/>
                  <a:gd name="connsiteY161" fmla="*/ 301807 h 515632"/>
                  <a:gd name="connsiteX162" fmla="*/ 111368 w 310716"/>
                  <a:gd name="connsiteY162" fmla="*/ 302920 h 515632"/>
                  <a:gd name="connsiteX163" fmla="*/ 108027 w 310716"/>
                  <a:gd name="connsiteY163" fmla="*/ 308489 h 515632"/>
                  <a:gd name="connsiteX164" fmla="*/ 108027 w 310716"/>
                  <a:gd name="connsiteY164" fmla="*/ 310716 h 515632"/>
                  <a:gd name="connsiteX165" fmla="*/ 142551 w 310716"/>
                  <a:gd name="connsiteY165" fmla="*/ 345240 h 515632"/>
                  <a:gd name="connsiteX166" fmla="*/ 144778 w 310716"/>
                  <a:gd name="connsiteY166" fmla="*/ 345240 h 515632"/>
                  <a:gd name="connsiteX167" fmla="*/ 145892 w 310716"/>
                  <a:gd name="connsiteY167" fmla="*/ 344126 h 515632"/>
                  <a:gd name="connsiteX168" fmla="*/ 147005 w 310716"/>
                  <a:gd name="connsiteY168" fmla="*/ 344126 h 515632"/>
                  <a:gd name="connsiteX169" fmla="*/ 148119 w 310716"/>
                  <a:gd name="connsiteY169" fmla="*/ 343013 h 515632"/>
                  <a:gd name="connsiteX170" fmla="*/ 149233 w 310716"/>
                  <a:gd name="connsiteY170" fmla="*/ 343013 h 515632"/>
                  <a:gd name="connsiteX171" fmla="*/ 150347 w 310716"/>
                  <a:gd name="connsiteY171" fmla="*/ 341899 h 515632"/>
                  <a:gd name="connsiteX172" fmla="*/ 151460 w 310716"/>
                  <a:gd name="connsiteY172" fmla="*/ 341899 h 515632"/>
                  <a:gd name="connsiteX173" fmla="*/ 152574 w 310716"/>
                  <a:gd name="connsiteY173" fmla="*/ 340785 h 515632"/>
                  <a:gd name="connsiteX174" fmla="*/ 153688 w 310716"/>
                  <a:gd name="connsiteY174" fmla="*/ 340785 h 515632"/>
                  <a:gd name="connsiteX175" fmla="*/ 154801 w 310716"/>
                  <a:gd name="connsiteY175" fmla="*/ 339672 h 515632"/>
                  <a:gd name="connsiteX176" fmla="*/ 155915 w 310716"/>
                  <a:gd name="connsiteY176" fmla="*/ 339672 h 515632"/>
                  <a:gd name="connsiteX177" fmla="*/ 161483 w 310716"/>
                  <a:gd name="connsiteY177" fmla="*/ 336331 h 515632"/>
                  <a:gd name="connsiteX178" fmla="*/ 163711 w 310716"/>
                  <a:gd name="connsiteY178" fmla="*/ 336331 h 515632"/>
                  <a:gd name="connsiteX179" fmla="*/ 163711 w 310716"/>
                  <a:gd name="connsiteY179" fmla="*/ 338558 h 515632"/>
                  <a:gd name="connsiteX180" fmla="*/ 164824 w 310716"/>
                  <a:gd name="connsiteY180" fmla="*/ 339672 h 515632"/>
                  <a:gd name="connsiteX181" fmla="*/ 164824 w 310716"/>
                  <a:gd name="connsiteY181" fmla="*/ 341899 h 515632"/>
                  <a:gd name="connsiteX182" fmla="*/ 165938 w 310716"/>
                  <a:gd name="connsiteY182" fmla="*/ 343013 h 515632"/>
                  <a:gd name="connsiteX183" fmla="*/ 165938 w 310716"/>
                  <a:gd name="connsiteY183" fmla="*/ 345240 h 515632"/>
                  <a:gd name="connsiteX184" fmla="*/ 167052 w 310716"/>
                  <a:gd name="connsiteY184" fmla="*/ 346354 h 515632"/>
                  <a:gd name="connsiteX185" fmla="*/ 167052 w 310716"/>
                  <a:gd name="connsiteY185" fmla="*/ 348581 h 515632"/>
                  <a:gd name="connsiteX186" fmla="*/ 168165 w 310716"/>
                  <a:gd name="connsiteY186" fmla="*/ 349695 h 515632"/>
                  <a:gd name="connsiteX187" fmla="*/ 168165 w 310716"/>
                  <a:gd name="connsiteY187" fmla="*/ 351922 h 515632"/>
                  <a:gd name="connsiteX188" fmla="*/ 169279 w 310716"/>
                  <a:gd name="connsiteY188" fmla="*/ 353036 h 515632"/>
                  <a:gd name="connsiteX189" fmla="*/ 169279 w 310716"/>
                  <a:gd name="connsiteY189" fmla="*/ 354150 h 515632"/>
                  <a:gd name="connsiteX190" fmla="*/ 171506 w 310716"/>
                  <a:gd name="connsiteY190" fmla="*/ 356377 h 515632"/>
                  <a:gd name="connsiteX191" fmla="*/ 219395 w 310716"/>
                  <a:gd name="connsiteY191" fmla="*/ 356377 h 515632"/>
                  <a:gd name="connsiteX192" fmla="*/ 221622 w 310716"/>
                  <a:gd name="connsiteY192" fmla="*/ 354150 h 515632"/>
                  <a:gd name="connsiteX193" fmla="*/ 221622 w 310716"/>
                  <a:gd name="connsiteY193" fmla="*/ 353036 h 515632"/>
                  <a:gd name="connsiteX194" fmla="*/ 222736 w 310716"/>
                  <a:gd name="connsiteY194" fmla="*/ 351922 h 515632"/>
                  <a:gd name="connsiteX195" fmla="*/ 222736 w 310716"/>
                  <a:gd name="connsiteY195" fmla="*/ 349695 h 515632"/>
                  <a:gd name="connsiteX196" fmla="*/ 223849 w 310716"/>
                  <a:gd name="connsiteY196" fmla="*/ 348581 h 515632"/>
                  <a:gd name="connsiteX197" fmla="*/ 223849 w 310716"/>
                  <a:gd name="connsiteY197" fmla="*/ 346354 h 515632"/>
                  <a:gd name="connsiteX198" fmla="*/ 224963 w 310716"/>
                  <a:gd name="connsiteY198" fmla="*/ 345240 h 515632"/>
                  <a:gd name="connsiteX199" fmla="*/ 224963 w 310716"/>
                  <a:gd name="connsiteY199" fmla="*/ 343013 h 515632"/>
                  <a:gd name="connsiteX200" fmla="*/ 226077 w 310716"/>
                  <a:gd name="connsiteY200" fmla="*/ 341899 h 515632"/>
                  <a:gd name="connsiteX201" fmla="*/ 226077 w 310716"/>
                  <a:gd name="connsiteY201" fmla="*/ 339672 h 515632"/>
                  <a:gd name="connsiteX202" fmla="*/ 227190 w 310716"/>
                  <a:gd name="connsiteY202" fmla="*/ 338558 h 515632"/>
                  <a:gd name="connsiteX203" fmla="*/ 227190 w 310716"/>
                  <a:gd name="connsiteY203" fmla="*/ 336331 h 515632"/>
                  <a:gd name="connsiteX204" fmla="*/ 229418 w 310716"/>
                  <a:gd name="connsiteY204" fmla="*/ 336331 h 515632"/>
                  <a:gd name="connsiteX205" fmla="*/ 230531 w 310716"/>
                  <a:gd name="connsiteY205" fmla="*/ 337444 h 515632"/>
                  <a:gd name="connsiteX206" fmla="*/ 231645 w 310716"/>
                  <a:gd name="connsiteY206" fmla="*/ 337444 h 515632"/>
                  <a:gd name="connsiteX207" fmla="*/ 232759 w 310716"/>
                  <a:gd name="connsiteY207" fmla="*/ 338558 h 515632"/>
                  <a:gd name="connsiteX208" fmla="*/ 233872 w 310716"/>
                  <a:gd name="connsiteY208" fmla="*/ 338558 h 515632"/>
                  <a:gd name="connsiteX209" fmla="*/ 234986 w 310716"/>
                  <a:gd name="connsiteY209" fmla="*/ 339672 h 515632"/>
                  <a:gd name="connsiteX210" fmla="*/ 236100 w 310716"/>
                  <a:gd name="connsiteY210" fmla="*/ 339672 h 515632"/>
                  <a:gd name="connsiteX211" fmla="*/ 237213 w 310716"/>
                  <a:gd name="connsiteY211" fmla="*/ 340785 h 515632"/>
                  <a:gd name="connsiteX212" fmla="*/ 238327 w 310716"/>
                  <a:gd name="connsiteY212" fmla="*/ 340785 h 515632"/>
                  <a:gd name="connsiteX213" fmla="*/ 239441 w 310716"/>
                  <a:gd name="connsiteY213" fmla="*/ 341899 h 515632"/>
                  <a:gd name="connsiteX214" fmla="*/ 240554 w 310716"/>
                  <a:gd name="connsiteY214" fmla="*/ 341899 h 515632"/>
                  <a:gd name="connsiteX215" fmla="*/ 246123 w 310716"/>
                  <a:gd name="connsiteY215" fmla="*/ 345240 h 515632"/>
                  <a:gd name="connsiteX216" fmla="*/ 248350 w 310716"/>
                  <a:gd name="connsiteY216" fmla="*/ 345240 h 515632"/>
                  <a:gd name="connsiteX217" fmla="*/ 282874 w 310716"/>
                  <a:gd name="connsiteY217" fmla="*/ 310716 h 515632"/>
                  <a:gd name="connsiteX218" fmla="*/ 282874 w 310716"/>
                  <a:gd name="connsiteY218" fmla="*/ 308489 h 515632"/>
                  <a:gd name="connsiteX219" fmla="*/ 281760 w 310716"/>
                  <a:gd name="connsiteY219" fmla="*/ 307375 h 515632"/>
                  <a:gd name="connsiteX220" fmla="*/ 281760 w 310716"/>
                  <a:gd name="connsiteY220" fmla="*/ 306261 h 515632"/>
                  <a:gd name="connsiteX221" fmla="*/ 280647 w 310716"/>
                  <a:gd name="connsiteY221" fmla="*/ 305148 h 515632"/>
                  <a:gd name="connsiteX222" fmla="*/ 280647 w 310716"/>
                  <a:gd name="connsiteY222" fmla="*/ 304034 h 515632"/>
                  <a:gd name="connsiteX223" fmla="*/ 279533 w 310716"/>
                  <a:gd name="connsiteY223" fmla="*/ 302920 h 515632"/>
                  <a:gd name="connsiteX224" fmla="*/ 279533 w 310716"/>
                  <a:gd name="connsiteY224" fmla="*/ 301807 h 515632"/>
                  <a:gd name="connsiteX225" fmla="*/ 278419 w 310716"/>
                  <a:gd name="connsiteY225" fmla="*/ 300693 h 515632"/>
                  <a:gd name="connsiteX226" fmla="*/ 278419 w 310716"/>
                  <a:gd name="connsiteY226" fmla="*/ 299579 h 515632"/>
                  <a:gd name="connsiteX227" fmla="*/ 277306 w 310716"/>
                  <a:gd name="connsiteY227" fmla="*/ 298466 h 515632"/>
                  <a:gd name="connsiteX228" fmla="*/ 277306 w 310716"/>
                  <a:gd name="connsiteY228" fmla="*/ 297352 h 515632"/>
                  <a:gd name="connsiteX229" fmla="*/ 273965 w 310716"/>
                  <a:gd name="connsiteY229" fmla="*/ 291784 h 515632"/>
                  <a:gd name="connsiteX230" fmla="*/ 273965 w 310716"/>
                  <a:gd name="connsiteY230" fmla="*/ 289556 h 515632"/>
                  <a:gd name="connsiteX231" fmla="*/ 276192 w 310716"/>
                  <a:gd name="connsiteY231" fmla="*/ 289556 h 515632"/>
                  <a:gd name="connsiteX232" fmla="*/ 277306 w 310716"/>
                  <a:gd name="connsiteY232" fmla="*/ 288443 h 515632"/>
                  <a:gd name="connsiteX233" fmla="*/ 279533 w 310716"/>
                  <a:gd name="connsiteY233" fmla="*/ 288443 h 515632"/>
                  <a:gd name="connsiteX234" fmla="*/ 280647 w 310716"/>
                  <a:gd name="connsiteY234" fmla="*/ 287329 h 515632"/>
                  <a:gd name="connsiteX235" fmla="*/ 282874 w 310716"/>
                  <a:gd name="connsiteY235" fmla="*/ 287329 h 515632"/>
                  <a:gd name="connsiteX236" fmla="*/ 283988 w 310716"/>
                  <a:gd name="connsiteY236" fmla="*/ 286215 h 515632"/>
                  <a:gd name="connsiteX237" fmla="*/ 286215 w 310716"/>
                  <a:gd name="connsiteY237" fmla="*/ 286215 h 515632"/>
                  <a:gd name="connsiteX238" fmla="*/ 287329 w 310716"/>
                  <a:gd name="connsiteY238" fmla="*/ 285102 h 515632"/>
                  <a:gd name="connsiteX239" fmla="*/ 289556 w 310716"/>
                  <a:gd name="connsiteY239" fmla="*/ 285102 h 515632"/>
                  <a:gd name="connsiteX240" fmla="*/ 290670 w 310716"/>
                  <a:gd name="connsiteY240" fmla="*/ 283988 h 515632"/>
                  <a:gd name="connsiteX241" fmla="*/ 291784 w 310716"/>
                  <a:gd name="connsiteY241" fmla="*/ 283988 h 515632"/>
                  <a:gd name="connsiteX242" fmla="*/ 294011 w 310716"/>
                  <a:gd name="connsiteY242" fmla="*/ 281760 h 515632"/>
                  <a:gd name="connsiteX243" fmla="*/ 294011 w 310716"/>
                  <a:gd name="connsiteY243" fmla="*/ 233872 h 515632"/>
                  <a:gd name="connsiteX244" fmla="*/ 291784 w 310716"/>
                  <a:gd name="connsiteY244" fmla="*/ 231645 h 515632"/>
                  <a:gd name="connsiteX245" fmla="*/ 290670 w 310716"/>
                  <a:gd name="connsiteY245" fmla="*/ 231645 h 515632"/>
                  <a:gd name="connsiteX246" fmla="*/ 289556 w 310716"/>
                  <a:gd name="connsiteY246" fmla="*/ 230531 h 515632"/>
                  <a:gd name="connsiteX247" fmla="*/ 287329 w 310716"/>
                  <a:gd name="connsiteY247" fmla="*/ 230531 h 515632"/>
                  <a:gd name="connsiteX248" fmla="*/ 286215 w 310716"/>
                  <a:gd name="connsiteY248" fmla="*/ 229418 h 515632"/>
                  <a:gd name="connsiteX249" fmla="*/ 283988 w 310716"/>
                  <a:gd name="connsiteY249" fmla="*/ 229418 h 515632"/>
                  <a:gd name="connsiteX250" fmla="*/ 282874 w 310716"/>
                  <a:gd name="connsiteY250" fmla="*/ 228304 h 515632"/>
                  <a:gd name="connsiteX251" fmla="*/ 280647 w 310716"/>
                  <a:gd name="connsiteY251" fmla="*/ 228304 h 515632"/>
                  <a:gd name="connsiteX252" fmla="*/ 279533 w 310716"/>
                  <a:gd name="connsiteY252" fmla="*/ 227190 h 515632"/>
                  <a:gd name="connsiteX253" fmla="*/ 277306 w 310716"/>
                  <a:gd name="connsiteY253" fmla="*/ 227190 h 515632"/>
                  <a:gd name="connsiteX254" fmla="*/ 276192 w 310716"/>
                  <a:gd name="connsiteY254" fmla="*/ 226077 h 515632"/>
                  <a:gd name="connsiteX255" fmla="*/ 273965 w 310716"/>
                  <a:gd name="connsiteY255" fmla="*/ 226077 h 515632"/>
                  <a:gd name="connsiteX256" fmla="*/ 273965 w 310716"/>
                  <a:gd name="connsiteY256" fmla="*/ 223849 h 515632"/>
                  <a:gd name="connsiteX257" fmla="*/ 275078 w 310716"/>
                  <a:gd name="connsiteY257" fmla="*/ 222736 h 515632"/>
                  <a:gd name="connsiteX258" fmla="*/ 275078 w 310716"/>
                  <a:gd name="connsiteY258" fmla="*/ 221622 h 515632"/>
                  <a:gd name="connsiteX259" fmla="*/ 276192 w 310716"/>
                  <a:gd name="connsiteY259" fmla="*/ 220508 h 515632"/>
                  <a:gd name="connsiteX260" fmla="*/ 276192 w 310716"/>
                  <a:gd name="connsiteY260" fmla="*/ 219395 h 515632"/>
                  <a:gd name="connsiteX261" fmla="*/ 277306 w 310716"/>
                  <a:gd name="connsiteY261" fmla="*/ 218281 h 515632"/>
                  <a:gd name="connsiteX262" fmla="*/ 277306 w 310716"/>
                  <a:gd name="connsiteY262" fmla="*/ 217167 h 515632"/>
                  <a:gd name="connsiteX263" fmla="*/ 278419 w 310716"/>
                  <a:gd name="connsiteY263" fmla="*/ 216053 h 515632"/>
                  <a:gd name="connsiteX264" fmla="*/ 278419 w 310716"/>
                  <a:gd name="connsiteY264" fmla="*/ 214940 h 515632"/>
                  <a:gd name="connsiteX265" fmla="*/ 279533 w 310716"/>
                  <a:gd name="connsiteY265" fmla="*/ 213826 h 515632"/>
                  <a:gd name="connsiteX266" fmla="*/ 279533 w 310716"/>
                  <a:gd name="connsiteY266" fmla="*/ 212712 h 515632"/>
                  <a:gd name="connsiteX267" fmla="*/ 282874 w 310716"/>
                  <a:gd name="connsiteY267" fmla="*/ 207144 h 515632"/>
                  <a:gd name="connsiteX268" fmla="*/ 282874 w 310716"/>
                  <a:gd name="connsiteY268" fmla="*/ 204917 h 515632"/>
                  <a:gd name="connsiteX269" fmla="*/ 248350 w 310716"/>
                  <a:gd name="connsiteY269" fmla="*/ 170393 h 515632"/>
                  <a:gd name="connsiteX270" fmla="*/ 246123 w 310716"/>
                  <a:gd name="connsiteY270" fmla="*/ 170393 h 515632"/>
                  <a:gd name="connsiteX271" fmla="*/ 245009 w 310716"/>
                  <a:gd name="connsiteY271" fmla="*/ 171506 h 515632"/>
                  <a:gd name="connsiteX272" fmla="*/ 243895 w 310716"/>
                  <a:gd name="connsiteY272" fmla="*/ 171506 h 515632"/>
                  <a:gd name="connsiteX273" fmla="*/ 242782 w 310716"/>
                  <a:gd name="connsiteY273" fmla="*/ 172620 h 515632"/>
                  <a:gd name="connsiteX274" fmla="*/ 241668 w 310716"/>
                  <a:gd name="connsiteY274" fmla="*/ 172620 h 515632"/>
                  <a:gd name="connsiteX275" fmla="*/ 240554 w 310716"/>
                  <a:gd name="connsiteY275" fmla="*/ 173734 h 515632"/>
                  <a:gd name="connsiteX276" fmla="*/ 239441 w 310716"/>
                  <a:gd name="connsiteY276" fmla="*/ 173734 h 515632"/>
                  <a:gd name="connsiteX277" fmla="*/ 238327 w 310716"/>
                  <a:gd name="connsiteY277" fmla="*/ 174847 h 515632"/>
                  <a:gd name="connsiteX278" fmla="*/ 237213 w 310716"/>
                  <a:gd name="connsiteY278" fmla="*/ 174847 h 515632"/>
                  <a:gd name="connsiteX279" fmla="*/ 236100 w 310716"/>
                  <a:gd name="connsiteY279" fmla="*/ 175961 h 515632"/>
                  <a:gd name="connsiteX280" fmla="*/ 234986 w 310716"/>
                  <a:gd name="connsiteY280" fmla="*/ 175961 h 515632"/>
                  <a:gd name="connsiteX281" fmla="*/ 229418 w 310716"/>
                  <a:gd name="connsiteY281" fmla="*/ 179302 h 515632"/>
                  <a:gd name="connsiteX282" fmla="*/ 227190 w 310716"/>
                  <a:gd name="connsiteY282" fmla="*/ 179302 h 515632"/>
                  <a:gd name="connsiteX283" fmla="*/ 227190 w 310716"/>
                  <a:gd name="connsiteY283" fmla="*/ 177075 h 515632"/>
                  <a:gd name="connsiteX284" fmla="*/ 226077 w 310716"/>
                  <a:gd name="connsiteY284" fmla="*/ 175961 h 515632"/>
                  <a:gd name="connsiteX285" fmla="*/ 226077 w 310716"/>
                  <a:gd name="connsiteY285" fmla="*/ 173734 h 515632"/>
                  <a:gd name="connsiteX286" fmla="*/ 224963 w 310716"/>
                  <a:gd name="connsiteY286" fmla="*/ 172620 h 515632"/>
                  <a:gd name="connsiteX287" fmla="*/ 224963 w 310716"/>
                  <a:gd name="connsiteY287" fmla="*/ 170393 h 515632"/>
                  <a:gd name="connsiteX288" fmla="*/ 223849 w 310716"/>
                  <a:gd name="connsiteY288" fmla="*/ 169279 h 515632"/>
                  <a:gd name="connsiteX289" fmla="*/ 223849 w 310716"/>
                  <a:gd name="connsiteY289" fmla="*/ 167052 h 515632"/>
                  <a:gd name="connsiteX290" fmla="*/ 222736 w 310716"/>
                  <a:gd name="connsiteY290" fmla="*/ 165938 h 515632"/>
                  <a:gd name="connsiteX291" fmla="*/ 222736 w 310716"/>
                  <a:gd name="connsiteY291" fmla="*/ 163711 h 515632"/>
                  <a:gd name="connsiteX292" fmla="*/ 221622 w 310716"/>
                  <a:gd name="connsiteY292" fmla="*/ 162597 h 515632"/>
                  <a:gd name="connsiteX293" fmla="*/ 221622 w 310716"/>
                  <a:gd name="connsiteY293" fmla="*/ 161483 h 515632"/>
                  <a:gd name="connsiteX294" fmla="*/ 219395 w 310716"/>
                  <a:gd name="connsiteY294" fmla="*/ 159256 h 515632"/>
                  <a:gd name="connsiteX295" fmla="*/ 61252 w 310716"/>
                  <a:gd name="connsiteY295" fmla="*/ 108027 h 515632"/>
                  <a:gd name="connsiteX296" fmla="*/ 61252 w 310716"/>
                  <a:gd name="connsiteY296" fmla="*/ 122505 h 515632"/>
                  <a:gd name="connsiteX297" fmla="*/ 63480 w 310716"/>
                  <a:gd name="connsiteY297" fmla="*/ 124732 h 515632"/>
                  <a:gd name="connsiteX298" fmla="*/ 291784 w 310716"/>
                  <a:gd name="connsiteY298" fmla="*/ 124732 h 515632"/>
                  <a:gd name="connsiteX299" fmla="*/ 294011 w 310716"/>
                  <a:gd name="connsiteY299" fmla="*/ 122505 h 515632"/>
                  <a:gd name="connsiteX300" fmla="*/ 294011 w 310716"/>
                  <a:gd name="connsiteY300" fmla="*/ 108027 h 515632"/>
                  <a:gd name="connsiteX301" fmla="*/ 291784 w 310716"/>
                  <a:gd name="connsiteY301" fmla="*/ 105799 h 515632"/>
                  <a:gd name="connsiteX302" fmla="*/ 63480 w 310716"/>
                  <a:gd name="connsiteY302" fmla="*/ 105799 h 515632"/>
                  <a:gd name="connsiteX303" fmla="*/ 25615 w 310716"/>
                  <a:gd name="connsiteY303" fmla="*/ 108027 h 515632"/>
                  <a:gd name="connsiteX304" fmla="*/ 25615 w 310716"/>
                  <a:gd name="connsiteY304" fmla="*/ 122505 h 515632"/>
                  <a:gd name="connsiteX305" fmla="*/ 27842 w 310716"/>
                  <a:gd name="connsiteY305" fmla="*/ 124732 h 515632"/>
                  <a:gd name="connsiteX306" fmla="*/ 42320 w 310716"/>
                  <a:gd name="connsiteY306" fmla="*/ 124732 h 515632"/>
                  <a:gd name="connsiteX307" fmla="*/ 44547 w 310716"/>
                  <a:gd name="connsiteY307" fmla="*/ 122505 h 515632"/>
                  <a:gd name="connsiteX308" fmla="*/ 44547 w 310716"/>
                  <a:gd name="connsiteY308" fmla="*/ 108027 h 515632"/>
                  <a:gd name="connsiteX309" fmla="*/ 42320 w 310716"/>
                  <a:gd name="connsiteY309" fmla="*/ 105799 h 515632"/>
                  <a:gd name="connsiteX310" fmla="*/ 27842 w 310716"/>
                  <a:gd name="connsiteY310" fmla="*/ 105799 h 515632"/>
                  <a:gd name="connsiteX311" fmla="*/ 114709 w 310716"/>
                  <a:gd name="connsiteY311" fmla="*/ 18933 h 515632"/>
                  <a:gd name="connsiteX312" fmla="*/ 114709 w 310716"/>
                  <a:gd name="connsiteY312" fmla="*/ 86867 h 515632"/>
                  <a:gd name="connsiteX313" fmla="*/ 116936 w 310716"/>
                  <a:gd name="connsiteY313" fmla="*/ 89094 h 515632"/>
                  <a:gd name="connsiteX314" fmla="*/ 291784 w 310716"/>
                  <a:gd name="connsiteY314" fmla="*/ 89094 h 515632"/>
                  <a:gd name="connsiteX315" fmla="*/ 294011 w 310716"/>
                  <a:gd name="connsiteY315" fmla="*/ 86867 h 515632"/>
                  <a:gd name="connsiteX316" fmla="*/ 294011 w 310716"/>
                  <a:gd name="connsiteY316" fmla="*/ 18933 h 515632"/>
                  <a:gd name="connsiteX317" fmla="*/ 291784 w 310716"/>
                  <a:gd name="connsiteY317" fmla="*/ 16705 h 515632"/>
                  <a:gd name="connsiteX318" fmla="*/ 116936 w 310716"/>
                  <a:gd name="connsiteY318" fmla="*/ 16705 h 515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</a:cxnLst>
                <a:rect l="l" t="t" r="r" b="b"/>
                <a:pathLst>
                  <a:path w="310716" h="515632">
                    <a:moveTo>
                      <a:pt x="98004" y="0"/>
                    </a:moveTo>
                    <a:lnTo>
                      <a:pt x="98004" y="86867"/>
                    </a:lnTo>
                    <a:lnTo>
                      <a:pt x="95776" y="89094"/>
                    </a:lnTo>
                    <a:lnTo>
                      <a:pt x="8909" y="89094"/>
                    </a:lnTo>
                    <a:lnTo>
                      <a:pt x="8909" y="193780"/>
                    </a:lnTo>
                    <a:lnTo>
                      <a:pt x="6682" y="196007"/>
                    </a:lnTo>
                    <a:lnTo>
                      <a:pt x="0" y="196007"/>
                    </a:lnTo>
                    <a:lnTo>
                      <a:pt x="0" y="212712"/>
                    </a:lnTo>
                    <a:lnTo>
                      <a:pt x="77957" y="212712"/>
                    </a:lnTo>
                    <a:lnTo>
                      <a:pt x="80185" y="214940"/>
                    </a:lnTo>
                    <a:lnTo>
                      <a:pt x="80185" y="229418"/>
                    </a:lnTo>
                    <a:lnTo>
                      <a:pt x="77957" y="231645"/>
                    </a:lnTo>
                    <a:lnTo>
                      <a:pt x="0" y="231645"/>
                    </a:lnTo>
                    <a:lnTo>
                      <a:pt x="0" y="248350"/>
                    </a:lnTo>
                    <a:lnTo>
                      <a:pt x="77957" y="248350"/>
                    </a:lnTo>
                    <a:lnTo>
                      <a:pt x="80185" y="250577"/>
                    </a:lnTo>
                    <a:lnTo>
                      <a:pt x="80185" y="265055"/>
                    </a:lnTo>
                    <a:lnTo>
                      <a:pt x="77957" y="267283"/>
                    </a:lnTo>
                    <a:lnTo>
                      <a:pt x="0" y="267283"/>
                    </a:lnTo>
                    <a:lnTo>
                      <a:pt x="0" y="283988"/>
                    </a:lnTo>
                    <a:lnTo>
                      <a:pt x="77957" y="283988"/>
                    </a:lnTo>
                    <a:lnTo>
                      <a:pt x="80185" y="286215"/>
                    </a:lnTo>
                    <a:lnTo>
                      <a:pt x="80185" y="300693"/>
                    </a:lnTo>
                    <a:lnTo>
                      <a:pt x="77957" y="302920"/>
                    </a:lnTo>
                    <a:lnTo>
                      <a:pt x="0" y="302920"/>
                    </a:lnTo>
                    <a:lnTo>
                      <a:pt x="0" y="319626"/>
                    </a:lnTo>
                    <a:lnTo>
                      <a:pt x="6682" y="319626"/>
                    </a:lnTo>
                    <a:lnTo>
                      <a:pt x="8909" y="321853"/>
                    </a:lnTo>
                    <a:lnTo>
                      <a:pt x="8909" y="515633"/>
                    </a:lnTo>
                    <a:lnTo>
                      <a:pt x="310716" y="515633"/>
                    </a:lnTo>
                    <a:lnTo>
                      <a:pt x="310716" y="0"/>
                    </a:lnTo>
                    <a:close/>
                    <a:moveTo>
                      <a:pt x="239441" y="446585"/>
                    </a:moveTo>
                    <a:lnTo>
                      <a:pt x="239441" y="496700"/>
                    </a:lnTo>
                    <a:lnTo>
                      <a:pt x="241668" y="498928"/>
                    </a:lnTo>
                    <a:lnTo>
                      <a:pt x="291784" y="498928"/>
                    </a:lnTo>
                    <a:lnTo>
                      <a:pt x="294011" y="496700"/>
                    </a:lnTo>
                    <a:lnTo>
                      <a:pt x="294011" y="446585"/>
                    </a:lnTo>
                    <a:lnTo>
                      <a:pt x="291784" y="444357"/>
                    </a:lnTo>
                    <a:lnTo>
                      <a:pt x="241668" y="444357"/>
                    </a:lnTo>
                    <a:close/>
                    <a:moveTo>
                      <a:pt x="168165" y="446585"/>
                    </a:moveTo>
                    <a:lnTo>
                      <a:pt x="168165" y="496700"/>
                    </a:lnTo>
                    <a:lnTo>
                      <a:pt x="170393" y="498928"/>
                    </a:lnTo>
                    <a:lnTo>
                      <a:pt x="220508" y="498928"/>
                    </a:lnTo>
                    <a:lnTo>
                      <a:pt x="222736" y="496700"/>
                    </a:lnTo>
                    <a:lnTo>
                      <a:pt x="222736" y="446585"/>
                    </a:lnTo>
                    <a:lnTo>
                      <a:pt x="220508" y="444357"/>
                    </a:lnTo>
                    <a:lnTo>
                      <a:pt x="170393" y="444357"/>
                    </a:lnTo>
                    <a:close/>
                    <a:moveTo>
                      <a:pt x="96890" y="446585"/>
                    </a:moveTo>
                    <a:lnTo>
                      <a:pt x="96890" y="496700"/>
                    </a:lnTo>
                    <a:lnTo>
                      <a:pt x="99117" y="498928"/>
                    </a:lnTo>
                    <a:lnTo>
                      <a:pt x="149233" y="498928"/>
                    </a:lnTo>
                    <a:lnTo>
                      <a:pt x="151460" y="496700"/>
                    </a:lnTo>
                    <a:lnTo>
                      <a:pt x="151460" y="446585"/>
                    </a:lnTo>
                    <a:lnTo>
                      <a:pt x="149233" y="444357"/>
                    </a:lnTo>
                    <a:lnTo>
                      <a:pt x="99117" y="444357"/>
                    </a:lnTo>
                    <a:close/>
                    <a:moveTo>
                      <a:pt x="25615" y="446585"/>
                    </a:moveTo>
                    <a:lnTo>
                      <a:pt x="25615" y="496700"/>
                    </a:lnTo>
                    <a:lnTo>
                      <a:pt x="27842" y="498928"/>
                    </a:lnTo>
                    <a:lnTo>
                      <a:pt x="77957" y="498928"/>
                    </a:lnTo>
                    <a:lnTo>
                      <a:pt x="80185" y="496700"/>
                    </a:lnTo>
                    <a:lnTo>
                      <a:pt x="80185" y="446585"/>
                    </a:lnTo>
                    <a:lnTo>
                      <a:pt x="77957" y="444357"/>
                    </a:lnTo>
                    <a:lnTo>
                      <a:pt x="27842" y="444357"/>
                    </a:lnTo>
                    <a:close/>
                    <a:moveTo>
                      <a:pt x="61252" y="410947"/>
                    </a:moveTo>
                    <a:lnTo>
                      <a:pt x="61252" y="425425"/>
                    </a:lnTo>
                    <a:lnTo>
                      <a:pt x="63480" y="427652"/>
                    </a:lnTo>
                    <a:lnTo>
                      <a:pt x="291784" y="427652"/>
                    </a:lnTo>
                    <a:lnTo>
                      <a:pt x="294011" y="425425"/>
                    </a:lnTo>
                    <a:lnTo>
                      <a:pt x="294011" y="410947"/>
                    </a:lnTo>
                    <a:lnTo>
                      <a:pt x="291784" y="408720"/>
                    </a:lnTo>
                    <a:lnTo>
                      <a:pt x="63480" y="408720"/>
                    </a:lnTo>
                    <a:close/>
                    <a:moveTo>
                      <a:pt x="25615" y="410947"/>
                    </a:moveTo>
                    <a:lnTo>
                      <a:pt x="25615" y="425425"/>
                    </a:lnTo>
                    <a:lnTo>
                      <a:pt x="27842" y="427652"/>
                    </a:lnTo>
                    <a:lnTo>
                      <a:pt x="42320" y="427652"/>
                    </a:lnTo>
                    <a:lnTo>
                      <a:pt x="44547" y="425425"/>
                    </a:lnTo>
                    <a:lnTo>
                      <a:pt x="44547" y="410947"/>
                    </a:lnTo>
                    <a:lnTo>
                      <a:pt x="42320" y="408720"/>
                    </a:lnTo>
                    <a:lnTo>
                      <a:pt x="27842" y="408720"/>
                    </a:lnTo>
                    <a:close/>
                    <a:moveTo>
                      <a:pt x="25615" y="375309"/>
                    </a:moveTo>
                    <a:lnTo>
                      <a:pt x="25615" y="389787"/>
                    </a:lnTo>
                    <a:lnTo>
                      <a:pt x="27842" y="392015"/>
                    </a:lnTo>
                    <a:lnTo>
                      <a:pt x="291784" y="392015"/>
                    </a:lnTo>
                    <a:lnTo>
                      <a:pt x="294011" y="389787"/>
                    </a:lnTo>
                    <a:lnTo>
                      <a:pt x="294011" y="375309"/>
                    </a:lnTo>
                    <a:lnTo>
                      <a:pt x="291784" y="373082"/>
                    </a:lnTo>
                    <a:lnTo>
                      <a:pt x="27842" y="373082"/>
                    </a:lnTo>
                    <a:close/>
                    <a:moveTo>
                      <a:pt x="171506" y="159256"/>
                    </a:moveTo>
                    <a:lnTo>
                      <a:pt x="169279" y="161483"/>
                    </a:lnTo>
                    <a:lnTo>
                      <a:pt x="169279" y="162597"/>
                    </a:lnTo>
                    <a:lnTo>
                      <a:pt x="168165" y="163711"/>
                    </a:lnTo>
                    <a:lnTo>
                      <a:pt x="168165" y="165938"/>
                    </a:lnTo>
                    <a:lnTo>
                      <a:pt x="167052" y="167052"/>
                    </a:lnTo>
                    <a:lnTo>
                      <a:pt x="167052" y="169279"/>
                    </a:lnTo>
                    <a:lnTo>
                      <a:pt x="165938" y="170393"/>
                    </a:lnTo>
                    <a:lnTo>
                      <a:pt x="165938" y="172620"/>
                    </a:lnTo>
                    <a:lnTo>
                      <a:pt x="164824" y="173734"/>
                    </a:lnTo>
                    <a:lnTo>
                      <a:pt x="164824" y="175961"/>
                    </a:lnTo>
                    <a:lnTo>
                      <a:pt x="163711" y="177075"/>
                    </a:lnTo>
                    <a:lnTo>
                      <a:pt x="163711" y="179302"/>
                    </a:lnTo>
                    <a:lnTo>
                      <a:pt x="161483" y="179302"/>
                    </a:lnTo>
                    <a:lnTo>
                      <a:pt x="160370" y="178188"/>
                    </a:lnTo>
                    <a:lnTo>
                      <a:pt x="159256" y="178188"/>
                    </a:lnTo>
                    <a:lnTo>
                      <a:pt x="158142" y="177075"/>
                    </a:lnTo>
                    <a:lnTo>
                      <a:pt x="157029" y="177075"/>
                    </a:lnTo>
                    <a:lnTo>
                      <a:pt x="155915" y="175961"/>
                    </a:lnTo>
                    <a:lnTo>
                      <a:pt x="154801" y="175961"/>
                    </a:lnTo>
                    <a:lnTo>
                      <a:pt x="153688" y="174847"/>
                    </a:lnTo>
                    <a:lnTo>
                      <a:pt x="152574" y="174847"/>
                    </a:lnTo>
                    <a:lnTo>
                      <a:pt x="151460" y="173734"/>
                    </a:lnTo>
                    <a:lnTo>
                      <a:pt x="150347" y="173734"/>
                    </a:lnTo>
                    <a:lnTo>
                      <a:pt x="144778" y="170393"/>
                    </a:lnTo>
                    <a:lnTo>
                      <a:pt x="142551" y="170393"/>
                    </a:lnTo>
                    <a:lnTo>
                      <a:pt x="108027" y="204917"/>
                    </a:lnTo>
                    <a:lnTo>
                      <a:pt x="108027" y="207144"/>
                    </a:lnTo>
                    <a:lnTo>
                      <a:pt x="109140" y="208258"/>
                    </a:lnTo>
                    <a:lnTo>
                      <a:pt x="109140" y="209371"/>
                    </a:lnTo>
                    <a:lnTo>
                      <a:pt x="110254" y="210485"/>
                    </a:lnTo>
                    <a:lnTo>
                      <a:pt x="110254" y="211599"/>
                    </a:lnTo>
                    <a:lnTo>
                      <a:pt x="111368" y="212712"/>
                    </a:lnTo>
                    <a:lnTo>
                      <a:pt x="111368" y="213826"/>
                    </a:lnTo>
                    <a:lnTo>
                      <a:pt x="112481" y="214940"/>
                    </a:lnTo>
                    <a:lnTo>
                      <a:pt x="112481" y="216053"/>
                    </a:lnTo>
                    <a:lnTo>
                      <a:pt x="113595" y="217167"/>
                    </a:lnTo>
                    <a:lnTo>
                      <a:pt x="113595" y="218281"/>
                    </a:lnTo>
                    <a:lnTo>
                      <a:pt x="116936" y="223849"/>
                    </a:lnTo>
                    <a:lnTo>
                      <a:pt x="116936" y="226077"/>
                    </a:lnTo>
                    <a:lnTo>
                      <a:pt x="114709" y="226077"/>
                    </a:lnTo>
                    <a:lnTo>
                      <a:pt x="113595" y="227190"/>
                    </a:lnTo>
                    <a:lnTo>
                      <a:pt x="111368" y="227190"/>
                    </a:lnTo>
                    <a:lnTo>
                      <a:pt x="110254" y="228304"/>
                    </a:lnTo>
                    <a:lnTo>
                      <a:pt x="108027" y="228304"/>
                    </a:lnTo>
                    <a:lnTo>
                      <a:pt x="106913" y="229418"/>
                    </a:lnTo>
                    <a:lnTo>
                      <a:pt x="104686" y="229418"/>
                    </a:lnTo>
                    <a:lnTo>
                      <a:pt x="103572" y="230531"/>
                    </a:lnTo>
                    <a:lnTo>
                      <a:pt x="101345" y="230531"/>
                    </a:lnTo>
                    <a:lnTo>
                      <a:pt x="100231" y="231645"/>
                    </a:lnTo>
                    <a:lnTo>
                      <a:pt x="99117" y="231645"/>
                    </a:lnTo>
                    <a:lnTo>
                      <a:pt x="96890" y="233872"/>
                    </a:lnTo>
                    <a:lnTo>
                      <a:pt x="96890" y="281760"/>
                    </a:lnTo>
                    <a:lnTo>
                      <a:pt x="99117" y="283988"/>
                    </a:lnTo>
                    <a:lnTo>
                      <a:pt x="100231" y="283988"/>
                    </a:lnTo>
                    <a:lnTo>
                      <a:pt x="101345" y="285102"/>
                    </a:lnTo>
                    <a:lnTo>
                      <a:pt x="103572" y="285102"/>
                    </a:lnTo>
                    <a:lnTo>
                      <a:pt x="104686" y="286215"/>
                    </a:lnTo>
                    <a:lnTo>
                      <a:pt x="106913" y="286215"/>
                    </a:lnTo>
                    <a:lnTo>
                      <a:pt x="108027" y="287329"/>
                    </a:lnTo>
                    <a:lnTo>
                      <a:pt x="110254" y="287329"/>
                    </a:lnTo>
                    <a:lnTo>
                      <a:pt x="111368" y="288443"/>
                    </a:lnTo>
                    <a:lnTo>
                      <a:pt x="113595" y="288443"/>
                    </a:lnTo>
                    <a:lnTo>
                      <a:pt x="114709" y="289556"/>
                    </a:lnTo>
                    <a:lnTo>
                      <a:pt x="116936" y="289556"/>
                    </a:lnTo>
                    <a:lnTo>
                      <a:pt x="116936" y="291784"/>
                    </a:lnTo>
                    <a:lnTo>
                      <a:pt x="115822" y="292897"/>
                    </a:lnTo>
                    <a:lnTo>
                      <a:pt x="115822" y="294011"/>
                    </a:lnTo>
                    <a:lnTo>
                      <a:pt x="114709" y="295125"/>
                    </a:lnTo>
                    <a:lnTo>
                      <a:pt x="114709" y="296238"/>
                    </a:lnTo>
                    <a:lnTo>
                      <a:pt x="113595" y="297352"/>
                    </a:lnTo>
                    <a:lnTo>
                      <a:pt x="113595" y="298466"/>
                    </a:lnTo>
                    <a:lnTo>
                      <a:pt x="112481" y="299579"/>
                    </a:lnTo>
                    <a:lnTo>
                      <a:pt x="112481" y="300693"/>
                    </a:lnTo>
                    <a:lnTo>
                      <a:pt x="111368" y="301807"/>
                    </a:lnTo>
                    <a:lnTo>
                      <a:pt x="111368" y="302920"/>
                    </a:lnTo>
                    <a:lnTo>
                      <a:pt x="108027" y="308489"/>
                    </a:lnTo>
                    <a:lnTo>
                      <a:pt x="108027" y="310716"/>
                    </a:lnTo>
                    <a:lnTo>
                      <a:pt x="142551" y="345240"/>
                    </a:lnTo>
                    <a:lnTo>
                      <a:pt x="144778" y="345240"/>
                    </a:lnTo>
                    <a:lnTo>
                      <a:pt x="145892" y="344126"/>
                    </a:lnTo>
                    <a:lnTo>
                      <a:pt x="147005" y="344126"/>
                    </a:lnTo>
                    <a:lnTo>
                      <a:pt x="148119" y="343013"/>
                    </a:lnTo>
                    <a:lnTo>
                      <a:pt x="149233" y="343013"/>
                    </a:lnTo>
                    <a:lnTo>
                      <a:pt x="150347" y="341899"/>
                    </a:lnTo>
                    <a:lnTo>
                      <a:pt x="151460" y="341899"/>
                    </a:lnTo>
                    <a:lnTo>
                      <a:pt x="152574" y="340785"/>
                    </a:lnTo>
                    <a:lnTo>
                      <a:pt x="153688" y="340785"/>
                    </a:lnTo>
                    <a:lnTo>
                      <a:pt x="154801" y="339672"/>
                    </a:lnTo>
                    <a:lnTo>
                      <a:pt x="155915" y="339672"/>
                    </a:lnTo>
                    <a:lnTo>
                      <a:pt x="161483" y="336331"/>
                    </a:lnTo>
                    <a:lnTo>
                      <a:pt x="163711" y="336331"/>
                    </a:lnTo>
                    <a:lnTo>
                      <a:pt x="163711" y="338558"/>
                    </a:lnTo>
                    <a:lnTo>
                      <a:pt x="164824" y="339672"/>
                    </a:lnTo>
                    <a:lnTo>
                      <a:pt x="164824" y="341899"/>
                    </a:lnTo>
                    <a:lnTo>
                      <a:pt x="165938" y="343013"/>
                    </a:lnTo>
                    <a:lnTo>
                      <a:pt x="165938" y="345240"/>
                    </a:lnTo>
                    <a:lnTo>
                      <a:pt x="167052" y="346354"/>
                    </a:lnTo>
                    <a:lnTo>
                      <a:pt x="167052" y="348581"/>
                    </a:lnTo>
                    <a:lnTo>
                      <a:pt x="168165" y="349695"/>
                    </a:lnTo>
                    <a:lnTo>
                      <a:pt x="168165" y="351922"/>
                    </a:lnTo>
                    <a:lnTo>
                      <a:pt x="169279" y="353036"/>
                    </a:lnTo>
                    <a:lnTo>
                      <a:pt x="169279" y="354150"/>
                    </a:lnTo>
                    <a:lnTo>
                      <a:pt x="171506" y="356377"/>
                    </a:lnTo>
                    <a:lnTo>
                      <a:pt x="219395" y="356377"/>
                    </a:lnTo>
                    <a:lnTo>
                      <a:pt x="221622" y="354150"/>
                    </a:lnTo>
                    <a:lnTo>
                      <a:pt x="221622" y="353036"/>
                    </a:lnTo>
                    <a:lnTo>
                      <a:pt x="222736" y="351922"/>
                    </a:lnTo>
                    <a:lnTo>
                      <a:pt x="222736" y="349695"/>
                    </a:lnTo>
                    <a:lnTo>
                      <a:pt x="223849" y="348581"/>
                    </a:lnTo>
                    <a:lnTo>
                      <a:pt x="223849" y="346354"/>
                    </a:lnTo>
                    <a:lnTo>
                      <a:pt x="224963" y="345240"/>
                    </a:lnTo>
                    <a:lnTo>
                      <a:pt x="224963" y="343013"/>
                    </a:lnTo>
                    <a:lnTo>
                      <a:pt x="226077" y="341899"/>
                    </a:lnTo>
                    <a:lnTo>
                      <a:pt x="226077" y="339672"/>
                    </a:lnTo>
                    <a:lnTo>
                      <a:pt x="227190" y="338558"/>
                    </a:lnTo>
                    <a:lnTo>
                      <a:pt x="227190" y="336331"/>
                    </a:lnTo>
                    <a:lnTo>
                      <a:pt x="229418" y="336331"/>
                    </a:lnTo>
                    <a:lnTo>
                      <a:pt x="230531" y="337444"/>
                    </a:lnTo>
                    <a:lnTo>
                      <a:pt x="231645" y="337444"/>
                    </a:lnTo>
                    <a:lnTo>
                      <a:pt x="232759" y="338558"/>
                    </a:lnTo>
                    <a:lnTo>
                      <a:pt x="233872" y="338558"/>
                    </a:lnTo>
                    <a:lnTo>
                      <a:pt x="234986" y="339672"/>
                    </a:lnTo>
                    <a:lnTo>
                      <a:pt x="236100" y="339672"/>
                    </a:lnTo>
                    <a:lnTo>
                      <a:pt x="237213" y="340785"/>
                    </a:lnTo>
                    <a:lnTo>
                      <a:pt x="238327" y="340785"/>
                    </a:lnTo>
                    <a:lnTo>
                      <a:pt x="239441" y="341899"/>
                    </a:lnTo>
                    <a:lnTo>
                      <a:pt x="240554" y="341899"/>
                    </a:lnTo>
                    <a:lnTo>
                      <a:pt x="246123" y="345240"/>
                    </a:lnTo>
                    <a:lnTo>
                      <a:pt x="248350" y="345240"/>
                    </a:lnTo>
                    <a:lnTo>
                      <a:pt x="282874" y="310716"/>
                    </a:lnTo>
                    <a:lnTo>
                      <a:pt x="282874" y="308489"/>
                    </a:lnTo>
                    <a:lnTo>
                      <a:pt x="281760" y="307375"/>
                    </a:lnTo>
                    <a:lnTo>
                      <a:pt x="281760" y="306261"/>
                    </a:lnTo>
                    <a:lnTo>
                      <a:pt x="280647" y="305148"/>
                    </a:lnTo>
                    <a:lnTo>
                      <a:pt x="280647" y="304034"/>
                    </a:lnTo>
                    <a:lnTo>
                      <a:pt x="279533" y="302920"/>
                    </a:lnTo>
                    <a:lnTo>
                      <a:pt x="279533" y="301807"/>
                    </a:lnTo>
                    <a:lnTo>
                      <a:pt x="278419" y="300693"/>
                    </a:lnTo>
                    <a:lnTo>
                      <a:pt x="278419" y="299579"/>
                    </a:lnTo>
                    <a:lnTo>
                      <a:pt x="277306" y="298466"/>
                    </a:lnTo>
                    <a:lnTo>
                      <a:pt x="277306" y="297352"/>
                    </a:lnTo>
                    <a:lnTo>
                      <a:pt x="273965" y="291784"/>
                    </a:lnTo>
                    <a:lnTo>
                      <a:pt x="273965" y="289556"/>
                    </a:lnTo>
                    <a:lnTo>
                      <a:pt x="276192" y="289556"/>
                    </a:lnTo>
                    <a:lnTo>
                      <a:pt x="277306" y="288443"/>
                    </a:lnTo>
                    <a:lnTo>
                      <a:pt x="279533" y="288443"/>
                    </a:lnTo>
                    <a:lnTo>
                      <a:pt x="280647" y="287329"/>
                    </a:lnTo>
                    <a:lnTo>
                      <a:pt x="282874" y="287329"/>
                    </a:lnTo>
                    <a:lnTo>
                      <a:pt x="283988" y="286215"/>
                    </a:lnTo>
                    <a:lnTo>
                      <a:pt x="286215" y="286215"/>
                    </a:lnTo>
                    <a:lnTo>
                      <a:pt x="287329" y="285102"/>
                    </a:lnTo>
                    <a:lnTo>
                      <a:pt x="289556" y="285102"/>
                    </a:lnTo>
                    <a:lnTo>
                      <a:pt x="290670" y="283988"/>
                    </a:lnTo>
                    <a:lnTo>
                      <a:pt x="291784" y="283988"/>
                    </a:lnTo>
                    <a:lnTo>
                      <a:pt x="294011" y="281760"/>
                    </a:lnTo>
                    <a:lnTo>
                      <a:pt x="294011" y="233872"/>
                    </a:lnTo>
                    <a:lnTo>
                      <a:pt x="291784" y="231645"/>
                    </a:lnTo>
                    <a:lnTo>
                      <a:pt x="290670" y="231645"/>
                    </a:lnTo>
                    <a:lnTo>
                      <a:pt x="289556" y="230531"/>
                    </a:lnTo>
                    <a:lnTo>
                      <a:pt x="287329" y="230531"/>
                    </a:lnTo>
                    <a:lnTo>
                      <a:pt x="286215" y="229418"/>
                    </a:lnTo>
                    <a:lnTo>
                      <a:pt x="283988" y="229418"/>
                    </a:lnTo>
                    <a:lnTo>
                      <a:pt x="282874" y="228304"/>
                    </a:lnTo>
                    <a:lnTo>
                      <a:pt x="280647" y="228304"/>
                    </a:lnTo>
                    <a:lnTo>
                      <a:pt x="279533" y="227190"/>
                    </a:lnTo>
                    <a:lnTo>
                      <a:pt x="277306" y="227190"/>
                    </a:lnTo>
                    <a:lnTo>
                      <a:pt x="276192" y="226077"/>
                    </a:lnTo>
                    <a:lnTo>
                      <a:pt x="273965" y="226077"/>
                    </a:lnTo>
                    <a:lnTo>
                      <a:pt x="273965" y="223849"/>
                    </a:lnTo>
                    <a:lnTo>
                      <a:pt x="275078" y="222736"/>
                    </a:lnTo>
                    <a:lnTo>
                      <a:pt x="275078" y="221622"/>
                    </a:lnTo>
                    <a:lnTo>
                      <a:pt x="276192" y="220508"/>
                    </a:lnTo>
                    <a:lnTo>
                      <a:pt x="276192" y="219395"/>
                    </a:lnTo>
                    <a:lnTo>
                      <a:pt x="277306" y="218281"/>
                    </a:lnTo>
                    <a:lnTo>
                      <a:pt x="277306" y="217167"/>
                    </a:lnTo>
                    <a:lnTo>
                      <a:pt x="278419" y="216053"/>
                    </a:lnTo>
                    <a:lnTo>
                      <a:pt x="278419" y="214940"/>
                    </a:lnTo>
                    <a:lnTo>
                      <a:pt x="279533" y="213826"/>
                    </a:lnTo>
                    <a:lnTo>
                      <a:pt x="279533" y="212712"/>
                    </a:lnTo>
                    <a:lnTo>
                      <a:pt x="282874" y="207144"/>
                    </a:lnTo>
                    <a:lnTo>
                      <a:pt x="282874" y="204917"/>
                    </a:lnTo>
                    <a:lnTo>
                      <a:pt x="248350" y="170393"/>
                    </a:lnTo>
                    <a:lnTo>
                      <a:pt x="246123" y="170393"/>
                    </a:lnTo>
                    <a:lnTo>
                      <a:pt x="245009" y="171506"/>
                    </a:lnTo>
                    <a:lnTo>
                      <a:pt x="243895" y="171506"/>
                    </a:lnTo>
                    <a:lnTo>
                      <a:pt x="242782" y="172620"/>
                    </a:lnTo>
                    <a:lnTo>
                      <a:pt x="241668" y="172620"/>
                    </a:lnTo>
                    <a:lnTo>
                      <a:pt x="240554" y="173734"/>
                    </a:lnTo>
                    <a:lnTo>
                      <a:pt x="239441" y="173734"/>
                    </a:lnTo>
                    <a:lnTo>
                      <a:pt x="238327" y="174847"/>
                    </a:lnTo>
                    <a:lnTo>
                      <a:pt x="237213" y="174847"/>
                    </a:lnTo>
                    <a:lnTo>
                      <a:pt x="236100" y="175961"/>
                    </a:lnTo>
                    <a:lnTo>
                      <a:pt x="234986" y="175961"/>
                    </a:lnTo>
                    <a:lnTo>
                      <a:pt x="229418" y="179302"/>
                    </a:lnTo>
                    <a:lnTo>
                      <a:pt x="227190" y="179302"/>
                    </a:lnTo>
                    <a:lnTo>
                      <a:pt x="227190" y="177075"/>
                    </a:lnTo>
                    <a:lnTo>
                      <a:pt x="226077" y="175961"/>
                    </a:lnTo>
                    <a:lnTo>
                      <a:pt x="226077" y="173734"/>
                    </a:lnTo>
                    <a:lnTo>
                      <a:pt x="224963" y="172620"/>
                    </a:lnTo>
                    <a:lnTo>
                      <a:pt x="224963" y="170393"/>
                    </a:lnTo>
                    <a:lnTo>
                      <a:pt x="223849" y="169279"/>
                    </a:lnTo>
                    <a:lnTo>
                      <a:pt x="223849" y="167052"/>
                    </a:lnTo>
                    <a:lnTo>
                      <a:pt x="222736" y="165938"/>
                    </a:lnTo>
                    <a:lnTo>
                      <a:pt x="222736" y="163711"/>
                    </a:lnTo>
                    <a:lnTo>
                      <a:pt x="221622" y="162597"/>
                    </a:lnTo>
                    <a:lnTo>
                      <a:pt x="221622" y="161483"/>
                    </a:lnTo>
                    <a:lnTo>
                      <a:pt x="219395" y="159256"/>
                    </a:lnTo>
                    <a:close/>
                    <a:moveTo>
                      <a:pt x="61252" y="108027"/>
                    </a:moveTo>
                    <a:lnTo>
                      <a:pt x="61252" y="122505"/>
                    </a:lnTo>
                    <a:lnTo>
                      <a:pt x="63480" y="124732"/>
                    </a:lnTo>
                    <a:lnTo>
                      <a:pt x="291784" y="124732"/>
                    </a:lnTo>
                    <a:lnTo>
                      <a:pt x="294011" y="122505"/>
                    </a:lnTo>
                    <a:lnTo>
                      <a:pt x="294011" y="108027"/>
                    </a:lnTo>
                    <a:lnTo>
                      <a:pt x="291784" y="105799"/>
                    </a:lnTo>
                    <a:lnTo>
                      <a:pt x="63480" y="105799"/>
                    </a:lnTo>
                    <a:close/>
                    <a:moveTo>
                      <a:pt x="25615" y="108027"/>
                    </a:moveTo>
                    <a:lnTo>
                      <a:pt x="25615" y="122505"/>
                    </a:lnTo>
                    <a:lnTo>
                      <a:pt x="27842" y="124732"/>
                    </a:lnTo>
                    <a:lnTo>
                      <a:pt x="42320" y="124732"/>
                    </a:lnTo>
                    <a:lnTo>
                      <a:pt x="44547" y="122505"/>
                    </a:lnTo>
                    <a:lnTo>
                      <a:pt x="44547" y="108027"/>
                    </a:lnTo>
                    <a:lnTo>
                      <a:pt x="42320" y="105799"/>
                    </a:lnTo>
                    <a:lnTo>
                      <a:pt x="27842" y="105799"/>
                    </a:lnTo>
                    <a:close/>
                    <a:moveTo>
                      <a:pt x="114709" y="18933"/>
                    </a:moveTo>
                    <a:lnTo>
                      <a:pt x="114709" y="86867"/>
                    </a:lnTo>
                    <a:lnTo>
                      <a:pt x="116936" y="89094"/>
                    </a:lnTo>
                    <a:lnTo>
                      <a:pt x="291784" y="89094"/>
                    </a:lnTo>
                    <a:lnTo>
                      <a:pt x="294011" y="86867"/>
                    </a:lnTo>
                    <a:lnTo>
                      <a:pt x="294011" y="18933"/>
                    </a:lnTo>
                    <a:lnTo>
                      <a:pt x="291784" y="16705"/>
                    </a:lnTo>
                    <a:lnTo>
                      <a:pt x="116936" y="16705"/>
                    </a:lnTo>
                    <a:close/>
                  </a:path>
                </a:pathLst>
              </a:custGeom>
              <a:solidFill>
                <a:srgbClr val="E5E8EC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8" name="任意形状 7217">
                <a:extLst>
                  <a:ext uri="{FF2B5EF4-FFF2-40B4-BE49-F238E27FC236}">
                    <a16:creationId xmlns:a16="http://schemas.microsoft.com/office/drawing/2014/main" id="{EDB1A6E2-028F-E309-AEDA-3BC336F030FE}"/>
                  </a:ext>
                </a:extLst>
              </p:cNvPr>
              <p:cNvSpPr/>
              <p:nvPr/>
            </p:nvSpPr>
            <p:spPr>
              <a:xfrm>
                <a:off x="6040811" y="7046046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9" name="任意形状 7218">
                <a:extLst>
                  <a:ext uri="{FF2B5EF4-FFF2-40B4-BE49-F238E27FC236}">
                    <a16:creationId xmlns:a16="http://schemas.microsoft.com/office/drawing/2014/main" id="{D6048784-E7E2-5DFE-ED7E-EBAC507EC118}"/>
                  </a:ext>
                </a:extLst>
              </p:cNvPr>
              <p:cNvSpPr/>
              <p:nvPr/>
            </p:nvSpPr>
            <p:spPr>
              <a:xfrm>
                <a:off x="6468463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0" name="任意形状 7219">
                <a:extLst>
                  <a:ext uri="{FF2B5EF4-FFF2-40B4-BE49-F238E27FC236}">
                    <a16:creationId xmlns:a16="http://schemas.microsoft.com/office/drawing/2014/main" id="{AA2B207E-E805-86C3-B32C-290554076B7B}"/>
                  </a:ext>
                </a:extLst>
              </p:cNvPr>
              <p:cNvSpPr/>
              <p:nvPr/>
            </p:nvSpPr>
            <p:spPr>
              <a:xfrm>
                <a:off x="6397187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1" name="任意形状 7220">
                <a:extLst>
                  <a:ext uri="{FF2B5EF4-FFF2-40B4-BE49-F238E27FC236}">
                    <a16:creationId xmlns:a16="http://schemas.microsoft.com/office/drawing/2014/main" id="{453D1D84-D684-8941-9118-219D98BD8160}"/>
                  </a:ext>
                </a:extLst>
              </p:cNvPr>
              <p:cNvSpPr/>
              <p:nvPr/>
            </p:nvSpPr>
            <p:spPr>
              <a:xfrm>
                <a:off x="6325912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2" name="任意形状 7221">
                <a:extLst>
                  <a:ext uri="{FF2B5EF4-FFF2-40B4-BE49-F238E27FC236}">
                    <a16:creationId xmlns:a16="http://schemas.microsoft.com/office/drawing/2014/main" id="{6921EE68-DD34-C0CF-A9C8-21E4DE07748C}"/>
                  </a:ext>
                </a:extLst>
              </p:cNvPr>
              <p:cNvSpPr/>
              <p:nvPr/>
            </p:nvSpPr>
            <p:spPr>
              <a:xfrm>
                <a:off x="6254637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3" name="任意形状 7222">
                <a:extLst>
                  <a:ext uri="{FF2B5EF4-FFF2-40B4-BE49-F238E27FC236}">
                    <a16:creationId xmlns:a16="http://schemas.microsoft.com/office/drawing/2014/main" id="{3CF15BE2-08D9-9AC6-5FA2-42CE72289D28}"/>
                  </a:ext>
                </a:extLst>
              </p:cNvPr>
              <p:cNvSpPr/>
              <p:nvPr/>
            </p:nvSpPr>
            <p:spPr>
              <a:xfrm>
                <a:off x="6040811" y="7010408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4" name="任意形状 7223">
                <a:extLst>
                  <a:ext uri="{FF2B5EF4-FFF2-40B4-BE49-F238E27FC236}">
                    <a16:creationId xmlns:a16="http://schemas.microsoft.com/office/drawing/2014/main" id="{7FA4A9A7-548A-351A-AC10-FB41A9C5650C}"/>
                  </a:ext>
                </a:extLst>
              </p:cNvPr>
              <p:cNvSpPr/>
              <p:nvPr/>
            </p:nvSpPr>
            <p:spPr>
              <a:xfrm>
                <a:off x="6290274" y="6974770"/>
                <a:ext cx="230531" cy="16705"/>
              </a:xfrm>
              <a:custGeom>
                <a:avLst/>
                <a:gdLst>
                  <a:gd name="connsiteX0" fmla="*/ 0 w 230531"/>
                  <a:gd name="connsiteY0" fmla="*/ 0 h 16705"/>
                  <a:gd name="connsiteX1" fmla="*/ 0 w 230531"/>
                  <a:gd name="connsiteY1" fmla="*/ 16705 h 16705"/>
                  <a:gd name="connsiteX2" fmla="*/ 230531 w 230531"/>
                  <a:gd name="connsiteY2" fmla="*/ 16705 h 16705"/>
                  <a:gd name="connsiteX3" fmla="*/ 230531 w 230531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531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30531" y="16705"/>
                    </a:lnTo>
                    <a:lnTo>
                      <a:pt x="230531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5" name="任意形状 7224">
                <a:extLst>
                  <a:ext uri="{FF2B5EF4-FFF2-40B4-BE49-F238E27FC236}">
                    <a16:creationId xmlns:a16="http://schemas.microsoft.com/office/drawing/2014/main" id="{A7990EA1-6DE6-A732-86D5-ECF7C0039021}"/>
                  </a:ext>
                </a:extLst>
              </p:cNvPr>
              <p:cNvSpPr/>
              <p:nvPr/>
            </p:nvSpPr>
            <p:spPr>
              <a:xfrm>
                <a:off x="6254637" y="6974770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6" name="任意形状 7225">
                <a:extLst>
                  <a:ext uri="{FF2B5EF4-FFF2-40B4-BE49-F238E27FC236}">
                    <a16:creationId xmlns:a16="http://schemas.microsoft.com/office/drawing/2014/main" id="{824459C3-3DC2-06A6-879D-2790D10F3445}"/>
                  </a:ext>
                </a:extLst>
              </p:cNvPr>
              <p:cNvSpPr/>
              <p:nvPr/>
            </p:nvSpPr>
            <p:spPr>
              <a:xfrm>
                <a:off x="6040811" y="6974770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7" name="任意形状 7226">
                <a:extLst>
                  <a:ext uri="{FF2B5EF4-FFF2-40B4-BE49-F238E27FC236}">
                    <a16:creationId xmlns:a16="http://schemas.microsoft.com/office/drawing/2014/main" id="{A2286B6D-56E4-83F2-C005-756299A3D2C3}"/>
                  </a:ext>
                </a:extLst>
              </p:cNvPr>
              <p:cNvSpPr/>
              <p:nvPr/>
            </p:nvSpPr>
            <p:spPr>
              <a:xfrm>
                <a:off x="6254637" y="6939132"/>
                <a:ext cx="266168" cy="16705"/>
              </a:xfrm>
              <a:custGeom>
                <a:avLst/>
                <a:gdLst>
                  <a:gd name="connsiteX0" fmla="*/ 0 w 266168"/>
                  <a:gd name="connsiteY0" fmla="*/ 0 h 16705"/>
                  <a:gd name="connsiteX1" fmla="*/ 0 w 266168"/>
                  <a:gd name="connsiteY1" fmla="*/ 16705 h 16705"/>
                  <a:gd name="connsiteX2" fmla="*/ 266169 w 266168"/>
                  <a:gd name="connsiteY2" fmla="*/ 16705 h 16705"/>
                  <a:gd name="connsiteX3" fmla="*/ 266169 w 266168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6168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66169" y="16705"/>
                    </a:lnTo>
                    <a:lnTo>
                      <a:pt x="266169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8" name="任意形状 7227">
                <a:extLst>
                  <a:ext uri="{FF2B5EF4-FFF2-40B4-BE49-F238E27FC236}">
                    <a16:creationId xmlns:a16="http://schemas.microsoft.com/office/drawing/2014/main" id="{476682B1-73C9-779A-D030-18859924F319}"/>
                  </a:ext>
                </a:extLst>
              </p:cNvPr>
              <p:cNvSpPr/>
              <p:nvPr/>
            </p:nvSpPr>
            <p:spPr>
              <a:xfrm>
                <a:off x="6005173" y="6850038"/>
                <a:ext cx="301806" cy="248350"/>
              </a:xfrm>
              <a:custGeom>
                <a:avLst/>
                <a:gdLst>
                  <a:gd name="connsiteX0" fmla="*/ 301807 w 301806"/>
                  <a:gd name="connsiteY0" fmla="*/ 0 h 248350"/>
                  <a:gd name="connsiteX1" fmla="*/ 160370 w 301806"/>
                  <a:gd name="connsiteY1" fmla="*/ 0 h 248350"/>
                  <a:gd name="connsiteX2" fmla="*/ 160370 w 301806"/>
                  <a:gd name="connsiteY2" fmla="*/ 158142 h 248350"/>
                  <a:gd name="connsiteX3" fmla="*/ 158142 w 301806"/>
                  <a:gd name="connsiteY3" fmla="*/ 160370 h 248350"/>
                  <a:gd name="connsiteX4" fmla="*/ 125846 w 301806"/>
                  <a:gd name="connsiteY4" fmla="*/ 160370 h 248350"/>
                  <a:gd name="connsiteX5" fmla="*/ 123618 w 301806"/>
                  <a:gd name="connsiteY5" fmla="*/ 158142 h 248350"/>
                  <a:gd name="connsiteX6" fmla="*/ 123618 w 301806"/>
                  <a:gd name="connsiteY6" fmla="*/ 89094 h 248350"/>
                  <a:gd name="connsiteX7" fmla="*/ 0 w 301806"/>
                  <a:gd name="connsiteY7" fmla="*/ 89094 h 248350"/>
                  <a:gd name="connsiteX8" fmla="*/ 0 w 301806"/>
                  <a:gd name="connsiteY8" fmla="*/ 248350 h 248350"/>
                  <a:gd name="connsiteX9" fmla="*/ 123618 w 301806"/>
                  <a:gd name="connsiteY9" fmla="*/ 248350 h 248350"/>
                  <a:gd name="connsiteX10" fmla="*/ 123618 w 301806"/>
                  <a:gd name="connsiteY10" fmla="*/ 179302 h 248350"/>
                  <a:gd name="connsiteX11" fmla="*/ 125846 w 301806"/>
                  <a:gd name="connsiteY11" fmla="*/ 177075 h 248350"/>
                  <a:gd name="connsiteX12" fmla="*/ 177075 w 301806"/>
                  <a:gd name="connsiteY12" fmla="*/ 177075 h 248350"/>
                  <a:gd name="connsiteX13" fmla="*/ 177075 w 301806"/>
                  <a:gd name="connsiteY13" fmla="*/ 18933 h 248350"/>
                  <a:gd name="connsiteX14" fmla="*/ 179302 w 301806"/>
                  <a:gd name="connsiteY14" fmla="*/ 16705 h 248350"/>
                  <a:gd name="connsiteX15" fmla="*/ 301807 w 301806"/>
                  <a:gd name="connsiteY15" fmla="*/ 16705 h 248350"/>
                  <a:gd name="connsiteX16" fmla="*/ 18933 w 301806"/>
                  <a:gd name="connsiteY16" fmla="*/ 105799 h 248350"/>
                  <a:gd name="connsiteX17" fmla="*/ 16705 w 301806"/>
                  <a:gd name="connsiteY17" fmla="*/ 108027 h 248350"/>
                  <a:gd name="connsiteX18" fmla="*/ 16705 w 301806"/>
                  <a:gd name="connsiteY18" fmla="*/ 229418 h 248350"/>
                  <a:gd name="connsiteX19" fmla="*/ 18933 w 301806"/>
                  <a:gd name="connsiteY19" fmla="*/ 231645 h 248350"/>
                  <a:gd name="connsiteX20" fmla="*/ 104686 w 301806"/>
                  <a:gd name="connsiteY20" fmla="*/ 231645 h 248350"/>
                  <a:gd name="connsiteX21" fmla="*/ 106913 w 301806"/>
                  <a:gd name="connsiteY21" fmla="*/ 229418 h 248350"/>
                  <a:gd name="connsiteX22" fmla="*/ 106913 w 301806"/>
                  <a:gd name="connsiteY22" fmla="*/ 108027 h 248350"/>
                  <a:gd name="connsiteX23" fmla="*/ 104686 w 301806"/>
                  <a:gd name="connsiteY23" fmla="*/ 105799 h 248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1806" h="248350">
                    <a:moveTo>
                      <a:pt x="301807" y="0"/>
                    </a:moveTo>
                    <a:lnTo>
                      <a:pt x="160370" y="0"/>
                    </a:lnTo>
                    <a:lnTo>
                      <a:pt x="160370" y="158142"/>
                    </a:lnTo>
                    <a:lnTo>
                      <a:pt x="158142" y="160370"/>
                    </a:lnTo>
                    <a:lnTo>
                      <a:pt x="125846" y="160370"/>
                    </a:lnTo>
                    <a:lnTo>
                      <a:pt x="123618" y="158142"/>
                    </a:lnTo>
                    <a:lnTo>
                      <a:pt x="123618" y="89094"/>
                    </a:lnTo>
                    <a:lnTo>
                      <a:pt x="0" y="89094"/>
                    </a:lnTo>
                    <a:lnTo>
                      <a:pt x="0" y="248350"/>
                    </a:lnTo>
                    <a:lnTo>
                      <a:pt x="123618" y="248350"/>
                    </a:lnTo>
                    <a:lnTo>
                      <a:pt x="123618" y="179302"/>
                    </a:lnTo>
                    <a:lnTo>
                      <a:pt x="125846" y="177075"/>
                    </a:lnTo>
                    <a:lnTo>
                      <a:pt x="177075" y="177075"/>
                    </a:lnTo>
                    <a:lnTo>
                      <a:pt x="177075" y="18933"/>
                    </a:lnTo>
                    <a:lnTo>
                      <a:pt x="179302" y="16705"/>
                    </a:lnTo>
                    <a:lnTo>
                      <a:pt x="301807" y="16705"/>
                    </a:lnTo>
                    <a:close/>
                    <a:moveTo>
                      <a:pt x="18933" y="105799"/>
                    </a:moveTo>
                    <a:lnTo>
                      <a:pt x="16705" y="108027"/>
                    </a:lnTo>
                    <a:lnTo>
                      <a:pt x="16705" y="229418"/>
                    </a:lnTo>
                    <a:lnTo>
                      <a:pt x="18933" y="231645"/>
                    </a:lnTo>
                    <a:lnTo>
                      <a:pt x="104686" y="231645"/>
                    </a:lnTo>
                    <a:lnTo>
                      <a:pt x="106913" y="229418"/>
                    </a:lnTo>
                    <a:lnTo>
                      <a:pt x="106913" y="108027"/>
                    </a:lnTo>
                    <a:lnTo>
                      <a:pt x="104686" y="105799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9" name="任意形状 7228">
                <a:extLst>
                  <a:ext uri="{FF2B5EF4-FFF2-40B4-BE49-F238E27FC236}">
                    <a16:creationId xmlns:a16="http://schemas.microsoft.com/office/drawing/2014/main" id="{B290912D-2C4F-2EFB-E045-F3B26395FACF}"/>
                  </a:ext>
                </a:extLst>
              </p:cNvPr>
              <p:cNvSpPr/>
              <p:nvPr/>
            </p:nvSpPr>
            <p:spPr>
              <a:xfrm>
                <a:off x="6040811" y="6850038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0" name="任意形状 7229">
                <a:extLst>
                  <a:ext uri="{FF2B5EF4-FFF2-40B4-BE49-F238E27FC236}">
                    <a16:creationId xmlns:a16="http://schemas.microsoft.com/office/drawing/2014/main" id="{D345EC82-97F4-C662-758F-01881AF66583}"/>
                  </a:ext>
                </a:extLst>
              </p:cNvPr>
              <p:cNvSpPr/>
              <p:nvPr/>
            </p:nvSpPr>
            <p:spPr>
              <a:xfrm>
                <a:off x="6040811" y="6814401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1" name="任意形状 7230">
                <a:extLst>
                  <a:ext uri="{FF2B5EF4-FFF2-40B4-BE49-F238E27FC236}">
                    <a16:creationId xmlns:a16="http://schemas.microsoft.com/office/drawing/2014/main" id="{A1BEAFF4-EE99-97CF-6E1D-1B9C6A038EC7}"/>
                  </a:ext>
                </a:extLst>
              </p:cNvPr>
              <p:cNvSpPr/>
              <p:nvPr/>
            </p:nvSpPr>
            <p:spPr>
              <a:xfrm>
                <a:off x="6379369" y="6778763"/>
                <a:ext cx="87980" cy="87980"/>
              </a:xfrm>
              <a:custGeom>
                <a:avLst/>
                <a:gdLst>
                  <a:gd name="connsiteX0" fmla="*/ 43433 w 87980"/>
                  <a:gd name="connsiteY0" fmla="*/ 0 h 87980"/>
                  <a:gd name="connsiteX1" fmla="*/ 42320 w 87980"/>
                  <a:gd name="connsiteY1" fmla="*/ 1114 h 87980"/>
                  <a:gd name="connsiteX2" fmla="*/ 34524 w 87980"/>
                  <a:gd name="connsiteY2" fmla="*/ 1114 h 87980"/>
                  <a:gd name="connsiteX3" fmla="*/ 33410 w 87980"/>
                  <a:gd name="connsiteY3" fmla="*/ 2227 h 87980"/>
                  <a:gd name="connsiteX4" fmla="*/ 31183 w 87980"/>
                  <a:gd name="connsiteY4" fmla="*/ 2227 h 87980"/>
                  <a:gd name="connsiteX5" fmla="*/ 30069 w 87980"/>
                  <a:gd name="connsiteY5" fmla="*/ 3341 h 87980"/>
                  <a:gd name="connsiteX6" fmla="*/ 27842 w 87980"/>
                  <a:gd name="connsiteY6" fmla="*/ 3341 h 87980"/>
                  <a:gd name="connsiteX7" fmla="*/ 26728 w 87980"/>
                  <a:gd name="connsiteY7" fmla="*/ 4455 h 87980"/>
                  <a:gd name="connsiteX8" fmla="*/ 25615 w 87980"/>
                  <a:gd name="connsiteY8" fmla="*/ 4455 h 87980"/>
                  <a:gd name="connsiteX9" fmla="*/ 24501 w 87980"/>
                  <a:gd name="connsiteY9" fmla="*/ 5568 h 87980"/>
                  <a:gd name="connsiteX10" fmla="*/ 23387 w 87980"/>
                  <a:gd name="connsiteY10" fmla="*/ 5568 h 87980"/>
                  <a:gd name="connsiteX11" fmla="*/ 22274 w 87980"/>
                  <a:gd name="connsiteY11" fmla="*/ 6682 h 87980"/>
                  <a:gd name="connsiteX12" fmla="*/ 21160 w 87980"/>
                  <a:gd name="connsiteY12" fmla="*/ 6682 h 87980"/>
                  <a:gd name="connsiteX13" fmla="*/ 18933 w 87980"/>
                  <a:gd name="connsiteY13" fmla="*/ 8909 h 87980"/>
                  <a:gd name="connsiteX14" fmla="*/ 17819 w 87980"/>
                  <a:gd name="connsiteY14" fmla="*/ 8909 h 87980"/>
                  <a:gd name="connsiteX15" fmla="*/ 8909 w 87980"/>
                  <a:gd name="connsiteY15" fmla="*/ 17819 h 87980"/>
                  <a:gd name="connsiteX16" fmla="*/ 8909 w 87980"/>
                  <a:gd name="connsiteY16" fmla="*/ 18933 h 87980"/>
                  <a:gd name="connsiteX17" fmla="*/ 6682 w 87980"/>
                  <a:gd name="connsiteY17" fmla="*/ 21160 h 87980"/>
                  <a:gd name="connsiteX18" fmla="*/ 6682 w 87980"/>
                  <a:gd name="connsiteY18" fmla="*/ 22274 h 87980"/>
                  <a:gd name="connsiteX19" fmla="*/ 5568 w 87980"/>
                  <a:gd name="connsiteY19" fmla="*/ 23387 h 87980"/>
                  <a:gd name="connsiteX20" fmla="*/ 5568 w 87980"/>
                  <a:gd name="connsiteY20" fmla="*/ 24501 h 87980"/>
                  <a:gd name="connsiteX21" fmla="*/ 4455 w 87980"/>
                  <a:gd name="connsiteY21" fmla="*/ 25615 h 87980"/>
                  <a:gd name="connsiteX22" fmla="*/ 4455 w 87980"/>
                  <a:gd name="connsiteY22" fmla="*/ 26728 h 87980"/>
                  <a:gd name="connsiteX23" fmla="*/ 3341 w 87980"/>
                  <a:gd name="connsiteY23" fmla="*/ 27842 h 87980"/>
                  <a:gd name="connsiteX24" fmla="*/ 3341 w 87980"/>
                  <a:gd name="connsiteY24" fmla="*/ 30069 h 87980"/>
                  <a:gd name="connsiteX25" fmla="*/ 2227 w 87980"/>
                  <a:gd name="connsiteY25" fmla="*/ 31183 h 87980"/>
                  <a:gd name="connsiteX26" fmla="*/ 2227 w 87980"/>
                  <a:gd name="connsiteY26" fmla="*/ 33410 h 87980"/>
                  <a:gd name="connsiteX27" fmla="*/ 1114 w 87980"/>
                  <a:gd name="connsiteY27" fmla="*/ 34524 h 87980"/>
                  <a:gd name="connsiteX28" fmla="*/ 1114 w 87980"/>
                  <a:gd name="connsiteY28" fmla="*/ 42320 h 87980"/>
                  <a:gd name="connsiteX29" fmla="*/ 0 w 87980"/>
                  <a:gd name="connsiteY29" fmla="*/ 43433 h 87980"/>
                  <a:gd name="connsiteX30" fmla="*/ 0 w 87980"/>
                  <a:gd name="connsiteY30" fmla="*/ 44547 h 87980"/>
                  <a:gd name="connsiteX31" fmla="*/ 1114 w 87980"/>
                  <a:gd name="connsiteY31" fmla="*/ 45661 h 87980"/>
                  <a:gd name="connsiteX32" fmla="*/ 1114 w 87980"/>
                  <a:gd name="connsiteY32" fmla="*/ 53457 h 87980"/>
                  <a:gd name="connsiteX33" fmla="*/ 2227 w 87980"/>
                  <a:gd name="connsiteY33" fmla="*/ 54570 h 87980"/>
                  <a:gd name="connsiteX34" fmla="*/ 2227 w 87980"/>
                  <a:gd name="connsiteY34" fmla="*/ 56798 h 87980"/>
                  <a:gd name="connsiteX35" fmla="*/ 3341 w 87980"/>
                  <a:gd name="connsiteY35" fmla="*/ 57911 h 87980"/>
                  <a:gd name="connsiteX36" fmla="*/ 3341 w 87980"/>
                  <a:gd name="connsiteY36" fmla="*/ 60139 h 87980"/>
                  <a:gd name="connsiteX37" fmla="*/ 4455 w 87980"/>
                  <a:gd name="connsiteY37" fmla="*/ 61252 h 87980"/>
                  <a:gd name="connsiteX38" fmla="*/ 4455 w 87980"/>
                  <a:gd name="connsiteY38" fmla="*/ 62366 h 87980"/>
                  <a:gd name="connsiteX39" fmla="*/ 5568 w 87980"/>
                  <a:gd name="connsiteY39" fmla="*/ 63480 h 87980"/>
                  <a:gd name="connsiteX40" fmla="*/ 5568 w 87980"/>
                  <a:gd name="connsiteY40" fmla="*/ 64593 h 87980"/>
                  <a:gd name="connsiteX41" fmla="*/ 6682 w 87980"/>
                  <a:gd name="connsiteY41" fmla="*/ 65707 h 87980"/>
                  <a:gd name="connsiteX42" fmla="*/ 6682 w 87980"/>
                  <a:gd name="connsiteY42" fmla="*/ 66821 h 87980"/>
                  <a:gd name="connsiteX43" fmla="*/ 8909 w 87980"/>
                  <a:gd name="connsiteY43" fmla="*/ 69048 h 87980"/>
                  <a:gd name="connsiteX44" fmla="*/ 8909 w 87980"/>
                  <a:gd name="connsiteY44" fmla="*/ 70162 h 87980"/>
                  <a:gd name="connsiteX45" fmla="*/ 17819 w 87980"/>
                  <a:gd name="connsiteY45" fmla="*/ 79071 h 87980"/>
                  <a:gd name="connsiteX46" fmla="*/ 18933 w 87980"/>
                  <a:gd name="connsiteY46" fmla="*/ 79071 h 87980"/>
                  <a:gd name="connsiteX47" fmla="*/ 21160 w 87980"/>
                  <a:gd name="connsiteY47" fmla="*/ 81298 h 87980"/>
                  <a:gd name="connsiteX48" fmla="*/ 22274 w 87980"/>
                  <a:gd name="connsiteY48" fmla="*/ 81298 h 87980"/>
                  <a:gd name="connsiteX49" fmla="*/ 23387 w 87980"/>
                  <a:gd name="connsiteY49" fmla="*/ 82412 h 87980"/>
                  <a:gd name="connsiteX50" fmla="*/ 24501 w 87980"/>
                  <a:gd name="connsiteY50" fmla="*/ 82412 h 87980"/>
                  <a:gd name="connsiteX51" fmla="*/ 25615 w 87980"/>
                  <a:gd name="connsiteY51" fmla="*/ 83526 h 87980"/>
                  <a:gd name="connsiteX52" fmla="*/ 26728 w 87980"/>
                  <a:gd name="connsiteY52" fmla="*/ 83526 h 87980"/>
                  <a:gd name="connsiteX53" fmla="*/ 27842 w 87980"/>
                  <a:gd name="connsiteY53" fmla="*/ 84640 h 87980"/>
                  <a:gd name="connsiteX54" fmla="*/ 30069 w 87980"/>
                  <a:gd name="connsiteY54" fmla="*/ 84640 h 87980"/>
                  <a:gd name="connsiteX55" fmla="*/ 31183 w 87980"/>
                  <a:gd name="connsiteY55" fmla="*/ 85753 h 87980"/>
                  <a:gd name="connsiteX56" fmla="*/ 33410 w 87980"/>
                  <a:gd name="connsiteY56" fmla="*/ 85753 h 87980"/>
                  <a:gd name="connsiteX57" fmla="*/ 34524 w 87980"/>
                  <a:gd name="connsiteY57" fmla="*/ 86867 h 87980"/>
                  <a:gd name="connsiteX58" fmla="*/ 42320 w 87980"/>
                  <a:gd name="connsiteY58" fmla="*/ 86867 h 87980"/>
                  <a:gd name="connsiteX59" fmla="*/ 43433 w 87980"/>
                  <a:gd name="connsiteY59" fmla="*/ 87981 h 87980"/>
                  <a:gd name="connsiteX60" fmla="*/ 44547 w 87980"/>
                  <a:gd name="connsiteY60" fmla="*/ 87981 h 87980"/>
                  <a:gd name="connsiteX61" fmla="*/ 45661 w 87980"/>
                  <a:gd name="connsiteY61" fmla="*/ 86867 h 87980"/>
                  <a:gd name="connsiteX62" fmla="*/ 53457 w 87980"/>
                  <a:gd name="connsiteY62" fmla="*/ 86867 h 87980"/>
                  <a:gd name="connsiteX63" fmla="*/ 54570 w 87980"/>
                  <a:gd name="connsiteY63" fmla="*/ 85753 h 87980"/>
                  <a:gd name="connsiteX64" fmla="*/ 56798 w 87980"/>
                  <a:gd name="connsiteY64" fmla="*/ 85753 h 87980"/>
                  <a:gd name="connsiteX65" fmla="*/ 57911 w 87980"/>
                  <a:gd name="connsiteY65" fmla="*/ 84640 h 87980"/>
                  <a:gd name="connsiteX66" fmla="*/ 60139 w 87980"/>
                  <a:gd name="connsiteY66" fmla="*/ 84640 h 87980"/>
                  <a:gd name="connsiteX67" fmla="*/ 61252 w 87980"/>
                  <a:gd name="connsiteY67" fmla="*/ 83526 h 87980"/>
                  <a:gd name="connsiteX68" fmla="*/ 62366 w 87980"/>
                  <a:gd name="connsiteY68" fmla="*/ 83526 h 87980"/>
                  <a:gd name="connsiteX69" fmla="*/ 63480 w 87980"/>
                  <a:gd name="connsiteY69" fmla="*/ 82412 h 87980"/>
                  <a:gd name="connsiteX70" fmla="*/ 64593 w 87980"/>
                  <a:gd name="connsiteY70" fmla="*/ 82412 h 87980"/>
                  <a:gd name="connsiteX71" fmla="*/ 65707 w 87980"/>
                  <a:gd name="connsiteY71" fmla="*/ 81298 h 87980"/>
                  <a:gd name="connsiteX72" fmla="*/ 66821 w 87980"/>
                  <a:gd name="connsiteY72" fmla="*/ 81298 h 87980"/>
                  <a:gd name="connsiteX73" fmla="*/ 69048 w 87980"/>
                  <a:gd name="connsiteY73" fmla="*/ 79071 h 87980"/>
                  <a:gd name="connsiteX74" fmla="*/ 70162 w 87980"/>
                  <a:gd name="connsiteY74" fmla="*/ 79071 h 87980"/>
                  <a:gd name="connsiteX75" fmla="*/ 79071 w 87980"/>
                  <a:gd name="connsiteY75" fmla="*/ 70162 h 87980"/>
                  <a:gd name="connsiteX76" fmla="*/ 79071 w 87980"/>
                  <a:gd name="connsiteY76" fmla="*/ 69048 h 87980"/>
                  <a:gd name="connsiteX77" fmla="*/ 81298 w 87980"/>
                  <a:gd name="connsiteY77" fmla="*/ 66821 h 87980"/>
                  <a:gd name="connsiteX78" fmla="*/ 81298 w 87980"/>
                  <a:gd name="connsiteY78" fmla="*/ 65707 h 87980"/>
                  <a:gd name="connsiteX79" fmla="*/ 82412 w 87980"/>
                  <a:gd name="connsiteY79" fmla="*/ 64593 h 87980"/>
                  <a:gd name="connsiteX80" fmla="*/ 82412 w 87980"/>
                  <a:gd name="connsiteY80" fmla="*/ 63480 h 87980"/>
                  <a:gd name="connsiteX81" fmla="*/ 83526 w 87980"/>
                  <a:gd name="connsiteY81" fmla="*/ 62366 h 87980"/>
                  <a:gd name="connsiteX82" fmla="*/ 83526 w 87980"/>
                  <a:gd name="connsiteY82" fmla="*/ 61252 h 87980"/>
                  <a:gd name="connsiteX83" fmla="*/ 84640 w 87980"/>
                  <a:gd name="connsiteY83" fmla="*/ 60139 h 87980"/>
                  <a:gd name="connsiteX84" fmla="*/ 84640 w 87980"/>
                  <a:gd name="connsiteY84" fmla="*/ 57911 h 87980"/>
                  <a:gd name="connsiteX85" fmla="*/ 85753 w 87980"/>
                  <a:gd name="connsiteY85" fmla="*/ 56798 h 87980"/>
                  <a:gd name="connsiteX86" fmla="*/ 85753 w 87980"/>
                  <a:gd name="connsiteY86" fmla="*/ 54570 h 87980"/>
                  <a:gd name="connsiteX87" fmla="*/ 86867 w 87980"/>
                  <a:gd name="connsiteY87" fmla="*/ 53457 h 87980"/>
                  <a:gd name="connsiteX88" fmla="*/ 86867 w 87980"/>
                  <a:gd name="connsiteY88" fmla="*/ 45661 h 87980"/>
                  <a:gd name="connsiteX89" fmla="*/ 87981 w 87980"/>
                  <a:gd name="connsiteY89" fmla="*/ 44547 h 87980"/>
                  <a:gd name="connsiteX90" fmla="*/ 87981 w 87980"/>
                  <a:gd name="connsiteY90" fmla="*/ 43433 h 87980"/>
                  <a:gd name="connsiteX91" fmla="*/ 86867 w 87980"/>
                  <a:gd name="connsiteY91" fmla="*/ 42320 h 87980"/>
                  <a:gd name="connsiteX92" fmla="*/ 86867 w 87980"/>
                  <a:gd name="connsiteY92" fmla="*/ 34524 h 87980"/>
                  <a:gd name="connsiteX93" fmla="*/ 85753 w 87980"/>
                  <a:gd name="connsiteY93" fmla="*/ 33410 h 87980"/>
                  <a:gd name="connsiteX94" fmla="*/ 85753 w 87980"/>
                  <a:gd name="connsiteY94" fmla="*/ 31183 h 87980"/>
                  <a:gd name="connsiteX95" fmla="*/ 84640 w 87980"/>
                  <a:gd name="connsiteY95" fmla="*/ 30069 h 87980"/>
                  <a:gd name="connsiteX96" fmla="*/ 84640 w 87980"/>
                  <a:gd name="connsiteY96" fmla="*/ 27842 h 87980"/>
                  <a:gd name="connsiteX97" fmla="*/ 83526 w 87980"/>
                  <a:gd name="connsiteY97" fmla="*/ 26728 h 87980"/>
                  <a:gd name="connsiteX98" fmla="*/ 83526 w 87980"/>
                  <a:gd name="connsiteY98" fmla="*/ 25615 h 87980"/>
                  <a:gd name="connsiteX99" fmla="*/ 82412 w 87980"/>
                  <a:gd name="connsiteY99" fmla="*/ 24501 h 87980"/>
                  <a:gd name="connsiteX100" fmla="*/ 82412 w 87980"/>
                  <a:gd name="connsiteY100" fmla="*/ 23387 h 87980"/>
                  <a:gd name="connsiteX101" fmla="*/ 81298 w 87980"/>
                  <a:gd name="connsiteY101" fmla="*/ 22274 h 87980"/>
                  <a:gd name="connsiteX102" fmla="*/ 81298 w 87980"/>
                  <a:gd name="connsiteY102" fmla="*/ 21160 h 87980"/>
                  <a:gd name="connsiteX103" fmla="*/ 79071 w 87980"/>
                  <a:gd name="connsiteY103" fmla="*/ 18933 h 87980"/>
                  <a:gd name="connsiteX104" fmla="*/ 79071 w 87980"/>
                  <a:gd name="connsiteY104" fmla="*/ 17819 h 87980"/>
                  <a:gd name="connsiteX105" fmla="*/ 70162 w 87980"/>
                  <a:gd name="connsiteY105" fmla="*/ 8909 h 87980"/>
                  <a:gd name="connsiteX106" fmla="*/ 69048 w 87980"/>
                  <a:gd name="connsiteY106" fmla="*/ 8909 h 87980"/>
                  <a:gd name="connsiteX107" fmla="*/ 66821 w 87980"/>
                  <a:gd name="connsiteY107" fmla="*/ 6682 h 87980"/>
                  <a:gd name="connsiteX108" fmla="*/ 65707 w 87980"/>
                  <a:gd name="connsiteY108" fmla="*/ 6682 h 87980"/>
                  <a:gd name="connsiteX109" fmla="*/ 64593 w 87980"/>
                  <a:gd name="connsiteY109" fmla="*/ 5568 h 87980"/>
                  <a:gd name="connsiteX110" fmla="*/ 63480 w 87980"/>
                  <a:gd name="connsiteY110" fmla="*/ 5568 h 87980"/>
                  <a:gd name="connsiteX111" fmla="*/ 62366 w 87980"/>
                  <a:gd name="connsiteY111" fmla="*/ 4455 h 87980"/>
                  <a:gd name="connsiteX112" fmla="*/ 61252 w 87980"/>
                  <a:gd name="connsiteY112" fmla="*/ 4455 h 87980"/>
                  <a:gd name="connsiteX113" fmla="*/ 60139 w 87980"/>
                  <a:gd name="connsiteY113" fmla="*/ 3341 h 87980"/>
                  <a:gd name="connsiteX114" fmla="*/ 57911 w 87980"/>
                  <a:gd name="connsiteY114" fmla="*/ 3341 h 87980"/>
                  <a:gd name="connsiteX115" fmla="*/ 56798 w 87980"/>
                  <a:gd name="connsiteY115" fmla="*/ 2227 h 87980"/>
                  <a:gd name="connsiteX116" fmla="*/ 54570 w 87980"/>
                  <a:gd name="connsiteY116" fmla="*/ 2227 h 87980"/>
                  <a:gd name="connsiteX117" fmla="*/ 53457 w 87980"/>
                  <a:gd name="connsiteY117" fmla="*/ 1114 h 87980"/>
                  <a:gd name="connsiteX118" fmla="*/ 45661 w 87980"/>
                  <a:gd name="connsiteY118" fmla="*/ 1114 h 87980"/>
                  <a:gd name="connsiteX119" fmla="*/ 44547 w 87980"/>
                  <a:gd name="connsiteY119" fmla="*/ 0 h 87980"/>
                  <a:gd name="connsiteX120" fmla="*/ 33410 w 87980"/>
                  <a:gd name="connsiteY120" fmla="*/ 17819 h 87980"/>
                  <a:gd name="connsiteX121" fmla="*/ 32297 w 87980"/>
                  <a:gd name="connsiteY121" fmla="*/ 18933 h 87980"/>
                  <a:gd name="connsiteX122" fmla="*/ 31183 w 87980"/>
                  <a:gd name="connsiteY122" fmla="*/ 18933 h 87980"/>
                  <a:gd name="connsiteX123" fmla="*/ 28956 w 87980"/>
                  <a:gd name="connsiteY123" fmla="*/ 21160 h 87980"/>
                  <a:gd name="connsiteX124" fmla="*/ 27842 w 87980"/>
                  <a:gd name="connsiteY124" fmla="*/ 21160 h 87980"/>
                  <a:gd name="connsiteX125" fmla="*/ 21160 w 87980"/>
                  <a:gd name="connsiteY125" fmla="*/ 27842 h 87980"/>
                  <a:gd name="connsiteX126" fmla="*/ 21160 w 87980"/>
                  <a:gd name="connsiteY126" fmla="*/ 28956 h 87980"/>
                  <a:gd name="connsiteX127" fmla="*/ 18933 w 87980"/>
                  <a:gd name="connsiteY127" fmla="*/ 31183 h 87980"/>
                  <a:gd name="connsiteX128" fmla="*/ 18933 w 87980"/>
                  <a:gd name="connsiteY128" fmla="*/ 32297 h 87980"/>
                  <a:gd name="connsiteX129" fmla="*/ 17819 w 87980"/>
                  <a:gd name="connsiteY129" fmla="*/ 33410 h 87980"/>
                  <a:gd name="connsiteX130" fmla="*/ 17819 w 87980"/>
                  <a:gd name="connsiteY130" fmla="*/ 35638 h 87980"/>
                  <a:gd name="connsiteX131" fmla="*/ 16705 w 87980"/>
                  <a:gd name="connsiteY131" fmla="*/ 36751 h 87980"/>
                  <a:gd name="connsiteX132" fmla="*/ 16705 w 87980"/>
                  <a:gd name="connsiteY132" fmla="*/ 51229 h 87980"/>
                  <a:gd name="connsiteX133" fmla="*/ 17819 w 87980"/>
                  <a:gd name="connsiteY133" fmla="*/ 52343 h 87980"/>
                  <a:gd name="connsiteX134" fmla="*/ 17819 w 87980"/>
                  <a:gd name="connsiteY134" fmla="*/ 54570 h 87980"/>
                  <a:gd name="connsiteX135" fmla="*/ 18933 w 87980"/>
                  <a:gd name="connsiteY135" fmla="*/ 55684 h 87980"/>
                  <a:gd name="connsiteX136" fmla="*/ 18933 w 87980"/>
                  <a:gd name="connsiteY136" fmla="*/ 56798 h 87980"/>
                  <a:gd name="connsiteX137" fmla="*/ 21160 w 87980"/>
                  <a:gd name="connsiteY137" fmla="*/ 59025 h 87980"/>
                  <a:gd name="connsiteX138" fmla="*/ 21160 w 87980"/>
                  <a:gd name="connsiteY138" fmla="*/ 60139 h 87980"/>
                  <a:gd name="connsiteX139" fmla="*/ 27842 w 87980"/>
                  <a:gd name="connsiteY139" fmla="*/ 66821 h 87980"/>
                  <a:gd name="connsiteX140" fmla="*/ 28956 w 87980"/>
                  <a:gd name="connsiteY140" fmla="*/ 66821 h 87980"/>
                  <a:gd name="connsiteX141" fmla="*/ 31183 w 87980"/>
                  <a:gd name="connsiteY141" fmla="*/ 69048 h 87980"/>
                  <a:gd name="connsiteX142" fmla="*/ 32297 w 87980"/>
                  <a:gd name="connsiteY142" fmla="*/ 69048 h 87980"/>
                  <a:gd name="connsiteX143" fmla="*/ 33410 w 87980"/>
                  <a:gd name="connsiteY143" fmla="*/ 70162 h 87980"/>
                  <a:gd name="connsiteX144" fmla="*/ 35638 w 87980"/>
                  <a:gd name="connsiteY144" fmla="*/ 70162 h 87980"/>
                  <a:gd name="connsiteX145" fmla="*/ 36751 w 87980"/>
                  <a:gd name="connsiteY145" fmla="*/ 71275 h 87980"/>
                  <a:gd name="connsiteX146" fmla="*/ 51229 w 87980"/>
                  <a:gd name="connsiteY146" fmla="*/ 71275 h 87980"/>
                  <a:gd name="connsiteX147" fmla="*/ 52343 w 87980"/>
                  <a:gd name="connsiteY147" fmla="*/ 70162 h 87980"/>
                  <a:gd name="connsiteX148" fmla="*/ 54570 w 87980"/>
                  <a:gd name="connsiteY148" fmla="*/ 70162 h 87980"/>
                  <a:gd name="connsiteX149" fmla="*/ 55684 w 87980"/>
                  <a:gd name="connsiteY149" fmla="*/ 69048 h 87980"/>
                  <a:gd name="connsiteX150" fmla="*/ 56798 w 87980"/>
                  <a:gd name="connsiteY150" fmla="*/ 69048 h 87980"/>
                  <a:gd name="connsiteX151" fmla="*/ 59025 w 87980"/>
                  <a:gd name="connsiteY151" fmla="*/ 66821 h 87980"/>
                  <a:gd name="connsiteX152" fmla="*/ 60139 w 87980"/>
                  <a:gd name="connsiteY152" fmla="*/ 66821 h 87980"/>
                  <a:gd name="connsiteX153" fmla="*/ 66821 w 87980"/>
                  <a:gd name="connsiteY153" fmla="*/ 60139 h 87980"/>
                  <a:gd name="connsiteX154" fmla="*/ 66821 w 87980"/>
                  <a:gd name="connsiteY154" fmla="*/ 59025 h 87980"/>
                  <a:gd name="connsiteX155" fmla="*/ 69048 w 87980"/>
                  <a:gd name="connsiteY155" fmla="*/ 56798 h 87980"/>
                  <a:gd name="connsiteX156" fmla="*/ 69048 w 87980"/>
                  <a:gd name="connsiteY156" fmla="*/ 55684 h 87980"/>
                  <a:gd name="connsiteX157" fmla="*/ 70162 w 87980"/>
                  <a:gd name="connsiteY157" fmla="*/ 54570 h 87980"/>
                  <a:gd name="connsiteX158" fmla="*/ 70162 w 87980"/>
                  <a:gd name="connsiteY158" fmla="*/ 52343 h 87980"/>
                  <a:gd name="connsiteX159" fmla="*/ 71275 w 87980"/>
                  <a:gd name="connsiteY159" fmla="*/ 51229 h 87980"/>
                  <a:gd name="connsiteX160" fmla="*/ 71275 w 87980"/>
                  <a:gd name="connsiteY160" fmla="*/ 36751 h 87980"/>
                  <a:gd name="connsiteX161" fmla="*/ 70162 w 87980"/>
                  <a:gd name="connsiteY161" fmla="*/ 35638 h 87980"/>
                  <a:gd name="connsiteX162" fmla="*/ 70162 w 87980"/>
                  <a:gd name="connsiteY162" fmla="*/ 33410 h 87980"/>
                  <a:gd name="connsiteX163" fmla="*/ 69048 w 87980"/>
                  <a:gd name="connsiteY163" fmla="*/ 32297 h 87980"/>
                  <a:gd name="connsiteX164" fmla="*/ 69048 w 87980"/>
                  <a:gd name="connsiteY164" fmla="*/ 31183 h 87980"/>
                  <a:gd name="connsiteX165" fmla="*/ 66821 w 87980"/>
                  <a:gd name="connsiteY165" fmla="*/ 28956 h 87980"/>
                  <a:gd name="connsiteX166" fmla="*/ 66821 w 87980"/>
                  <a:gd name="connsiteY166" fmla="*/ 27842 h 87980"/>
                  <a:gd name="connsiteX167" fmla="*/ 60139 w 87980"/>
                  <a:gd name="connsiteY167" fmla="*/ 21160 h 87980"/>
                  <a:gd name="connsiteX168" fmla="*/ 59025 w 87980"/>
                  <a:gd name="connsiteY168" fmla="*/ 21160 h 87980"/>
                  <a:gd name="connsiteX169" fmla="*/ 56798 w 87980"/>
                  <a:gd name="connsiteY169" fmla="*/ 18933 h 87980"/>
                  <a:gd name="connsiteX170" fmla="*/ 55684 w 87980"/>
                  <a:gd name="connsiteY170" fmla="*/ 18933 h 87980"/>
                  <a:gd name="connsiteX171" fmla="*/ 54570 w 87980"/>
                  <a:gd name="connsiteY171" fmla="*/ 17819 h 87980"/>
                  <a:gd name="connsiteX172" fmla="*/ 52343 w 87980"/>
                  <a:gd name="connsiteY172" fmla="*/ 17819 h 87980"/>
                  <a:gd name="connsiteX173" fmla="*/ 51229 w 87980"/>
                  <a:gd name="connsiteY173" fmla="*/ 16705 h 87980"/>
                  <a:gd name="connsiteX174" fmla="*/ 36751 w 87980"/>
                  <a:gd name="connsiteY174" fmla="*/ 16705 h 87980"/>
                  <a:gd name="connsiteX175" fmla="*/ 35638 w 87980"/>
                  <a:gd name="connsiteY175" fmla="*/ 17819 h 87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</a:cxnLst>
                <a:rect l="l" t="t" r="r" b="b"/>
                <a:pathLst>
                  <a:path w="87980" h="87980">
                    <a:moveTo>
                      <a:pt x="43433" y="0"/>
                    </a:moveTo>
                    <a:lnTo>
                      <a:pt x="42320" y="1114"/>
                    </a:lnTo>
                    <a:lnTo>
                      <a:pt x="34524" y="1114"/>
                    </a:lnTo>
                    <a:lnTo>
                      <a:pt x="33410" y="2227"/>
                    </a:lnTo>
                    <a:lnTo>
                      <a:pt x="31183" y="2227"/>
                    </a:lnTo>
                    <a:lnTo>
                      <a:pt x="30069" y="3341"/>
                    </a:lnTo>
                    <a:lnTo>
                      <a:pt x="27842" y="3341"/>
                    </a:lnTo>
                    <a:lnTo>
                      <a:pt x="26728" y="4455"/>
                    </a:lnTo>
                    <a:lnTo>
                      <a:pt x="25615" y="4455"/>
                    </a:lnTo>
                    <a:lnTo>
                      <a:pt x="24501" y="5568"/>
                    </a:lnTo>
                    <a:lnTo>
                      <a:pt x="23387" y="5568"/>
                    </a:lnTo>
                    <a:lnTo>
                      <a:pt x="22274" y="6682"/>
                    </a:lnTo>
                    <a:lnTo>
                      <a:pt x="21160" y="6682"/>
                    </a:lnTo>
                    <a:lnTo>
                      <a:pt x="18933" y="8909"/>
                    </a:lnTo>
                    <a:lnTo>
                      <a:pt x="17819" y="8909"/>
                    </a:lnTo>
                    <a:lnTo>
                      <a:pt x="8909" y="17819"/>
                    </a:lnTo>
                    <a:lnTo>
                      <a:pt x="8909" y="18933"/>
                    </a:lnTo>
                    <a:lnTo>
                      <a:pt x="6682" y="21160"/>
                    </a:lnTo>
                    <a:lnTo>
                      <a:pt x="6682" y="22274"/>
                    </a:lnTo>
                    <a:lnTo>
                      <a:pt x="5568" y="23387"/>
                    </a:lnTo>
                    <a:lnTo>
                      <a:pt x="5568" y="24501"/>
                    </a:lnTo>
                    <a:lnTo>
                      <a:pt x="4455" y="25615"/>
                    </a:lnTo>
                    <a:lnTo>
                      <a:pt x="4455" y="26728"/>
                    </a:lnTo>
                    <a:lnTo>
                      <a:pt x="3341" y="27842"/>
                    </a:lnTo>
                    <a:lnTo>
                      <a:pt x="3341" y="30069"/>
                    </a:lnTo>
                    <a:lnTo>
                      <a:pt x="2227" y="31183"/>
                    </a:lnTo>
                    <a:lnTo>
                      <a:pt x="2227" y="33410"/>
                    </a:lnTo>
                    <a:lnTo>
                      <a:pt x="1114" y="34524"/>
                    </a:lnTo>
                    <a:lnTo>
                      <a:pt x="1114" y="42320"/>
                    </a:lnTo>
                    <a:lnTo>
                      <a:pt x="0" y="43433"/>
                    </a:lnTo>
                    <a:lnTo>
                      <a:pt x="0" y="44547"/>
                    </a:lnTo>
                    <a:lnTo>
                      <a:pt x="1114" y="45661"/>
                    </a:lnTo>
                    <a:lnTo>
                      <a:pt x="1114" y="53457"/>
                    </a:lnTo>
                    <a:lnTo>
                      <a:pt x="2227" y="54570"/>
                    </a:lnTo>
                    <a:lnTo>
                      <a:pt x="2227" y="56798"/>
                    </a:lnTo>
                    <a:lnTo>
                      <a:pt x="3341" y="57911"/>
                    </a:lnTo>
                    <a:lnTo>
                      <a:pt x="3341" y="60139"/>
                    </a:lnTo>
                    <a:lnTo>
                      <a:pt x="4455" y="61252"/>
                    </a:lnTo>
                    <a:lnTo>
                      <a:pt x="4455" y="62366"/>
                    </a:lnTo>
                    <a:lnTo>
                      <a:pt x="5568" y="63480"/>
                    </a:lnTo>
                    <a:lnTo>
                      <a:pt x="5568" y="64593"/>
                    </a:lnTo>
                    <a:lnTo>
                      <a:pt x="6682" y="65707"/>
                    </a:lnTo>
                    <a:lnTo>
                      <a:pt x="6682" y="66821"/>
                    </a:lnTo>
                    <a:lnTo>
                      <a:pt x="8909" y="69048"/>
                    </a:lnTo>
                    <a:lnTo>
                      <a:pt x="8909" y="70162"/>
                    </a:lnTo>
                    <a:lnTo>
                      <a:pt x="17819" y="79071"/>
                    </a:lnTo>
                    <a:lnTo>
                      <a:pt x="18933" y="79071"/>
                    </a:lnTo>
                    <a:lnTo>
                      <a:pt x="21160" y="81298"/>
                    </a:lnTo>
                    <a:lnTo>
                      <a:pt x="22274" y="81298"/>
                    </a:lnTo>
                    <a:lnTo>
                      <a:pt x="23387" y="82412"/>
                    </a:lnTo>
                    <a:lnTo>
                      <a:pt x="24501" y="82412"/>
                    </a:lnTo>
                    <a:lnTo>
                      <a:pt x="25615" y="83526"/>
                    </a:lnTo>
                    <a:lnTo>
                      <a:pt x="26728" y="83526"/>
                    </a:lnTo>
                    <a:lnTo>
                      <a:pt x="27842" y="84640"/>
                    </a:lnTo>
                    <a:lnTo>
                      <a:pt x="30069" y="84640"/>
                    </a:lnTo>
                    <a:lnTo>
                      <a:pt x="31183" y="85753"/>
                    </a:lnTo>
                    <a:lnTo>
                      <a:pt x="33410" y="85753"/>
                    </a:lnTo>
                    <a:lnTo>
                      <a:pt x="34524" y="86867"/>
                    </a:lnTo>
                    <a:lnTo>
                      <a:pt x="42320" y="86867"/>
                    </a:lnTo>
                    <a:lnTo>
                      <a:pt x="43433" y="87981"/>
                    </a:lnTo>
                    <a:lnTo>
                      <a:pt x="44547" y="87981"/>
                    </a:lnTo>
                    <a:lnTo>
                      <a:pt x="45661" y="86867"/>
                    </a:lnTo>
                    <a:lnTo>
                      <a:pt x="53457" y="86867"/>
                    </a:lnTo>
                    <a:lnTo>
                      <a:pt x="54570" y="85753"/>
                    </a:lnTo>
                    <a:lnTo>
                      <a:pt x="56798" y="85753"/>
                    </a:lnTo>
                    <a:lnTo>
                      <a:pt x="57911" y="84640"/>
                    </a:lnTo>
                    <a:lnTo>
                      <a:pt x="60139" y="84640"/>
                    </a:lnTo>
                    <a:lnTo>
                      <a:pt x="61252" y="83526"/>
                    </a:lnTo>
                    <a:lnTo>
                      <a:pt x="62366" y="83526"/>
                    </a:lnTo>
                    <a:lnTo>
                      <a:pt x="63480" y="82412"/>
                    </a:lnTo>
                    <a:lnTo>
                      <a:pt x="64593" y="82412"/>
                    </a:lnTo>
                    <a:lnTo>
                      <a:pt x="65707" y="81298"/>
                    </a:lnTo>
                    <a:lnTo>
                      <a:pt x="66821" y="81298"/>
                    </a:lnTo>
                    <a:lnTo>
                      <a:pt x="69048" y="79071"/>
                    </a:lnTo>
                    <a:lnTo>
                      <a:pt x="70162" y="79071"/>
                    </a:lnTo>
                    <a:lnTo>
                      <a:pt x="79071" y="70162"/>
                    </a:lnTo>
                    <a:lnTo>
                      <a:pt x="79071" y="69048"/>
                    </a:lnTo>
                    <a:lnTo>
                      <a:pt x="81298" y="66821"/>
                    </a:lnTo>
                    <a:lnTo>
                      <a:pt x="81298" y="65707"/>
                    </a:lnTo>
                    <a:lnTo>
                      <a:pt x="82412" y="64593"/>
                    </a:lnTo>
                    <a:lnTo>
                      <a:pt x="82412" y="63480"/>
                    </a:lnTo>
                    <a:lnTo>
                      <a:pt x="83526" y="62366"/>
                    </a:lnTo>
                    <a:lnTo>
                      <a:pt x="83526" y="61252"/>
                    </a:lnTo>
                    <a:lnTo>
                      <a:pt x="84640" y="60139"/>
                    </a:lnTo>
                    <a:lnTo>
                      <a:pt x="84640" y="57911"/>
                    </a:lnTo>
                    <a:lnTo>
                      <a:pt x="85753" y="56798"/>
                    </a:lnTo>
                    <a:lnTo>
                      <a:pt x="85753" y="54570"/>
                    </a:lnTo>
                    <a:lnTo>
                      <a:pt x="86867" y="53457"/>
                    </a:lnTo>
                    <a:lnTo>
                      <a:pt x="86867" y="45661"/>
                    </a:lnTo>
                    <a:lnTo>
                      <a:pt x="87981" y="44547"/>
                    </a:lnTo>
                    <a:lnTo>
                      <a:pt x="87981" y="43433"/>
                    </a:lnTo>
                    <a:lnTo>
                      <a:pt x="86867" y="42320"/>
                    </a:lnTo>
                    <a:lnTo>
                      <a:pt x="86867" y="34524"/>
                    </a:lnTo>
                    <a:lnTo>
                      <a:pt x="85753" y="33410"/>
                    </a:lnTo>
                    <a:lnTo>
                      <a:pt x="85753" y="31183"/>
                    </a:lnTo>
                    <a:lnTo>
                      <a:pt x="84640" y="30069"/>
                    </a:lnTo>
                    <a:lnTo>
                      <a:pt x="84640" y="27842"/>
                    </a:lnTo>
                    <a:lnTo>
                      <a:pt x="83526" y="26728"/>
                    </a:lnTo>
                    <a:lnTo>
                      <a:pt x="83526" y="25615"/>
                    </a:lnTo>
                    <a:lnTo>
                      <a:pt x="82412" y="24501"/>
                    </a:lnTo>
                    <a:lnTo>
                      <a:pt x="82412" y="23387"/>
                    </a:lnTo>
                    <a:lnTo>
                      <a:pt x="81298" y="22274"/>
                    </a:lnTo>
                    <a:lnTo>
                      <a:pt x="81298" y="21160"/>
                    </a:lnTo>
                    <a:lnTo>
                      <a:pt x="79071" y="18933"/>
                    </a:lnTo>
                    <a:lnTo>
                      <a:pt x="79071" y="17819"/>
                    </a:lnTo>
                    <a:lnTo>
                      <a:pt x="70162" y="8909"/>
                    </a:lnTo>
                    <a:lnTo>
                      <a:pt x="69048" y="8909"/>
                    </a:lnTo>
                    <a:lnTo>
                      <a:pt x="66821" y="6682"/>
                    </a:lnTo>
                    <a:lnTo>
                      <a:pt x="65707" y="6682"/>
                    </a:lnTo>
                    <a:lnTo>
                      <a:pt x="64593" y="5568"/>
                    </a:lnTo>
                    <a:lnTo>
                      <a:pt x="63480" y="5568"/>
                    </a:lnTo>
                    <a:lnTo>
                      <a:pt x="62366" y="4455"/>
                    </a:lnTo>
                    <a:lnTo>
                      <a:pt x="61252" y="4455"/>
                    </a:lnTo>
                    <a:lnTo>
                      <a:pt x="60139" y="3341"/>
                    </a:lnTo>
                    <a:lnTo>
                      <a:pt x="57911" y="3341"/>
                    </a:lnTo>
                    <a:lnTo>
                      <a:pt x="56798" y="2227"/>
                    </a:lnTo>
                    <a:lnTo>
                      <a:pt x="54570" y="2227"/>
                    </a:lnTo>
                    <a:lnTo>
                      <a:pt x="53457" y="1114"/>
                    </a:lnTo>
                    <a:lnTo>
                      <a:pt x="45661" y="1114"/>
                    </a:lnTo>
                    <a:lnTo>
                      <a:pt x="44547" y="0"/>
                    </a:lnTo>
                    <a:close/>
                    <a:moveTo>
                      <a:pt x="33410" y="17819"/>
                    </a:moveTo>
                    <a:lnTo>
                      <a:pt x="32297" y="18933"/>
                    </a:lnTo>
                    <a:lnTo>
                      <a:pt x="31183" y="18933"/>
                    </a:lnTo>
                    <a:lnTo>
                      <a:pt x="28956" y="21160"/>
                    </a:lnTo>
                    <a:lnTo>
                      <a:pt x="27842" y="21160"/>
                    </a:lnTo>
                    <a:lnTo>
                      <a:pt x="21160" y="27842"/>
                    </a:lnTo>
                    <a:lnTo>
                      <a:pt x="21160" y="28956"/>
                    </a:lnTo>
                    <a:lnTo>
                      <a:pt x="18933" y="31183"/>
                    </a:lnTo>
                    <a:lnTo>
                      <a:pt x="18933" y="32297"/>
                    </a:lnTo>
                    <a:lnTo>
                      <a:pt x="17819" y="33410"/>
                    </a:lnTo>
                    <a:lnTo>
                      <a:pt x="17819" y="35638"/>
                    </a:lnTo>
                    <a:lnTo>
                      <a:pt x="16705" y="36751"/>
                    </a:lnTo>
                    <a:lnTo>
                      <a:pt x="16705" y="51229"/>
                    </a:lnTo>
                    <a:lnTo>
                      <a:pt x="17819" y="52343"/>
                    </a:lnTo>
                    <a:lnTo>
                      <a:pt x="17819" y="54570"/>
                    </a:lnTo>
                    <a:lnTo>
                      <a:pt x="18933" y="55684"/>
                    </a:lnTo>
                    <a:lnTo>
                      <a:pt x="18933" y="56798"/>
                    </a:lnTo>
                    <a:lnTo>
                      <a:pt x="21160" y="59025"/>
                    </a:lnTo>
                    <a:lnTo>
                      <a:pt x="21160" y="60139"/>
                    </a:lnTo>
                    <a:lnTo>
                      <a:pt x="27842" y="66821"/>
                    </a:lnTo>
                    <a:lnTo>
                      <a:pt x="28956" y="66821"/>
                    </a:lnTo>
                    <a:lnTo>
                      <a:pt x="31183" y="69048"/>
                    </a:lnTo>
                    <a:lnTo>
                      <a:pt x="32297" y="69048"/>
                    </a:lnTo>
                    <a:lnTo>
                      <a:pt x="33410" y="70162"/>
                    </a:lnTo>
                    <a:lnTo>
                      <a:pt x="35638" y="70162"/>
                    </a:lnTo>
                    <a:lnTo>
                      <a:pt x="36751" y="71275"/>
                    </a:lnTo>
                    <a:lnTo>
                      <a:pt x="51229" y="71275"/>
                    </a:lnTo>
                    <a:lnTo>
                      <a:pt x="52343" y="70162"/>
                    </a:lnTo>
                    <a:lnTo>
                      <a:pt x="54570" y="70162"/>
                    </a:lnTo>
                    <a:lnTo>
                      <a:pt x="55684" y="69048"/>
                    </a:lnTo>
                    <a:lnTo>
                      <a:pt x="56798" y="69048"/>
                    </a:lnTo>
                    <a:lnTo>
                      <a:pt x="59025" y="66821"/>
                    </a:lnTo>
                    <a:lnTo>
                      <a:pt x="60139" y="66821"/>
                    </a:lnTo>
                    <a:lnTo>
                      <a:pt x="66821" y="60139"/>
                    </a:lnTo>
                    <a:lnTo>
                      <a:pt x="66821" y="59025"/>
                    </a:lnTo>
                    <a:lnTo>
                      <a:pt x="69048" y="56798"/>
                    </a:lnTo>
                    <a:lnTo>
                      <a:pt x="69048" y="55684"/>
                    </a:lnTo>
                    <a:lnTo>
                      <a:pt x="70162" y="54570"/>
                    </a:lnTo>
                    <a:lnTo>
                      <a:pt x="70162" y="52343"/>
                    </a:lnTo>
                    <a:lnTo>
                      <a:pt x="71275" y="51229"/>
                    </a:lnTo>
                    <a:lnTo>
                      <a:pt x="71275" y="36751"/>
                    </a:lnTo>
                    <a:lnTo>
                      <a:pt x="70162" y="35638"/>
                    </a:lnTo>
                    <a:lnTo>
                      <a:pt x="70162" y="33410"/>
                    </a:lnTo>
                    <a:lnTo>
                      <a:pt x="69048" y="32297"/>
                    </a:lnTo>
                    <a:lnTo>
                      <a:pt x="69048" y="31183"/>
                    </a:lnTo>
                    <a:lnTo>
                      <a:pt x="66821" y="28956"/>
                    </a:lnTo>
                    <a:lnTo>
                      <a:pt x="66821" y="27842"/>
                    </a:lnTo>
                    <a:lnTo>
                      <a:pt x="60139" y="21160"/>
                    </a:lnTo>
                    <a:lnTo>
                      <a:pt x="59025" y="21160"/>
                    </a:lnTo>
                    <a:lnTo>
                      <a:pt x="56798" y="18933"/>
                    </a:lnTo>
                    <a:lnTo>
                      <a:pt x="55684" y="18933"/>
                    </a:lnTo>
                    <a:lnTo>
                      <a:pt x="54570" y="17819"/>
                    </a:lnTo>
                    <a:lnTo>
                      <a:pt x="52343" y="17819"/>
                    </a:lnTo>
                    <a:lnTo>
                      <a:pt x="51229" y="16705"/>
                    </a:lnTo>
                    <a:lnTo>
                      <a:pt x="36751" y="16705"/>
                    </a:lnTo>
                    <a:lnTo>
                      <a:pt x="35638" y="17819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2" name="任意形状 7231">
                <a:extLst>
                  <a:ext uri="{FF2B5EF4-FFF2-40B4-BE49-F238E27FC236}">
                    <a16:creationId xmlns:a16="http://schemas.microsoft.com/office/drawing/2014/main" id="{2CD6A80C-275D-5E82-DD92-853848F2682A}"/>
                  </a:ext>
                </a:extLst>
              </p:cNvPr>
              <p:cNvSpPr/>
              <p:nvPr/>
            </p:nvSpPr>
            <p:spPr>
              <a:xfrm>
                <a:off x="6040811" y="6778763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3" name="任意形状 7232">
                <a:extLst>
                  <a:ext uri="{FF2B5EF4-FFF2-40B4-BE49-F238E27FC236}">
                    <a16:creationId xmlns:a16="http://schemas.microsoft.com/office/drawing/2014/main" id="{15231112-AC94-1103-E61C-24513CDABF75}"/>
                  </a:ext>
                </a:extLst>
              </p:cNvPr>
              <p:cNvSpPr/>
              <p:nvPr/>
            </p:nvSpPr>
            <p:spPr>
              <a:xfrm>
                <a:off x="6005173" y="6743125"/>
                <a:ext cx="301806" cy="159255"/>
              </a:xfrm>
              <a:custGeom>
                <a:avLst/>
                <a:gdLst>
                  <a:gd name="connsiteX0" fmla="*/ 0 w 301806"/>
                  <a:gd name="connsiteY0" fmla="*/ 0 h 159255"/>
                  <a:gd name="connsiteX1" fmla="*/ 0 w 301806"/>
                  <a:gd name="connsiteY1" fmla="*/ 159256 h 159255"/>
                  <a:gd name="connsiteX2" fmla="*/ 123618 w 301806"/>
                  <a:gd name="connsiteY2" fmla="*/ 159256 h 159255"/>
                  <a:gd name="connsiteX3" fmla="*/ 123618 w 301806"/>
                  <a:gd name="connsiteY3" fmla="*/ 90208 h 159255"/>
                  <a:gd name="connsiteX4" fmla="*/ 125846 w 301806"/>
                  <a:gd name="connsiteY4" fmla="*/ 87981 h 159255"/>
                  <a:gd name="connsiteX5" fmla="*/ 301807 w 301806"/>
                  <a:gd name="connsiteY5" fmla="*/ 87981 h 159255"/>
                  <a:gd name="connsiteX6" fmla="*/ 301807 w 301806"/>
                  <a:gd name="connsiteY6" fmla="*/ 71275 h 159255"/>
                  <a:gd name="connsiteX7" fmla="*/ 125846 w 301806"/>
                  <a:gd name="connsiteY7" fmla="*/ 71275 h 159255"/>
                  <a:gd name="connsiteX8" fmla="*/ 123618 w 301806"/>
                  <a:gd name="connsiteY8" fmla="*/ 69048 h 159255"/>
                  <a:gd name="connsiteX9" fmla="*/ 123618 w 301806"/>
                  <a:gd name="connsiteY9" fmla="*/ 0 h 159255"/>
                  <a:gd name="connsiteX10" fmla="*/ 18933 w 301806"/>
                  <a:gd name="connsiteY10" fmla="*/ 16705 h 159255"/>
                  <a:gd name="connsiteX11" fmla="*/ 16705 w 301806"/>
                  <a:gd name="connsiteY11" fmla="*/ 18933 h 159255"/>
                  <a:gd name="connsiteX12" fmla="*/ 16705 w 301806"/>
                  <a:gd name="connsiteY12" fmla="*/ 140323 h 159255"/>
                  <a:gd name="connsiteX13" fmla="*/ 18933 w 301806"/>
                  <a:gd name="connsiteY13" fmla="*/ 142551 h 159255"/>
                  <a:gd name="connsiteX14" fmla="*/ 104686 w 301806"/>
                  <a:gd name="connsiteY14" fmla="*/ 142551 h 159255"/>
                  <a:gd name="connsiteX15" fmla="*/ 106913 w 301806"/>
                  <a:gd name="connsiteY15" fmla="*/ 140323 h 159255"/>
                  <a:gd name="connsiteX16" fmla="*/ 106913 w 301806"/>
                  <a:gd name="connsiteY16" fmla="*/ 18933 h 159255"/>
                  <a:gd name="connsiteX17" fmla="*/ 104686 w 301806"/>
                  <a:gd name="connsiteY17" fmla="*/ 16705 h 159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01806" h="159255">
                    <a:moveTo>
                      <a:pt x="0" y="0"/>
                    </a:moveTo>
                    <a:lnTo>
                      <a:pt x="0" y="159256"/>
                    </a:lnTo>
                    <a:lnTo>
                      <a:pt x="123618" y="159256"/>
                    </a:lnTo>
                    <a:lnTo>
                      <a:pt x="123618" y="90208"/>
                    </a:lnTo>
                    <a:lnTo>
                      <a:pt x="125846" y="87981"/>
                    </a:lnTo>
                    <a:lnTo>
                      <a:pt x="301807" y="87981"/>
                    </a:lnTo>
                    <a:lnTo>
                      <a:pt x="301807" y="71275"/>
                    </a:lnTo>
                    <a:lnTo>
                      <a:pt x="125846" y="71275"/>
                    </a:lnTo>
                    <a:lnTo>
                      <a:pt x="123618" y="69048"/>
                    </a:lnTo>
                    <a:lnTo>
                      <a:pt x="123618" y="0"/>
                    </a:lnTo>
                    <a:close/>
                    <a:moveTo>
                      <a:pt x="18933" y="16705"/>
                    </a:moveTo>
                    <a:lnTo>
                      <a:pt x="16705" y="18933"/>
                    </a:lnTo>
                    <a:lnTo>
                      <a:pt x="16705" y="140323"/>
                    </a:lnTo>
                    <a:lnTo>
                      <a:pt x="18933" y="142551"/>
                    </a:lnTo>
                    <a:lnTo>
                      <a:pt x="104686" y="142551"/>
                    </a:lnTo>
                    <a:lnTo>
                      <a:pt x="106913" y="140323"/>
                    </a:lnTo>
                    <a:lnTo>
                      <a:pt x="106913" y="18933"/>
                    </a:lnTo>
                    <a:lnTo>
                      <a:pt x="104686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4" name="任意形状 7233">
                <a:extLst>
                  <a:ext uri="{FF2B5EF4-FFF2-40B4-BE49-F238E27FC236}">
                    <a16:creationId xmlns:a16="http://schemas.microsoft.com/office/drawing/2014/main" id="{5E43DB91-9679-D7A0-FA1B-FDBED9C206D2}"/>
                  </a:ext>
                </a:extLst>
              </p:cNvPr>
              <p:cNvSpPr/>
              <p:nvPr/>
            </p:nvSpPr>
            <p:spPr>
              <a:xfrm>
                <a:off x="6325912" y="6725306"/>
                <a:ext cx="194893" cy="194893"/>
              </a:xfrm>
              <a:custGeom>
                <a:avLst/>
                <a:gdLst>
                  <a:gd name="connsiteX0" fmla="*/ 74616 w 194893"/>
                  <a:gd name="connsiteY0" fmla="*/ 0 h 194893"/>
                  <a:gd name="connsiteX1" fmla="*/ 73503 w 194893"/>
                  <a:gd name="connsiteY1" fmla="*/ 1114 h 194893"/>
                  <a:gd name="connsiteX2" fmla="*/ 73503 w 194893"/>
                  <a:gd name="connsiteY2" fmla="*/ 3341 h 194893"/>
                  <a:gd name="connsiteX3" fmla="*/ 72389 w 194893"/>
                  <a:gd name="connsiteY3" fmla="*/ 4455 h 194893"/>
                  <a:gd name="connsiteX4" fmla="*/ 72389 w 194893"/>
                  <a:gd name="connsiteY4" fmla="*/ 6682 h 194893"/>
                  <a:gd name="connsiteX5" fmla="*/ 71275 w 194893"/>
                  <a:gd name="connsiteY5" fmla="*/ 7796 h 194893"/>
                  <a:gd name="connsiteX6" fmla="*/ 71275 w 194893"/>
                  <a:gd name="connsiteY6" fmla="*/ 10023 h 194893"/>
                  <a:gd name="connsiteX7" fmla="*/ 70162 w 194893"/>
                  <a:gd name="connsiteY7" fmla="*/ 11137 h 194893"/>
                  <a:gd name="connsiteX8" fmla="*/ 70162 w 194893"/>
                  <a:gd name="connsiteY8" fmla="*/ 13364 h 194893"/>
                  <a:gd name="connsiteX9" fmla="*/ 69048 w 194893"/>
                  <a:gd name="connsiteY9" fmla="*/ 14478 h 194893"/>
                  <a:gd name="connsiteX10" fmla="*/ 69048 w 194893"/>
                  <a:gd name="connsiteY10" fmla="*/ 16705 h 194893"/>
                  <a:gd name="connsiteX11" fmla="*/ 67934 w 194893"/>
                  <a:gd name="connsiteY11" fmla="*/ 17819 h 194893"/>
                  <a:gd name="connsiteX12" fmla="*/ 67934 w 194893"/>
                  <a:gd name="connsiteY12" fmla="*/ 20046 h 194893"/>
                  <a:gd name="connsiteX13" fmla="*/ 65707 w 194893"/>
                  <a:gd name="connsiteY13" fmla="*/ 22274 h 194893"/>
                  <a:gd name="connsiteX14" fmla="*/ 64593 w 194893"/>
                  <a:gd name="connsiteY14" fmla="*/ 22274 h 194893"/>
                  <a:gd name="connsiteX15" fmla="*/ 63480 w 194893"/>
                  <a:gd name="connsiteY15" fmla="*/ 21160 h 194893"/>
                  <a:gd name="connsiteX16" fmla="*/ 62366 w 194893"/>
                  <a:gd name="connsiteY16" fmla="*/ 21160 h 194893"/>
                  <a:gd name="connsiteX17" fmla="*/ 61252 w 194893"/>
                  <a:gd name="connsiteY17" fmla="*/ 20046 h 194893"/>
                  <a:gd name="connsiteX18" fmla="*/ 60139 w 194893"/>
                  <a:gd name="connsiteY18" fmla="*/ 20046 h 194893"/>
                  <a:gd name="connsiteX19" fmla="*/ 59025 w 194893"/>
                  <a:gd name="connsiteY19" fmla="*/ 18933 h 194893"/>
                  <a:gd name="connsiteX20" fmla="*/ 57911 w 194893"/>
                  <a:gd name="connsiteY20" fmla="*/ 18933 h 194893"/>
                  <a:gd name="connsiteX21" fmla="*/ 56798 w 194893"/>
                  <a:gd name="connsiteY21" fmla="*/ 17819 h 194893"/>
                  <a:gd name="connsiteX22" fmla="*/ 55684 w 194893"/>
                  <a:gd name="connsiteY22" fmla="*/ 17819 h 194893"/>
                  <a:gd name="connsiteX23" fmla="*/ 54570 w 194893"/>
                  <a:gd name="connsiteY23" fmla="*/ 16705 h 194893"/>
                  <a:gd name="connsiteX24" fmla="*/ 53457 w 194893"/>
                  <a:gd name="connsiteY24" fmla="*/ 16705 h 194893"/>
                  <a:gd name="connsiteX25" fmla="*/ 52343 w 194893"/>
                  <a:gd name="connsiteY25" fmla="*/ 15591 h 194893"/>
                  <a:gd name="connsiteX26" fmla="*/ 51229 w 194893"/>
                  <a:gd name="connsiteY26" fmla="*/ 15591 h 194893"/>
                  <a:gd name="connsiteX27" fmla="*/ 45661 w 194893"/>
                  <a:gd name="connsiteY27" fmla="*/ 12250 h 194893"/>
                  <a:gd name="connsiteX28" fmla="*/ 12250 w 194893"/>
                  <a:gd name="connsiteY28" fmla="*/ 45661 h 194893"/>
                  <a:gd name="connsiteX29" fmla="*/ 13364 w 194893"/>
                  <a:gd name="connsiteY29" fmla="*/ 46774 h 194893"/>
                  <a:gd name="connsiteX30" fmla="*/ 13364 w 194893"/>
                  <a:gd name="connsiteY30" fmla="*/ 47888 h 194893"/>
                  <a:gd name="connsiteX31" fmla="*/ 14478 w 194893"/>
                  <a:gd name="connsiteY31" fmla="*/ 49002 h 194893"/>
                  <a:gd name="connsiteX32" fmla="*/ 14478 w 194893"/>
                  <a:gd name="connsiteY32" fmla="*/ 50116 h 194893"/>
                  <a:gd name="connsiteX33" fmla="*/ 15591 w 194893"/>
                  <a:gd name="connsiteY33" fmla="*/ 51229 h 194893"/>
                  <a:gd name="connsiteX34" fmla="*/ 15591 w 194893"/>
                  <a:gd name="connsiteY34" fmla="*/ 52343 h 194893"/>
                  <a:gd name="connsiteX35" fmla="*/ 16705 w 194893"/>
                  <a:gd name="connsiteY35" fmla="*/ 53457 h 194893"/>
                  <a:gd name="connsiteX36" fmla="*/ 16705 w 194893"/>
                  <a:gd name="connsiteY36" fmla="*/ 54570 h 194893"/>
                  <a:gd name="connsiteX37" fmla="*/ 17819 w 194893"/>
                  <a:gd name="connsiteY37" fmla="*/ 55684 h 194893"/>
                  <a:gd name="connsiteX38" fmla="*/ 17819 w 194893"/>
                  <a:gd name="connsiteY38" fmla="*/ 56798 h 194893"/>
                  <a:gd name="connsiteX39" fmla="*/ 18933 w 194893"/>
                  <a:gd name="connsiteY39" fmla="*/ 57911 h 194893"/>
                  <a:gd name="connsiteX40" fmla="*/ 18933 w 194893"/>
                  <a:gd name="connsiteY40" fmla="*/ 59025 h 194893"/>
                  <a:gd name="connsiteX41" fmla="*/ 20046 w 194893"/>
                  <a:gd name="connsiteY41" fmla="*/ 60139 h 194893"/>
                  <a:gd name="connsiteX42" fmla="*/ 20046 w 194893"/>
                  <a:gd name="connsiteY42" fmla="*/ 61252 h 194893"/>
                  <a:gd name="connsiteX43" fmla="*/ 21160 w 194893"/>
                  <a:gd name="connsiteY43" fmla="*/ 62366 h 194893"/>
                  <a:gd name="connsiteX44" fmla="*/ 22274 w 194893"/>
                  <a:gd name="connsiteY44" fmla="*/ 65707 h 194893"/>
                  <a:gd name="connsiteX45" fmla="*/ 20046 w 194893"/>
                  <a:gd name="connsiteY45" fmla="*/ 67934 h 194893"/>
                  <a:gd name="connsiteX46" fmla="*/ 17819 w 194893"/>
                  <a:gd name="connsiteY46" fmla="*/ 67934 h 194893"/>
                  <a:gd name="connsiteX47" fmla="*/ 16705 w 194893"/>
                  <a:gd name="connsiteY47" fmla="*/ 69048 h 194893"/>
                  <a:gd name="connsiteX48" fmla="*/ 14478 w 194893"/>
                  <a:gd name="connsiteY48" fmla="*/ 69048 h 194893"/>
                  <a:gd name="connsiteX49" fmla="*/ 13364 w 194893"/>
                  <a:gd name="connsiteY49" fmla="*/ 70162 h 194893"/>
                  <a:gd name="connsiteX50" fmla="*/ 11137 w 194893"/>
                  <a:gd name="connsiteY50" fmla="*/ 70162 h 194893"/>
                  <a:gd name="connsiteX51" fmla="*/ 10023 w 194893"/>
                  <a:gd name="connsiteY51" fmla="*/ 71275 h 194893"/>
                  <a:gd name="connsiteX52" fmla="*/ 7796 w 194893"/>
                  <a:gd name="connsiteY52" fmla="*/ 71275 h 194893"/>
                  <a:gd name="connsiteX53" fmla="*/ 6682 w 194893"/>
                  <a:gd name="connsiteY53" fmla="*/ 72389 h 194893"/>
                  <a:gd name="connsiteX54" fmla="*/ 4455 w 194893"/>
                  <a:gd name="connsiteY54" fmla="*/ 72389 h 194893"/>
                  <a:gd name="connsiteX55" fmla="*/ 3341 w 194893"/>
                  <a:gd name="connsiteY55" fmla="*/ 73503 h 194893"/>
                  <a:gd name="connsiteX56" fmla="*/ 1114 w 194893"/>
                  <a:gd name="connsiteY56" fmla="*/ 73503 h 194893"/>
                  <a:gd name="connsiteX57" fmla="*/ 0 w 194893"/>
                  <a:gd name="connsiteY57" fmla="*/ 74616 h 194893"/>
                  <a:gd name="connsiteX58" fmla="*/ 0 w 194893"/>
                  <a:gd name="connsiteY58" fmla="*/ 120277 h 194893"/>
                  <a:gd name="connsiteX59" fmla="*/ 1114 w 194893"/>
                  <a:gd name="connsiteY59" fmla="*/ 121391 h 194893"/>
                  <a:gd name="connsiteX60" fmla="*/ 3341 w 194893"/>
                  <a:gd name="connsiteY60" fmla="*/ 121391 h 194893"/>
                  <a:gd name="connsiteX61" fmla="*/ 4455 w 194893"/>
                  <a:gd name="connsiteY61" fmla="*/ 122505 h 194893"/>
                  <a:gd name="connsiteX62" fmla="*/ 6682 w 194893"/>
                  <a:gd name="connsiteY62" fmla="*/ 122505 h 194893"/>
                  <a:gd name="connsiteX63" fmla="*/ 7796 w 194893"/>
                  <a:gd name="connsiteY63" fmla="*/ 123618 h 194893"/>
                  <a:gd name="connsiteX64" fmla="*/ 10023 w 194893"/>
                  <a:gd name="connsiteY64" fmla="*/ 123618 h 194893"/>
                  <a:gd name="connsiteX65" fmla="*/ 11137 w 194893"/>
                  <a:gd name="connsiteY65" fmla="*/ 124732 h 194893"/>
                  <a:gd name="connsiteX66" fmla="*/ 13364 w 194893"/>
                  <a:gd name="connsiteY66" fmla="*/ 124732 h 194893"/>
                  <a:gd name="connsiteX67" fmla="*/ 14478 w 194893"/>
                  <a:gd name="connsiteY67" fmla="*/ 125846 h 194893"/>
                  <a:gd name="connsiteX68" fmla="*/ 16705 w 194893"/>
                  <a:gd name="connsiteY68" fmla="*/ 125846 h 194893"/>
                  <a:gd name="connsiteX69" fmla="*/ 17819 w 194893"/>
                  <a:gd name="connsiteY69" fmla="*/ 126959 h 194893"/>
                  <a:gd name="connsiteX70" fmla="*/ 20046 w 194893"/>
                  <a:gd name="connsiteY70" fmla="*/ 126959 h 194893"/>
                  <a:gd name="connsiteX71" fmla="*/ 22274 w 194893"/>
                  <a:gd name="connsiteY71" fmla="*/ 129187 h 194893"/>
                  <a:gd name="connsiteX72" fmla="*/ 22274 w 194893"/>
                  <a:gd name="connsiteY72" fmla="*/ 130300 h 194893"/>
                  <a:gd name="connsiteX73" fmla="*/ 21160 w 194893"/>
                  <a:gd name="connsiteY73" fmla="*/ 131414 h 194893"/>
                  <a:gd name="connsiteX74" fmla="*/ 21160 w 194893"/>
                  <a:gd name="connsiteY74" fmla="*/ 132528 h 194893"/>
                  <a:gd name="connsiteX75" fmla="*/ 20046 w 194893"/>
                  <a:gd name="connsiteY75" fmla="*/ 133641 h 194893"/>
                  <a:gd name="connsiteX76" fmla="*/ 20046 w 194893"/>
                  <a:gd name="connsiteY76" fmla="*/ 134755 h 194893"/>
                  <a:gd name="connsiteX77" fmla="*/ 18933 w 194893"/>
                  <a:gd name="connsiteY77" fmla="*/ 135869 h 194893"/>
                  <a:gd name="connsiteX78" fmla="*/ 18933 w 194893"/>
                  <a:gd name="connsiteY78" fmla="*/ 136982 h 194893"/>
                  <a:gd name="connsiteX79" fmla="*/ 17819 w 194893"/>
                  <a:gd name="connsiteY79" fmla="*/ 138096 h 194893"/>
                  <a:gd name="connsiteX80" fmla="*/ 17819 w 194893"/>
                  <a:gd name="connsiteY80" fmla="*/ 139210 h 194893"/>
                  <a:gd name="connsiteX81" fmla="*/ 16705 w 194893"/>
                  <a:gd name="connsiteY81" fmla="*/ 140323 h 194893"/>
                  <a:gd name="connsiteX82" fmla="*/ 16705 w 194893"/>
                  <a:gd name="connsiteY82" fmla="*/ 141437 h 194893"/>
                  <a:gd name="connsiteX83" fmla="*/ 15591 w 194893"/>
                  <a:gd name="connsiteY83" fmla="*/ 142551 h 194893"/>
                  <a:gd name="connsiteX84" fmla="*/ 15591 w 194893"/>
                  <a:gd name="connsiteY84" fmla="*/ 143664 h 194893"/>
                  <a:gd name="connsiteX85" fmla="*/ 12250 w 194893"/>
                  <a:gd name="connsiteY85" fmla="*/ 149233 h 194893"/>
                  <a:gd name="connsiteX86" fmla="*/ 45661 w 194893"/>
                  <a:gd name="connsiteY86" fmla="*/ 182643 h 194893"/>
                  <a:gd name="connsiteX87" fmla="*/ 46774 w 194893"/>
                  <a:gd name="connsiteY87" fmla="*/ 181529 h 194893"/>
                  <a:gd name="connsiteX88" fmla="*/ 47888 w 194893"/>
                  <a:gd name="connsiteY88" fmla="*/ 181529 h 194893"/>
                  <a:gd name="connsiteX89" fmla="*/ 49002 w 194893"/>
                  <a:gd name="connsiteY89" fmla="*/ 180416 h 194893"/>
                  <a:gd name="connsiteX90" fmla="*/ 50116 w 194893"/>
                  <a:gd name="connsiteY90" fmla="*/ 180416 h 194893"/>
                  <a:gd name="connsiteX91" fmla="*/ 51229 w 194893"/>
                  <a:gd name="connsiteY91" fmla="*/ 179302 h 194893"/>
                  <a:gd name="connsiteX92" fmla="*/ 52343 w 194893"/>
                  <a:gd name="connsiteY92" fmla="*/ 179302 h 194893"/>
                  <a:gd name="connsiteX93" fmla="*/ 53457 w 194893"/>
                  <a:gd name="connsiteY93" fmla="*/ 178188 h 194893"/>
                  <a:gd name="connsiteX94" fmla="*/ 54570 w 194893"/>
                  <a:gd name="connsiteY94" fmla="*/ 178188 h 194893"/>
                  <a:gd name="connsiteX95" fmla="*/ 55684 w 194893"/>
                  <a:gd name="connsiteY95" fmla="*/ 177075 h 194893"/>
                  <a:gd name="connsiteX96" fmla="*/ 56798 w 194893"/>
                  <a:gd name="connsiteY96" fmla="*/ 177075 h 194893"/>
                  <a:gd name="connsiteX97" fmla="*/ 57911 w 194893"/>
                  <a:gd name="connsiteY97" fmla="*/ 175961 h 194893"/>
                  <a:gd name="connsiteX98" fmla="*/ 59025 w 194893"/>
                  <a:gd name="connsiteY98" fmla="*/ 175961 h 194893"/>
                  <a:gd name="connsiteX99" fmla="*/ 60139 w 194893"/>
                  <a:gd name="connsiteY99" fmla="*/ 174847 h 194893"/>
                  <a:gd name="connsiteX100" fmla="*/ 61252 w 194893"/>
                  <a:gd name="connsiteY100" fmla="*/ 174847 h 194893"/>
                  <a:gd name="connsiteX101" fmla="*/ 62366 w 194893"/>
                  <a:gd name="connsiteY101" fmla="*/ 173734 h 194893"/>
                  <a:gd name="connsiteX102" fmla="*/ 65707 w 194893"/>
                  <a:gd name="connsiteY102" fmla="*/ 172620 h 194893"/>
                  <a:gd name="connsiteX103" fmla="*/ 67934 w 194893"/>
                  <a:gd name="connsiteY103" fmla="*/ 174847 h 194893"/>
                  <a:gd name="connsiteX104" fmla="*/ 67934 w 194893"/>
                  <a:gd name="connsiteY104" fmla="*/ 177075 h 194893"/>
                  <a:gd name="connsiteX105" fmla="*/ 69048 w 194893"/>
                  <a:gd name="connsiteY105" fmla="*/ 178188 h 194893"/>
                  <a:gd name="connsiteX106" fmla="*/ 69048 w 194893"/>
                  <a:gd name="connsiteY106" fmla="*/ 180416 h 194893"/>
                  <a:gd name="connsiteX107" fmla="*/ 70162 w 194893"/>
                  <a:gd name="connsiteY107" fmla="*/ 181529 h 194893"/>
                  <a:gd name="connsiteX108" fmla="*/ 70162 w 194893"/>
                  <a:gd name="connsiteY108" fmla="*/ 183757 h 194893"/>
                  <a:gd name="connsiteX109" fmla="*/ 71275 w 194893"/>
                  <a:gd name="connsiteY109" fmla="*/ 184871 h 194893"/>
                  <a:gd name="connsiteX110" fmla="*/ 71275 w 194893"/>
                  <a:gd name="connsiteY110" fmla="*/ 187098 h 194893"/>
                  <a:gd name="connsiteX111" fmla="*/ 72389 w 194893"/>
                  <a:gd name="connsiteY111" fmla="*/ 188212 h 194893"/>
                  <a:gd name="connsiteX112" fmla="*/ 72389 w 194893"/>
                  <a:gd name="connsiteY112" fmla="*/ 190439 h 194893"/>
                  <a:gd name="connsiteX113" fmla="*/ 73503 w 194893"/>
                  <a:gd name="connsiteY113" fmla="*/ 191553 h 194893"/>
                  <a:gd name="connsiteX114" fmla="*/ 73503 w 194893"/>
                  <a:gd name="connsiteY114" fmla="*/ 193780 h 194893"/>
                  <a:gd name="connsiteX115" fmla="*/ 74616 w 194893"/>
                  <a:gd name="connsiteY115" fmla="*/ 194894 h 194893"/>
                  <a:gd name="connsiteX116" fmla="*/ 120277 w 194893"/>
                  <a:gd name="connsiteY116" fmla="*/ 194894 h 194893"/>
                  <a:gd name="connsiteX117" fmla="*/ 121391 w 194893"/>
                  <a:gd name="connsiteY117" fmla="*/ 193780 h 194893"/>
                  <a:gd name="connsiteX118" fmla="*/ 121391 w 194893"/>
                  <a:gd name="connsiteY118" fmla="*/ 191553 h 194893"/>
                  <a:gd name="connsiteX119" fmla="*/ 122505 w 194893"/>
                  <a:gd name="connsiteY119" fmla="*/ 190439 h 194893"/>
                  <a:gd name="connsiteX120" fmla="*/ 122505 w 194893"/>
                  <a:gd name="connsiteY120" fmla="*/ 188212 h 194893"/>
                  <a:gd name="connsiteX121" fmla="*/ 123618 w 194893"/>
                  <a:gd name="connsiteY121" fmla="*/ 187098 h 194893"/>
                  <a:gd name="connsiteX122" fmla="*/ 123618 w 194893"/>
                  <a:gd name="connsiteY122" fmla="*/ 184871 h 194893"/>
                  <a:gd name="connsiteX123" fmla="*/ 124732 w 194893"/>
                  <a:gd name="connsiteY123" fmla="*/ 183757 h 194893"/>
                  <a:gd name="connsiteX124" fmla="*/ 124732 w 194893"/>
                  <a:gd name="connsiteY124" fmla="*/ 181529 h 194893"/>
                  <a:gd name="connsiteX125" fmla="*/ 125846 w 194893"/>
                  <a:gd name="connsiteY125" fmla="*/ 180416 h 194893"/>
                  <a:gd name="connsiteX126" fmla="*/ 125846 w 194893"/>
                  <a:gd name="connsiteY126" fmla="*/ 178188 h 194893"/>
                  <a:gd name="connsiteX127" fmla="*/ 126959 w 194893"/>
                  <a:gd name="connsiteY127" fmla="*/ 177075 h 194893"/>
                  <a:gd name="connsiteX128" fmla="*/ 126959 w 194893"/>
                  <a:gd name="connsiteY128" fmla="*/ 174847 h 194893"/>
                  <a:gd name="connsiteX129" fmla="*/ 129187 w 194893"/>
                  <a:gd name="connsiteY129" fmla="*/ 172620 h 194893"/>
                  <a:gd name="connsiteX130" fmla="*/ 130300 w 194893"/>
                  <a:gd name="connsiteY130" fmla="*/ 172620 h 194893"/>
                  <a:gd name="connsiteX131" fmla="*/ 131414 w 194893"/>
                  <a:gd name="connsiteY131" fmla="*/ 173734 h 194893"/>
                  <a:gd name="connsiteX132" fmla="*/ 132528 w 194893"/>
                  <a:gd name="connsiteY132" fmla="*/ 173734 h 194893"/>
                  <a:gd name="connsiteX133" fmla="*/ 133641 w 194893"/>
                  <a:gd name="connsiteY133" fmla="*/ 174847 h 194893"/>
                  <a:gd name="connsiteX134" fmla="*/ 134755 w 194893"/>
                  <a:gd name="connsiteY134" fmla="*/ 174847 h 194893"/>
                  <a:gd name="connsiteX135" fmla="*/ 135869 w 194893"/>
                  <a:gd name="connsiteY135" fmla="*/ 175961 h 194893"/>
                  <a:gd name="connsiteX136" fmla="*/ 136982 w 194893"/>
                  <a:gd name="connsiteY136" fmla="*/ 175961 h 194893"/>
                  <a:gd name="connsiteX137" fmla="*/ 138096 w 194893"/>
                  <a:gd name="connsiteY137" fmla="*/ 177075 h 194893"/>
                  <a:gd name="connsiteX138" fmla="*/ 139210 w 194893"/>
                  <a:gd name="connsiteY138" fmla="*/ 177075 h 194893"/>
                  <a:gd name="connsiteX139" fmla="*/ 140323 w 194893"/>
                  <a:gd name="connsiteY139" fmla="*/ 178188 h 194893"/>
                  <a:gd name="connsiteX140" fmla="*/ 141437 w 194893"/>
                  <a:gd name="connsiteY140" fmla="*/ 178188 h 194893"/>
                  <a:gd name="connsiteX141" fmla="*/ 142551 w 194893"/>
                  <a:gd name="connsiteY141" fmla="*/ 179302 h 194893"/>
                  <a:gd name="connsiteX142" fmla="*/ 143664 w 194893"/>
                  <a:gd name="connsiteY142" fmla="*/ 179302 h 194893"/>
                  <a:gd name="connsiteX143" fmla="*/ 149233 w 194893"/>
                  <a:gd name="connsiteY143" fmla="*/ 182643 h 194893"/>
                  <a:gd name="connsiteX144" fmla="*/ 182643 w 194893"/>
                  <a:gd name="connsiteY144" fmla="*/ 149233 h 194893"/>
                  <a:gd name="connsiteX145" fmla="*/ 181529 w 194893"/>
                  <a:gd name="connsiteY145" fmla="*/ 148119 h 194893"/>
                  <a:gd name="connsiteX146" fmla="*/ 181529 w 194893"/>
                  <a:gd name="connsiteY146" fmla="*/ 147005 h 194893"/>
                  <a:gd name="connsiteX147" fmla="*/ 180416 w 194893"/>
                  <a:gd name="connsiteY147" fmla="*/ 145892 h 194893"/>
                  <a:gd name="connsiteX148" fmla="*/ 180416 w 194893"/>
                  <a:gd name="connsiteY148" fmla="*/ 144778 h 194893"/>
                  <a:gd name="connsiteX149" fmla="*/ 179302 w 194893"/>
                  <a:gd name="connsiteY149" fmla="*/ 143664 h 194893"/>
                  <a:gd name="connsiteX150" fmla="*/ 179302 w 194893"/>
                  <a:gd name="connsiteY150" fmla="*/ 142551 h 194893"/>
                  <a:gd name="connsiteX151" fmla="*/ 178188 w 194893"/>
                  <a:gd name="connsiteY151" fmla="*/ 141437 h 194893"/>
                  <a:gd name="connsiteX152" fmla="*/ 178188 w 194893"/>
                  <a:gd name="connsiteY152" fmla="*/ 140323 h 194893"/>
                  <a:gd name="connsiteX153" fmla="*/ 177075 w 194893"/>
                  <a:gd name="connsiteY153" fmla="*/ 139210 h 194893"/>
                  <a:gd name="connsiteX154" fmla="*/ 177075 w 194893"/>
                  <a:gd name="connsiteY154" fmla="*/ 138096 h 194893"/>
                  <a:gd name="connsiteX155" fmla="*/ 175961 w 194893"/>
                  <a:gd name="connsiteY155" fmla="*/ 136982 h 194893"/>
                  <a:gd name="connsiteX156" fmla="*/ 175961 w 194893"/>
                  <a:gd name="connsiteY156" fmla="*/ 135869 h 194893"/>
                  <a:gd name="connsiteX157" fmla="*/ 174847 w 194893"/>
                  <a:gd name="connsiteY157" fmla="*/ 134755 h 194893"/>
                  <a:gd name="connsiteX158" fmla="*/ 174847 w 194893"/>
                  <a:gd name="connsiteY158" fmla="*/ 133641 h 194893"/>
                  <a:gd name="connsiteX159" fmla="*/ 173734 w 194893"/>
                  <a:gd name="connsiteY159" fmla="*/ 132528 h 194893"/>
                  <a:gd name="connsiteX160" fmla="*/ 172620 w 194893"/>
                  <a:gd name="connsiteY160" fmla="*/ 129187 h 194893"/>
                  <a:gd name="connsiteX161" fmla="*/ 174847 w 194893"/>
                  <a:gd name="connsiteY161" fmla="*/ 126959 h 194893"/>
                  <a:gd name="connsiteX162" fmla="*/ 177075 w 194893"/>
                  <a:gd name="connsiteY162" fmla="*/ 126959 h 194893"/>
                  <a:gd name="connsiteX163" fmla="*/ 178188 w 194893"/>
                  <a:gd name="connsiteY163" fmla="*/ 125846 h 194893"/>
                  <a:gd name="connsiteX164" fmla="*/ 180416 w 194893"/>
                  <a:gd name="connsiteY164" fmla="*/ 125846 h 194893"/>
                  <a:gd name="connsiteX165" fmla="*/ 181529 w 194893"/>
                  <a:gd name="connsiteY165" fmla="*/ 124732 h 194893"/>
                  <a:gd name="connsiteX166" fmla="*/ 183757 w 194893"/>
                  <a:gd name="connsiteY166" fmla="*/ 124732 h 194893"/>
                  <a:gd name="connsiteX167" fmla="*/ 184871 w 194893"/>
                  <a:gd name="connsiteY167" fmla="*/ 123618 h 194893"/>
                  <a:gd name="connsiteX168" fmla="*/ 187098 w 194893"/>
                  <a:gd name="connsiteY168" fmla="*/ 123618 h 194893"/>
                  <a:gd name="connsiteX169" fmla="*/ 188212 w 194893"/>
                  <a:gd name="connsiteY169" fmla="*/ 122505 h 194893"/>
                  <a:gd name="connsiteX170" fmla="*/ 190439 w 194893"/>
                  <a:gd name="connsiteY170" fmla="*/ 122505 h 194893"/>
                  <a:gd name="connsiteX171" fmla="*/ 191553 w 194893"/>
                  <a:gd name="connsiteY171" fmla="*/ 121391 h 194893"/>
                  <a:gd name="connsiteX172" fmla="*/ 193780 w 194893"/>
                  <a:gd name="connsiteY172" fmla="*/ 121391 h 194893"/>
                  <a:gd name="connsiteX173" fmla="*/ 194894 w 194893"/>
                  <a:gd name="connsiteY173" fmla="*/ 120277 h 194893"/>
                  <a:gd name="connsiteX174" fmla="*/ 194894 w 194893"/>
                  <a:gd name="connsiteY174" fmla="*/ 74616 h 194893"/>
                  <a:gd name="connsiteX175" fmla="*/ 193780 w 194893"/>
                  <a:gd name="connsiteY175" fmla="*/ 73503 h 194893"/>
                  <a:gd name="connsiteX176" fmla="*/ 191553 w 194893"/>
                  <a:gd name="connsiteY176" fmla="*/ 73503 h 194893"/>
                  <a:gd name="connsiteX177" fmla="*/ 190439 w 194893"/>
                  <a:gd name="connsiteY177" fmla="*/ 72389 h 194893"/>
                  <a:gd name="connsiteX178" fmla="*/ 188212 w 194893"/>
                  <a:gd name="connsiteY178" fmla="*/ 72389 h 194893"/>
                  <a:gd name="connsiteX179" fmla="*/ 187098 w 194893"/>
                  <a:gd name="connsiteY179" fmla="*/ 71275 h 194893"/>
                  <a:gd name="connsiteX180" fmla="*/ 184871 w 194893"/>
                  <a:gd name="connsiteY180" fmla="*/ 71275 h 194893"/>
                  <a:gd name="connsiteX181" fmla="*/ 183757 w 194893"/>
                  <a:gd name="connsiteY181" fmla="*/ 70162 h 194893"/>
                  <a:gd name="connsiteX182" fmla="*/ 181529 w 194893"/>
                  <a:gd name="connsiteY182" fmla="*/ 70162 h 194893"/>
                  <a:gd name="connsiteX183" fmla="*/ 180416 w 194893"/>
                  <a:gd name="connsiteY183" fmla="*/ 69048 h 194893"/>
                  <a:gd name="connsiteX184" fmla="*/ 178188 w 194893"/>
                  <a:gd name="connsiteY184" fmla="*/ 69048 h 194893"/>
                  <a:gd name="connsiteX185" fmla="*/ 177075 w 194893"/>
                  <a:gd name="connsiteY185" fmla="*/ 67934 h 194893"/>
                  <a:gd name="connsiteX186" fmla="*/ 174847 w 194893"/>
                  <a:gd name="connsiteY186" fmla="*/ 67934 h 194893"/>
                  <a:gd name="connsiteX187" fmla="*/ 172620 w 194893"/>
                  <a:gd name="connsiteY187" fmla="*/ 65707 h 194893"/>
                  <a:gd name="connsiteX188" fmla="*/ 172620 w 194893"/>
                  <a:gd name="connsiteY188" fmla="*/ 64593 h 194893"/>
                  <a:gd name="connsiteX189" fmla="*/ 173734 w 194893"/>
                  <a:gd name="connsiteY189" fmla="*/ 63480 h 194893"/>
                  <a:gd name="connsiteX190" fmla="*/ 173734 w 194893"/>
                  <a:gd name="connsiteY190" fmla="*/ 62366 h 194893"/>
                  <a:gd name="connsiteX191" fmla="*/ 174847 w 194893"/>
                  <a:gd name="connsiteY191" fmla="*/ 61252 h 194893"/>
                  <a:gd name="connsiteX192" fmla="*/ 174847 w 194893"/>
                  <a:gd name="connsiteY192" fmla="*/ 60139 h 194893"/>
                  <a:gd name="connsiteX193" fmla="*/ 175961 w 194893"/>
                  <a:gd name="connsiteY193" fmla="*/ 59025 h 194893"/>
                  <a:gd name="connsiteX194" fmla="*/ 175961 w 194893"/>
                  <a:gd name="connsiteY194" fmla="*/ 57911 h 194893"/>
                  <a:gd name="connsiteX195" fmla="*/ 177075 w 194893"/>
                  <a:gd name="connsiteY195" fmla="*/ 56798 h 194893"/>
                  <a:gd name="connsiteX196" fmla="*/ 177075 w 194893"/>
                  <a:gd name="connsiteY196" fmla="*/ 55684 h 194893"/>
                  <a:gd name="connsiteX197" fmla="*/ 178188 w 194893"/>
                  <a:gd name="connsiteY197" fmla="*/ 54570 h 194893"/>
                  <a:gd name="connsiteX198" fmla="*/ 178188 w 194893"/>
                  <a:gd name="connsiteY198" fmla="*/ 53457 h 194893"/>
                  <a:gd name="connsiteX199" fmla="*/ 179302 w 194893"/>
                  <a:gd name="connsiteY199" fmla="*/ 52343 h 194893"/>
                  <a:gd name="connsiteX200" fmla="*/ 179302 w 194893"/>
                  <a:gd name="connsiteY200" fmla="*/ 51229 h 194893"/>
                  <a:gd name="connsiteX201" fmla="*/ 182643 w 194893"/>
                  <a:gd name="connsiteY201" fmla="*/ 45661 h 194893"/>
                  <a:gd name="connsiteX202" fmla="*/ 149233 w 194893"/>
                  <a:gd name="connsiteY202" fmla="*/ 12250 h 194893"/>
                  <a:gd name="connsiteX203" fmla="*/ 148119 w 194893"/>
                  <a:gd name="connsiteY203" fmla="*/ 13364 h 194893"/>
                  <a:gd name="connsiteX204" fmla="*/ 147005 w 194893"/>
                  <a:gd name="connsiteY204" fmla="*/ 13364 h 194893"/>
                  <a:gd name="connsiteX205" fmla="*/ 145892 w 194893"/>
                  <a:gd name="connsiteY205" fmla="*/ 14478 h 194893"/>
                  <a:gd name="connsiteX206" fmla="*/ 144778 w 194893"/>
                  <a:gd name="connsiteY206" fmla="*/ 14478 h 194893"/>
                  <a:gd name="connsiteX207" fmla="*/ 143664 w 194893"/>
                  <a:gd name="connsiteY207" fmla="*/ 15591 h 194893"/>
                  <a:gd name="connsiteX208" fmla="*/ 142551 w 194893"/>
                  <a:gd name="connsiteY208" fmla="*/ 15591 h 194893"/>
                  <a:gd name="connsiteX209" fmla="*/ 141437 w 194893"/>
                  <a:gd name="connsiteY209" fmla="*/ 16705 h 194893"/>
                  <a:gd name="connsiteX210" fmla="*/ 140323 w 194893"/>
                  <a:gd name="connsiteY210" fmla="*/ 16705 h 194893"/>
                  <a:gd name="connsiteX211" fmla="*/ 139210 w 194893"/>
                  <a:gd name="connsiteY211" fmla="*/ 17819 h 194893"/>
                  <a:gd name="connsiteX212" fmla="*/ 138096 w 194893"/>
                  <a:gd name="connsiteY212" fmla="*/ 17819 h 194893"/>
                  <a:gd name="connsiteX213" fmla="*/ 136982 w 194893"/>
                  <a:gd name="connsiteY213" fmla="*/ 18933 h 194893"/>
                  <a:gd name="connsiteX214" fmla="*/ 135869 w 194893"/>
                  <a:gd name="connsiteY214" fmla="*/ 18933 h 194893"/>
                  <a:gd name="connsiteX215" fmla="*/ 134755 w 194893"/>
                  <a:gd name="connsiteY215" fmla="*/ 20046 h 194893"/>
                  <a:gd name="connsiteX216" fmla="*/ 133641 w 194893"/>
                  <a:gd name="connsiteY216" fmla="*/ 20046 h 194893"/>
                  <a:gd name="connsiteX217" fmla="*/ 132528 w 194893"/>
                  <a:gd name="connsiteY217" fmla="*/ 21160 h 194893"/>
                  <a:gd name="connsiteX218" fmla="*/ 129187 w 194893"/>
                  <a:gd name="connsiteY218" fmla="*/ 22274 h 194893"/>
                  <a:gd name="connsiteX219" fmla="*/ 126959 w 194893"/>
                  <a:gd name="connsiteY219" fmla="*/ 20046 h 194893"/>
                  <a:gd name="connsiteX220" fmla="*/ 126959 w 194893"/>
                  <a:gd name="connsiteY220" fmla="*/ 17819 h 194893"/>
                  <a:gd name="connsiteX221" fmla="*/ 125846 w 194893"/>
                  <a:gd name="connsiteY221" fmla="*/ 16705 h 194893"/>
                  <a:gd name="connsiteX222" fmla="*/ 125846 w 194893"/>
                  <a:gd name="connsiteY222" fmla="*/ 14478 h 194893"/>
                  <a:gd name="connsiteX223" fmla="*/ 124732 w 194893"/>
                  <a:gd name="connsiteY223" fmla="*/ 13364 h 194893"/>
                  <a:gd name="connsiteX224" fmla="*/ 124732 w 194893"/>
                  <a:gd name="connsiteY224" fmla="*/ 11137 h 194893"/>
                  <a:gd name="connsiteX225" fmla="*/ 123618 w 194893"/>
                  <a:gd name="connsiteY225" fmla="*/ 10023 h 194893"/>
                  <a:gd name="connsiteX226" fmla="*/ 123618 w 194893"/>
                  <a:gd name="connsiteY226" fmla="*/ 7796 h 194893"/>
                  <a:gd name="connsiteX227" fmla="*/ 122505 w 194893"/>
                  <a:gd name="connsiteY227" fmla="*/ 6682 h 194893"/>
                  <a:gd name="connsiteX228" fmla="*/ 122505 w 194893"/>
                  <a:gd name="connsiteY228" fmla="*/ 4455 h 194893"/>
                  <a:gd name="connsiteX229" fmla="*/ 121391 w 194893"/>
                  <a:gd name="connsiteY229" fmla="*/ 3341 h 194893"/>
                  <a:gd name="connsiteX230" fmla="*/ 121391 w 194893"/>
                  <a:gd name="connsiteY230" fmla="*/ 1114 h 194893"/>
                  <a:gd name="connsiteX231" fmla="*/ 120277 w 194893"/>
                  <a:gd name="connsiteY231" fmla="*/ 0 h 194893"/>
                  <a:gd name="connsiteX232" fmla="*/ 86867 w 194893"/>
                  <a:gd name="connsiteY232" fmla="*/ 16705 h 194893"/>
                  <a:gd name="connsiteX233" fmla="*/ 83526 w 194893"/>
                  <a:gd name="connsiteY233" fmla="*/ 20046 h 194893"/>
                  <a:gd name="connsiteX234" fmla="*/ 83526 w 194893"/>
                  <a:gd name="connsiteY234" fmla="*/ 22274 h 194893"/>
                  <a:gd name="connsiteX235" fmla="*/ 82412 w 194893"/>
                  <a:gd name="connsiteY235" fmla="*/ 23387 h 194893"/>
                  <a:gd name="connsiteX236" fmla="*/ 82412 w 194893"/>
                  <a:gd name="connsiteY236" fmla="*/ 25615 h 194893"/>
                  <a:gd name="connsiteX237" fmla="*/ 81298 w 194893"/>
                  <a:gd name="connsiteY237" fmla="*/ 26728 h 194893"/>
                  <a:gd name="connsiteX238" fmla="*/ 81298 w 194893"/>
                  <a:gd name="connsiteY238" fmla="*/ 28956 h 194893"/>
                  <a:gd name="connsiteX239" fmla="*/ 80185 w 194893"/>
                  <a:gd name="connsiteY239" fmla="*/ 30069 h 194893"/>
                  <a:gd name="connsiteX240" fmla="*/ 80185 w 194893"/>
                  <a:gd name="connsiteY240" fmla="*/ 32297 h 194893"/>
                  <a:gd name="connsiteX241" fmla="*/ 79071 w 194893"/>
                  <a:gd name="connsiteY241" fmla="*/ 33410 h 194893"/>
                  <a:gd name="connsiteX242" fmla="*/ 79071 w 194893"/>
                  <a:gd name="connsiteY242" fmla="*/ 35638 h 194893"/>
                  <a:gd name="connsiteX243" fmla="*/ 76844 w 194893"/>
                  <a:gd name="connsiteY243" fmla="*/ 37865 h 194893"/>
                  <a:gd name="connsiteX244" fmla="*/ 74616 w 194893"/>
                  <a:gd name="connsiteY244" fmla="*/ 37865 h 194893"/>
                  <a:gd name="connsiteX245" fmla="*/ 73503 w 194893"/>
                  <a:gd name="connsiteY245" fmla="*/ 38979 h 194893"/>
                  <a:gd name="connsiteX246" fmla="*/ 72389 w 194893"/>
                  <a:gd name="connsiteY246" fmla="*/ 38979 h 194893"/>
                  <a:gd name="connsiteX247" fmla="*/ 71275 w 194893"/>
                  <a:gd name="connsiteY247" fmla="*/ 40092 h 194893"/>
                  <a:gd name="connsiteX248" fmla="*/ 70162 w 194893"/>
                  <a:gd name="connsiteY248" fmla="*/ 40092 h 194893"/>
                  <a:gd name="connsiteX249" fmla="*/ 69048 w 194893"/>
                  <a:gd name="connsiteY249" fmla="*/ 41206 h 194893"/>
                  <a:gd name="connsiteX250" fmla="*/ 67934 w 194893"/>
                  <a:gd name="connsiteY250" fmla="*/ 41206 h 194893"/>
                  <a:gd name="connsiteX251" fmla="*/ 66821 w 194893"/>
                  <a:gd name="connsiteY251" fmla="*/ 40092 h 194893"/>
                  <a:gd name="connsiteX252" fmla="*/ 65707 w 194893"/>
                  <a:gd name="connsiteY252" fmla="*/ 40092 h 194893"/>
                  <a:gd name="connsiteX253" fmla="*/ 64593 w 194893"/>
                  <a:gd name="connsiteY253" fmla="*/ 38979 h 194893"/>
                  <a:gd name="connsiteX254" fmla="*/ 63480 w 194893"/>
                  <a:gd name="connsiteY254" fmla="*/ 38979 h 194893"/>
                  <a:gd name="connsiteX255" fmla="*/ 62366 w 194893"/>
                  <a:gd name="connsiteY255" fmla="*/ 37865 h 194893"/>
                  <a:gd name="connsiteX256" fmla="*/ 61252 w 194893"/>
                  <a:gd name="connsiteY256" fmla="*/ 37865 h 194893"/>
                  <a:gd name="connsiteX257" fmla="*/ 60139 w 194893"/>
                  <a:gd name="connsiteY257" fmla="*/ 36751 h 194893"/>
                  <a:gd name="connsiteX258" fmla="*/ 59025 w 194893"/>
                  <a:gd name="connsiteY258" fmla="*/ 36751 h 194893"/>
                  <a:gd name="connsiteX259" fmla="*/ 57911 w 194893"/>
                  <a:gd name="connsiteY259" fmla="*/ 35638 h 194893"/>
                  <a:gd name="connsiteX260" fmla="*/ 56798 w 194893"/>
                  <a:gd name="connsiteY260" fmla="*/ 35638 h 194893"/>
                  <a:gd name="connsiteX261" fmla="*/ 55684 w 194893"/>
                  <a:gd name="connsiteY261" fmla="*/ 34524 h 194893"/>
                  <a:gd name="connsiteX262" fmla="*/ 54570 w 194893"/>
                  <a:gd name="connsiteY262" fmla="*/ 34524 h 194893"/>
                  <a:gd name="connsiteX263" fmla="*/ 53457 w 194893"/>
                  <a:gd name="connsiteY263" fmla="*/ 33410 h 194893"/>
                  <a:gd name="connsiteX264" fmla="*/ 52343 w 194893"/>
                  <a:gd name="connsiteY264" fmla="*/ 33410 h 194893"/>
                  <a:gd name="connsiteX265" fmla="*/ 49002 w 194893"/>
                  <a:gd name="connsiteY265" fmla="*/ 31183 h 194893"/>
                  <a:gd name="connsiteX266" fmla="*/ 31183 w 194893"/>
                  <a:gd name="connsiteY266" fmla="*/ 49002 h 194893"/>
                  <a:gd name="connsiteX267" fmla="*/ 32297 w 194893"/>
                  <a:gd name="connsiteY267" fmla="*/ 50116 h 194893"/>
                  <a:gd name="connsiteX268" fmla="*/ 32297 w 194893"/>
                  <a:gd name="connsiteY268" fmla="*/ 51229 h 194893"/>
                  <a:gd name="connsiteX269" fmla="*/ 33410 w 194893"/>
                  <a:gd name="connsiteY269" fmla="*/ 52343 h 194893"/>
                  <a:gd name="connsiteX270" fmla="*/ 33410 w 194893"/>
                  <a:gd name="connsiteY270" fmla="*/ 53457 h 194893"/>
                  <a:gd name="connsiteX271" fmla="*/ 34524 w 194893"/>
                  <a:gd name="connsiteY271" fmla="*/ 54570 h 194893"/>
                  <a:gd name="connsiteX272" fmla="*/ 34524 w 194893"/>
                  <a:gd name="connsiteY272" fmla="*/ 55684 h 194893"/>
                  <a:gd name="connsiteX273" fmla="*/ 35638 w 194893"/>
                  <a:gd name="connsiteY273" fmla="*/ 56798 h 194893"/>
                  <a:gd name="connsiteX274" fmla="*/ 35638 w 194893"/>
                  <a:gd name="connsiteY274" fmla="*/ 57911 h 194893"/>
                  <a:gd name="connsiteX275" fmla="*/ 36751 w 194893"/>
                  <a:gd name="connsiteY275" fmla="*/ 59025 h 194893"/>
                  <a:gd name="connsiteX276" fmla="*/ 36751 w 194893"/>
                  <a:gd name="connsiteY276" fmla="*/ 60139 h 194893"/>
                  <a:gd name="connsiteX277" fmla="*/ 37865 w 194893"/>
                  <a:gd name="connsiteY277" fmla="*/ 61252 h 194893"/>
                  <a:gd name="connsiteX278" fmla="*/ 37865 w 194893"/>
                  <a:gd name="connsiteY278" fmla="*/ 62366 h 194893"/>
                  <a:gd name="connsiteX279" fmla="*/ 38979 w 194893"/>
                  <a:gd name="connsiteY279" fmla="*/ 63480 h 194893"/>
                  <a:gd name="connsiteX280" fmla="*/ 38979 w 194893"/>
                  <a:gd name="connsiteY280" fmla="*/ 64593 h 194893"/>
                  <a:gd name="connsiteX281" fmla="*/ 40092 w 194893"/>
                  <a:gd name="connsiteY281" fmla="*/ 65707 h 194893"/>
                  <a:gd name="connsiteX282" fmla="*/ 40092 w 194893"/>
                  <a:gd name="connsiteY282" fmla="*/ 66821 h 194893"/>
                  <a:gd name="connsiteX283" fmla="*/ 41206 w 194893"/>
                  <a:gd name="connsiteY283" fmla="*/ 67934 h 194893"/>
                  <a:gd name="connsiteX284" fmla="*/ 41206 w 194893"/>
                  <a:gd name="connsiteY284" fmla="*/ 69048 h 194893"/>
                  <a:gd name="connsiteX285" fmla="*/ 40092 w 194893"/>
                  <a:gd name="connsiteY285" fmla="*/ 70162 h 194893"/>
                  <a:gd name="connsiteX286" fmla="*/ 40092 w 194893"/>
                  <a:gd name="connsiteY286" fmla="*/ 71275 h 194893"/>
                  <a:gd name="connsiteX287" fmla="*/ 37865 w 194893"/>
                  <a:gd name="connsiteY287" fmla="*/ 74616 h 194893"/>
                  <a:gd name="connsiteX288" fmla="*/ 37865 w 194893"/>
                  <a:gd name="connsiteY288" fmla="*/ 76844 h 194893"/>
                  <a:gd name="connsiteX289" fmla="*/ 35638 w 194893"/>
                  <a:gd name="connsiteY289" fmla="*/ 79071 h 194893"/>
                  <a:gd name="connsiteX290" fmla="*/ 33410 w 194893"/>
                  <a:gd name="connsiteY290" fmla="*/ 79071 h 194893"/>
                  <a:gd name="connsiteX291" fmla="*/ 32297 w 194893"/>
                  <a:gd name="connsiteY291" fmla="*/ 80185 h 194893"/>
                  <a:gd name="connsiteX292" fmla="*/ 30069 w 194893"/>
                  <a:gd name="connsiteY292" fmla="*/ 80185 h 194893"/>
                  <a:gd name="connsiteX293" fmla="*/ 28956 w 194893"/>
                  <a:gd name="connsiteY293" fmla="*/ 81298 h 194893"/>
                  <a:gd name="connsiteX294" fmla="*/ 26728 w 194893"/>
                  <a:gd name="connsiteY294" fmla="*/ 81298 h 194893"/>
                  <a:gd name="connsiteX295" fmla="*/ 25615 w 194893"/>
                  <a:gd name="connsiteY295" fmla="*/ 82412 h 194893"/>
                  <a:gd name="connsiteX296" fmla="*/ 23387 w 194893"/>
                  <a:gd name="connsiteY296" fmla="*/ 82412 h 194893"/>
                  <a:gd name="connsiteX297" fmla="*/ 22274 w 194893"/>
                  <a:gd name="connsiteY297" fmla="*/ 83526 h 194893"/>
                  <a:gd name="connsiteX298" fmla="*/ 20046 w 194893"/>
                  <a:gd name="connsiteY298" fmla="*/ 83526 h 194893"/>
                  <a:gd name="connsiteX299" fmla="*/ 16705 w 194893"/>
                  <a:gd name="connsiteY299" fmla="*/ 86867 h 194893"/>
                  <a:gd name="connsiteX300" fmla="*/ 16705 w 194893"/>
                  <a:gd name="connsiteY300" fmla="*/ 108027 h 194893"/>
                  <a:gd name="connsiteX301" fmla="*/ 20046 w 194893"/>
                  <a:gd name="connsiteY301" fmla="*/ 111368 h 194893"/>
                  <a:gd name="connsiteX302" fmla="*/ 22274 w 194893"/>
                  <a:gd name="connsiteY302" fmla="*/ 111368 h 194893"/>
                  <a:gd name="connsiteX303" fmla="*/ 23387 w 194893"/>
                  <a:gd name="connsiteY303" fmla="*/ 112481 h 194893"/>
                  <a:gd name="connsiteX304" fmla="*/ 25615 w 194893"/>
                  <a:gd name="connsiteY304" fmla="*/ 112481 h 194893"/>
                  <a:gd name="connsiteX305" fmla="*/ 26728 w 194893"/>
                  <a:gd name="connsiteY305" fmla="*/ 113595 h 194893"/>
                  <a:gd name="connsiteX306" fmla="*/ 28956 w 194893"/>
                  <a:gd name="connsiteY306" fmla="*/ 113595 h 194893"/>
                  <a:gd name="connsiteX307" fmla="*/ 30069 w 194893"/>
                  <a:gd name="connsiteY307" fmla="*/ 114709 h 194893"/>
                  <a:gd name="connsiteX308" fmla="*/ 32297 w 194893"/>
                  <a:gd name="connsiteY308" fmla="*/ 114709 h 194893"/>
                  <a:gd name="connsiteX309" fmla="*/ 33410 w 194893"/>
                  <a:gd name="connsiteY309" fmla="*/ 115822 h 194893"/>
                  <a:gd name="connsiteX310" fmla="*/ 35638 w 194893"/>
                  <a:gd name="connsiteY310" fmla="*/ 115822 h 194893"/>
                  <a:gd name="connsiteX311" fmla="*/ 37865 w 194893"/>
                  <a:gd name="connsiteY311" fmla="*/ 118050 h 194893"/>
                  <a:gd name="connsiteX312" fmla="*/ 37865 w 194893"/>
                  <a:gd name="connsiteY312" fmla="*/ 120277 h 194893"/>
                  <a:gd name="connsiteX313" fmla="*/ 38979 w 194893"/>
                  <a:gd name="connsiteY313" fmla="*/ 121391 h 194893"/>
                  <a:gd name="connsiteX314" fmla="*/ 38979 w 194893"/>
                  <a:gd name="connsiteY314" fmla="*/ 122505 h 194893"/>
                  <a:gd name="connsiteX315" fmla="*/ 40092 w 194893"/>
                  <a:gd name="connsiteY315" fmla="*/ 123618 h 194893"/>
                  <a:gd name="connsiteX316" fmla="*/ 40092 w 194893"/>
                  <a:gd name="connsiteY316" fmla="*/ 124732 h 194893"/>
                  <a:gd name="connsiteX317" fmla="*/ 41206 w 194893"/>
                  <a:gd name="connsiteY317" fmla="*/ 125846 h 194893"/>
                  <a:gd name="connsiteX318" fmla="*/ 41206 w 194893"/>
                  <a:gd name="connsiteY318" fmla="*/ 126959 h 194893"/>
                  <a:gd name="connsiteX319" fmla="*/ 40092 w 194893"/>
                  <a:gd name="connsiteY319" fmla="*/ 128073 h 194893"/>
                  <a:gd name="connsiteX320" fmla="*/ 40092 w 194893"/>
                  <a:gd name="connsiteY320" fmla="*/ 129187 h 194893"/>
                  <a:gd name="connsiteX321" fmla="*/ 38979 w 194893"/>
                  <a:gd name="connsiteY321" fmla="*/ 130300 h 194893"/>
                  <a:gd name="connsiteX322" fmla="*/ 38979 w 194893"/>
                  <a:gd name="connsiteY322" fmla="*/ 131414 h 194893"/>
                  <a:gd name="connsiteX323" fmla="*/ 37865 w 194893"/>
                  <a:gd name="connsiteY323" fmla="*/ 132528 h 194893"/>
                  <a:gd name="connsiteX324" fmla="*/ 37865 w 194893"/>
                  <a:gd name="connsiteY324" fmla="*/ 133641 h 194893"/>
                  <a:gd name="connsiteX325" fmla="*/ 36751 w 194893"/>
                  <a:gd name="connsiteY325" fmla="*/ 134755 h 194893"/>
                  <a:gd name="connsiteX326" fmla="*/ 36751 w 194893"/>
                  <a:gd name="connsiteY326" fmla="*/ 135869 h 194893"/>
                  <a:gd name="connsiteX327" fmla="*/ 35638 w 194893"/>
                  <a:gd name="connsiteY327" fmla="*/ 136982 h 194893"/>
                  <a:gd name="connsiteX328" fmla="*/ 35638 w 194893"/>
                  <a:gd name="connsiteY328" fmla="*/ 138096 h 194893"/>
                  <a:gd name="connsiteX329" fmla="*/ 34524 w 194893"/>
                  <a:gd name="connsiteY329" fmla="*/ 139210 h 194893"/>
                  <a:gd name="connsiteX330" fmla="*/ 34524 w 194893"/>
                  <a:gd name="connsiteY330" fmla="*/ 140323 h 194893"/>
                  <a:gd name="connsiteX331" fmla="*/ 33410 w 194893"/>
                  <a:gd name="connsiteY331" fmla="*/ 141437 h 194893"/>
                  <a:gd name="connsiteX332" fmla="*/ 33410 w 194893"/>
                  <a:gd name="connsiteY332" fmla="*/ 142551 h 194893"/>
                  <a:gd name="connsiteX333" fmla="*/ 31183 w 194893"/>
                  <a:gd name="connsiteY333" fmla="*/ 145892 h 194893"/>
                  <a:gd name="connsiteX334" fmla="*/ 49002 w 194893"/>
                  <a:gd name="connsiteY334" fmla="*/ 163711 h 194893"/>
                  <a:gd name="connsiteX335" fmla="*/ 50116 w 194893"/>
                  <a:gd name="connsiteY335" fmla="*/ 162597 h 194893"/>
                  <a:gd name="connsiteX336" fmla="*/ 51229 w 194893"/>
                  <a:gd name="connsiteY336" fmla="*/ 162597 h 194893"/>
                  <a:gd name="connsiteX337" fmla="*/ 52343 w 194893"/>
                  <a:gd name="connsiteY337" fmla="*/ 161483 h 194893"/>
                  <a:gd name="connsiteX338" fmla="*/ 53457 w 194893"/>
                  <a:gd name="connsiteY338" fmla="*/ 161483 h 194893"/>
                  <a:gd name="connsiteX339" fmla="*/ 54570 w 194893"/>
                  <a:gd name="connsiteY339" fmla="*/ 160370 h 194893"/>
                  <a:gd name="connsiteX340" fmla="*/ 55684 w 194893"/>
                  <a:gd name="connsiteY340" fmla="*/ 160370 h 194893"/>
                  <a:gd name="connsiteX341" fmla="*/ 56798 w 194893"/>
                  <a:gd name="connsiteY341" fmla="*/ 159256 h 194893"/>
                  <a:gd name="connsiteX342" fmla="*/ 57911 w 194893"/>
                  <a:gd name="connsiteY342" fmla="*/ 159256 h 194893"/>
                  <a:gd name="connsiteX343" fmla="*/ 59025 w 194893"/>
                  <a:gd name="connsiteY343" fmla="*/ 158142 h 194893"/>
                  <a:gd name="connsiteX344" fmla="*/ 60139 w 194893"/>
                  <a:gd name="connsiteY344" fmla="*/ 158142 h 194893"/>
                  <a:gd name="connsiteX345" fmla="*/ 61252 w 194893"/>
                  <a:gd name="connsiteY345" fmla="*/ 157029 h 194893"/>
                  <a:gd name="connsiteX346" fmla="*/ 62366 w 194893"/>
                  <a:gd name="connsiteY346" fmla="*/ 157029 h 194893"/>
                  <a:gd name="connsiteX347" fmla="*/ 63480 w 194893"/>
                  <a:gd name="connsiteY347" fmla="*/ 155915 h 194893"/>
                  <a:gd name="connsiteX348" fmla="*/ 64593 w 194893"/>
                  <a:gd name="connsiteY348" fmla="*/ 155915 h 194893"/>
                  <a:gd name="connsiteX349" fmla="*/ 65707 w 194893"/>
                  <a:gd name="connsiteY349" fmla="*/ 154801 h 194893"/>
                  <a:gd name="connsiteX350" fmla="*/ 66821 w 194893"/>
                  <a:gd name="connsiteY350" fmla="*/ 154801 h 194893"/>
                  <a:gd name="connsiteX351" fmla="*/ 67934 w 194893"/>
                  <a:gd name="connsiteY351" fmla="*/ 153688 h 194893"/>
                  <a:gd name="connsiteX352" fmla="*/ 69048 w 194893"/>
                  <a:gd name="connsiteY352" fmla="*/ 153688 h 194893"/>
                  <a:gd name="connsiteX353" fmla="*/ 70162 w 194893"/>
                  <a:gd name="connsiteY353" fmla="*/ 154801 h 194893"/>
                  <a:gd name="connsiteX354" fmla="*/ 71275 w 194893"/>
                  <a:gd name="connsiteY354" fmla="*/ 154801 h 194893"/>
                  <a:gd name="connsiteX355" fmla="*/ 74616 w 194893"/>
                  <a:gd name="connsiteY355" fmla="*/ 157029 h 194893"/>
                  <a:gd name="connsiteX356" fmla="*/ 76844 w 194893"/>
                  <a:gd name="connsiteY356" fmla="*/ 157029 h 194893"/>
                  <a:gd name="connsiteX357" fmla="*/ 79071 w 194893"/>
                  <a:gd name="connsiteY357" fmla="*/ 159256 h 194893"/>
                  <a:gd name="connsiteX358" fmla="*/ 79071 w 194893"/>
                  <a:gd name="connsiteY358" fmla="*/ 161483 h 194893"/>
                  <a:gd name="connsiteX359" fmla="*/ 80185 w 194893"/>
                  <a:gd name="connsiteY359" fmla="*/ 162597 h 194893"/>
                  <a:gd name="connsiteX360" fmla="*/ 80185 w 194893"/>
                  <a:gd name="connsiteY360" fmla="*/ 164824 h 194893"/>
                  <a:gd name="connsiteX361" fmla="*/ 81298 w 194893"/>
                  <a:gd name="connsiteY361" fmla="*/ 165938 h 194893"/>
                  <a:gd name="connsiteX362" fmla="*/ 81298 w 194893"/>
                  <a:gd name="connsiteY362" fmla="*/ 168165 h 194893"/>
                  <a:gd name="connsiteX363" fmla="*/ 82412 w 194893"/>
                  <a:gd name="connsiteY363" fmla="*/ 169279 h 194893"/>
                  <a:gd name="connsiteX364" fmla="*/ 82412 w 194893"/>
                  <a:gd name="connsiteY364" fmla="*/ 171506 h 194893"/>
                  <a:gd name="connsiteX365" fmla="*/ 83526 w 194893"/>
                  <a:gd name="connsiteY365" fmla="*/ 172620 h 194893"/>
                  <a:gd name="connsiteX366" fmla="*/ 83526 w 194893"/>
                  <a:gd name="connsiteY366" fmla="*/ 174847 h 194893"/>
                  <a:gd name="connsiteX367" fmla="*/ 86867 w 194893"/>
                  <a:gd name="connsiteY367" fmla="*/ 178188 h 194893"/>
                  <a:gd name="connsiteX368" fmla="*/ 108027 w 194893"/>
                  <a:gd name="connsiteY368" fmla="*/ 178188 h 194893"/>
                  <a:gd name="connsiteX369" fmla="*/ 111368 w 194893"/>
                  <a:gd name="connsiteY369" fmla="*/ 174847 h 194893"/>
                  <a:gd name="connsiteX370" fmla="*/ 111368 w 194893"/>
                  <a:gd name="connsiteY370" fmla="*/ 172620 h 194893"/>
                  <a:gd name="connsiteX371" fmla="*/ 112481 w 194893"/>
                  <a:gd name="connsiteY371" fmla="*/ 171506 h 194893"/>
                  <a:gd name="connsiteX372" fmla="*/ 112481 w 194893"/>
                  <a:gd name="connsiteY372" fmla="*/ 169279 h 194893"/>
                  <a:gd name="connsiteX373" fmla="*/ 113595 w 194893"/>
                  <a:gd name="connsiteY373" fmla="*/ 168165 h 194893"/>
                  <a:gd name="connsiteX374" fmla="*/ 113595 w 194893"/>
                  <a:gd name="connsiteY374" fmla="*/ 165938 h 194893"/>
                  <a:gd name="connsiteX375" fmla="*/ 114709 w 194893"/>
                  <a:gd name="connsiteY375" fmla="*/ 164824 h 194893"/>
                  <a:gd name="connsiteX376" fmla="*/ 114709 w 194893"/>
                  <a:gd name="connsiteY376" fmla="*/ 162597 h 194893"/>
                  <a:gd name="connsiteX377" fmla="*/ 115822 w 194893"/>
                  <a:gd name="connsiteY377" fmla="*/ 161483 h 194893"/>
                  <a:gd name="connsiteX378" fmla="*/ 115822 w 194893"/>
                  <a:gd name="connsiteY378" fmla="*/ 159256 h 194893"/>
                  <a:gd name="connsiteX379" fmla="*/ 118050 w 194893"/>
                  <a:gd name="connsiteY379" fmla="*/ 157029 h 194893"/>
                  <a:gd name="connsiteX380" fmla="*/ 120277 w 194893"/>
                  <a:gd name="connsiteY380" fmla="*/ 157029 h 194893"/>
                  <a:gd name="connsiteX381" fmla="*/ 121391 w 194893"/>
                  <a:gd name="connsiteY381" fmla="*/ 155915 h 194893"/>
                  <a:gd name="connsiteX382" fmla="*/ 122505 w 194893"/>
                  <a:gd name="connsiteY382" fmla="*/ 155915 h 194893"/>
                  <a:gd name="connsiteX383" fmla="*/ 123618 w 194893"/>
                  <a:gd name="connsiteY383" fmla="*/ 154801 h 194893"/>
                  <a:gd name="connsiteX384" fmla="*/ 124732 w 194893"/>
                  <a:gd name="connsiteY384" fmla="*/ 154801 h 194893"/>
                  <a:gd name="connsiteX385" fmla="*/ 125846 w 194893"/>
                  <a:gd name="connsiteY385" fmla="*/ 153688 h 194893"/>
                  <a:gd name="connsiteX386" fmla="*/ 126959 w 194893"/>
                  <a:gd name="connsiteY386" fmla="*/ 153688 h 194893"/>
                  <a:gd name="connsiteX387" fmla="*/ 128073 w 194893"/>
                  <a:gd name="connsiteY387" fmla="*/ 154801 h 194893"/>
                  <a:gd name="connsiteX388" fmla="*/ 129187 w 194893"/>
                  <a:gd name="connsiteY388" fmla="*/ 154801 h 194893"/>
                  <a:gd name="connsiteX389" fmla="*/ 130300 w 194893"/>
                  <a:gd name="connsiteY389" fmla="*/ 155915 h 194893"/>
                  <a:gd name="connsiteX390" fmla="*/ 131414 w 194893"/>
                  <a:gd name="connsiteY390" fmla="*/ 155915 h 194893"/>
                  <a:gd name="connsiteX391" fmla="*/ 132528 w 194893"/>
                  <a:gd name="connsiteY391" fmla="*/ 157029 h 194893"/>
                  <a:gd name="connsiteX392" fmla="*/ 133641 w 194893"/>
                  <a:gd name="connsiteY392" fmla="*/ 157029 h 194893"/>
                  <a:gd name="connsiteX393" fmla="*/ 134755 w 194893"/>
                  <a:gd name="connsiteY393" fmla="*/ 158142 h 194893"/>
                  <a:gd name="connsiteX394" fmla="*/ 135869 w 194893"/>
                  <a:gd name="connsiteY394" fmla="*/ 158142 h 194893"/>
                  <a:gd name="connsiteX395" fmla="*/ 136982 w 194893"/>
                  <a:gd name="connsiteY395" fmla="*/ 159256 h 194893"/>
                  <a:gd name="connsiteX396" fmla="*/ 138096 w 194893"/>
                  <a:gd name="connsiteY396" fmla="*/ 159256 h 194893"/>
                  <a:gd name="connsiteX397" fmla="*/ 139210 w 194893"/>
                  <a:gd name="connsiteY397" fmla="*/ 160370 h 194893"/>
                  <a:gd name="connsiteX398" fmla="*/ 140323 w 194893"/>
                  <a:gd name="connsiteY398" fmla="*/ 160370 h 194893"/>
                  <a:gd name="connsiteX399" fmla="*/ 141437 w 194893"/>
                  <a:gd name="connsiteY399" fmla="*/ 161483 h 194893"/>
                  <a:gd name="connsiteX400" fmla="*/ 142551 w 194893"/>
                  <a:gd name="connsiteY400" fmla="*/ 161483 h 194893"/>
                  <a:gd name="connsiteX401" fmla="*/ 145892 w 194893"/>
                  <a:gd name="connsiteY401" fmla="*/ 163711 h 194893"/>
                  <a:gd name="connsiteX402" fmla="*/ 163711 w 194893"/>
                  <a:gd name="connsiteY402" fmla="*/ 145892 h 194893"/>
                  <a:gd name="connsiteX403" fmla="*/ 162597 w 194893"/>
                  <a:gd name="connsiteY403" fmla="*/ 144778 h 194893"/>
                  <a:gd name="connsiteX404" fmla="*/ 162597 w 194893"/>
                  <a:gd name="connsiteY404" fmla="*/ 143664 h 194893"/>
                  <a:gd name="connsiteX405" fmla="*/ 161483 w 194893"/>
                  <a:gd name="connsiteY405" fmla="*/ 142551 h 194893"/>
                  <a:gd name="connsiteX406" fmla="*/ 161483 w 194893"/>
                  <a:gd name="connsiteY406" fmla="*/ 141437 h 194893"/>
                  <a:gd name="connsiteX407" fmla="*/ 160370 w 194893"/>
                  <a:gd name="connsiteY407" fmla="*/ 140323 h 194893"/>
                  <a:gd name="connsiteX408" fmla="*/ 160370 w 194893"/>
                  <a:gd name="connsiteY408" fmla="*/ 139210 h 194893"/>
                  <a:gd name="connsiteX409" fmla="*/ 159256 w 194893"/>
                  <a:gd name="connsiteY409" fmla="*/ 138096 h 194893"/>
                  <a:gd name="connsiteX410" fmla="*/ 159256 w 194893"/>
                  <a:gd name="connsiteY410" fmla="*/ 136982 h 194893"/>
                  <a:gd name="connsiteX411" fmla="*/ 158142 w 194893"/>
                  <a:gd name="connsiteY411" fmla="*/ 135869 h 194893"/>
                  <a:gd name="connsiteX412" fmla="*/ 158142 w 194893"/>
                  <a:gd name="connsiteY412" fmla="*/ 134755 h 194893"/>
                  <a:gd name="connsiteX413" fmla="*/ 157029 w 194893"/>
                  <a:gd name="connsiteY413" fmla="*/ 133641 h 194893"/>
                  <a:gd name="connsiteX414" fmla="*/ 157029 w 194893"/>
                  <a:gd name="connsiteY414" fmla="*/ 132528 h 194893"/>
                  <a:gd name="connsiteX415" fmla="*/ 155915 w 194893"/>
                  <a:gd name="connsiteY415" fmla="*/ 131414 h 194893"/>
                  <a:gd name="connsiteX416" fmla="*/ 155915 w 194893"/>
                  <a:gd name="connsiteY416" fmla="*/ 130300 h 194893"/>
                  <a:gd name="connsiteX417" fmla="*/ 154801 w 194893"/>
                  <a:gd name="connsiteY417" fmla="*/ 129187 h 194893"/>
                  <a:gd name="connsiteX418" fmla="*/ 154801 w 194893"/>
                  <a:gd name="connsiteY418" fmla="*/ 128073 h 194893"/>
                  <a:gd name="connsiteX419" fmla="*/ 153688 w 194893"/>
                  <a:gd name="connsiteY419" fmla="*/ 126959 h 194893"/>
                  <a:gd name="connsiteX420" fmla="*/ 153688 w 194893"/>
                  <a:gd name="connsiteY420" fmla="*/ 125846 h 194893"/>
                  <a:gd name="connsiteX421" fmla="*/ 154801 w 194893"/>
                  <a:gd name="connsiteY421" fmla="*/ 124732 h 194893"/>
                  <a:gd name="connsiteX422" fmla="*/ 154801 w 194893"/>
                  <a:gd name="connsiteY422" fmla="*/ 123618 h 194893"/>
                  <a:gd name="connsiteX423" fmla="*/ 157029 w 194893"/>
                  <a:gd name="connsiteY423" fmla="*/ 120277 h 194893"/>
                  <a:gd name="connsiteX424" fmla="*/ 157029 w 194893"/>
                  <a:gd name="connsiteY424" fmla="*/ 118050 h 194893"/>
                  <a:gd name="connsiteX425" fmla="*/ 159256 w 194893"/>
                  <a:gd name="connsiteY425" fmla="*/ 115822 h 194893"/>
                  <a:gd name="connsiteX426" fmla="*/ 161483 w 194893"/>
                  <a:gd name="connsiteY426" fmla="*/ 115822 h 194893"/>
                  <a:gd name="connsiteX427" fmla="*/ 162597 w 194893"/>
                  <a:gd name="connsiteY427" fmla="*/ 114709 h 194893"/>
                  <a:gd name="connsiteX428" fmla="*/ 164824 w 194893"/>
                  <a:gd name="connsiteY428" fmla="*/ 114709 h 194893"/>
                  <a:gd name="connsiteX429" fmla="*/ 165938 w 194893"/>
                  <a:gd name="connsiteY429" fmla="*/ 113595 h 194893"/>
                  <a:gd name="connsiteX430" fmla="*/ 168165 w 194893"/>
                  <a:gd name="connsiteY430" fmla="*/ 113595 h 194893"/>
                  <a:gd name="connsiteX431" fmla="*/ 169279 w 194893"/>
                  <a:gd name="connsiteY431" fmla="*/ 112481 h 194893"/>
                  <a:gd name="connsiteX432" fmla="*/ 171506 w 194893"/>
                  <a:gd name="connsiteY432" fmla="*/ 112481 h 194893"/>
                  <a:gd name="connsiteX433" fmla="*/ 172620 w 194893"/>
                  <a:gd name="connsiteY433" fmla="*/ 111368 h 194893"/>
                  <a:gd name="connsiteX434" fmla="*/ 174847 w 194893"/>
                  <a:gd name="connsiteY434" fmla="*/ 111368 h 194893"/>
                  <a:gd name="connsiteX435" fmla="*/ 178188 w 194893"/>
                  <a:gd name="connsiteY435" fmla="*/ 108027 h 194893"/>
                  <a:gd name="connsiteX436" fmla="*/ 178188 w 194893"/>
                  <a:gd name="connsiteY436" fmla="*/ 86867 h 194893"/>
                  <a:gd name="connsiteX437" fmla="*/ 174847 w 194893"/>
                  <a:gd name="connsiteY437" fmla="*/ 83526 h 194893"/>
                  <a:gd name="connsiteX438" fmla="*/ 172620 w 194893"/>
                  <a:gd name="connsiteY438" fmla="*/ 83526 h 194893"/>
                  <a:gd name="connsiteX439" fmla="*/ 171506 w 194893"/>
                  <a:gd name="connsiteY439" fmla="*/ 82412 h 194893"/>
                  <a:gd name="connsiteX440" fmla="*/ 169279 w 194893"/>
                  <a:gd name="connsiteY440" fmla="*/ 82412 h 194893"/>
                  <a:gd name="connsiteX441" fmla="*/ 168165 w 194893"/>
                  <a:gd name="connsiteY441" fmla="*/ 81298 h 194893"/>
                  <a:gd name="connsiteX442" fmla="*/ 165938 w 194893"/>
                  <a:gd name="connsiteY442" fmla="*/ 81298 h 194893"/>
                  <a:gd name="connsiteX443" fmla="*/ 164824 w 194893"/>
                  <a:gd name="connsiteY443" fmla="*/ 80185 h 194893"/>
                  <a:gd name="connsiteX444" fmla="*/ 162597 w 194893"/>
                  <a:gd name="connsiteY444" fmla="*/ 80185 h 194893"/>
                  <a:gd name="connsiteX445" fmla="*/ 161483 w 194893"/>
                  <a:gd name="connsiteY445" fmla="*/ 79071 h 194893"/>
                  <a:gd name="connsiteX446" fmla="*/ 159256 w 194893"/>
                  <a:gd name="connsiteY446" fmla="*/ 79071 h 194893"/>
                  <a:gd name="connsiteX447" fmla="*/ 157029 w 194893"/>
                  <a:gd name="connsiteY447" fmla="*/ 76844 h 194893"/>
                  <a:gd name="connsiteX448" fmla="*/ 157029 w 194893"/>
                  <a:gd name="connsiteY448" fmla="*/ 74616 h 194893"/>
                  <a:gd name="connsiteX449" fmla="*/ 155915 w 194893"/>
                  <a:gd name="connsiteY449" fmla="*/ 73503 h 194893"/>
                  <a:gd name="connsiteX450" fmla="*/ 155915 w 194893"/>
                  <a:gd name="connsiteY450" fmla="*/ 72389 h 194893"/>
                  <a:gd name="connsiteX451" fmla="*/ 154801 w 194893"/>
                  <a:gd name="connsiteY451" fmla="*/ 71275 h 194893"/>
                  <a:gd name="connsiteX452" fmla="*/ 154801 w 194893"/>
                  <a:gd name="connsiteY452" fmla="*/ 70162 h 194893"/>
                  <a:gd name="connsiteX453" fmla="*/ 153688 w 194893"/>
                  <a:gd name="connsiteY453" fmla="*/ 69048 h 194893"/>
                  <a:gd name="connsiteX454" fmla="*/ 153688 w 194893"/>
                  <a:gd name="connsiteY454" fmla="*/ 67934 h 194893"/>
                  <a:gd name="connsiteX455" fmla="*/ 154801 w 194893"/>
                  <a:gd name="connsiteY455" fmla="*/ 66821 h 194893"/>
                  <a:gd name="connsiteX456" fmla="*/ 154801 w 194893"/>
                  <a:gd name="connsiteY456" fmla="*/ 65707 h 194893"/>
                  <a:gd name="connsiteX457" fmla="*/ 155915 w 194893"/>
                  <a:gd name="connsiteY457" fmla="*/ 64593 h 194893"/>
                  <a:gd name="connsiteX458" fmla="*/ 155915 w 194893"/>
                  <a:gd name="connsiteY458" fmla="*/ 63480 h 194893"/>
                  <a:gd name="connsiteX459" fmla="*/ 157029 w 194893"/>
                  <a:gd name="connsiteY459" fmla="*/ 62366 h 194893"/>
                  <a:gd name="connsiteX460" fmla="*/ 157029 w 194893"/>
                  <a:gd name="connsiteY460" fmla="*/ 61252 h 194893"/>
                  <a:gd name="connsiteX461" fmla="*/ 158142 w 194893"/>
                  <a:gd name="connsiteY461" fmla="*/ 60139 h 194893"/>
                  <a:gd name="connsiteX462" fmla="*/ 158142 w 194893"/>
                  <a:gd name="connsiteY462" fmla="*/ 59025 h 194893"/>
                  <a:gd name="connsiteX463" fmla="*/ 159256 w 194893"/>
                  <a:gd name="connsiteY463" fmla="*/ 57911 h 194893"/>
                  <a:gd name="connsiteX464" fmla="*/ 159256 w 194893"/>
                  <a:gd name="connsiteY464" fmla="*/ 56798 h 194893"/>
                  <a:gd name="connsiteX465" fmla="*/ 160370 w 194893"/>
                  <a:gd name="connsiteY465" fmla="*/ 55684 h 194893"/>
                  <a:gd name="connsiteX466" fmla="*/ 160370 w 194893"/>
                  <a:gd name="connsiteY466" fmla="*/ 54570 h 194893"/>
                  <a:gd name="connsiteX467" fmla="*/ 161483 w 194893"/>
                  <a:gd name="connsiteY467" fmla="*/ 53457 h 194893"/>
                  <a:gd name="connsiteX468" fmla="*/ 161483 w 194893"/>
                  <a:gd name="connsiteY468" fmla="*/ 52343 h 194893"/>
                  <a:gd name="connsiteX469" fmla="*/ 163711 w 194893"/>
                  <a:gd name="connsiteY469" fmla="*/ 49002 h 194893"/>
                  <a:gd name="connsiteX470" fmla="*/ 145892 w 194893"/>
                  <a:gd name="connsiteY470" fmla="*/ 31183 h 194893"/>
                  <a:gd name="connsiteX471" fmla="*/ 144778 w 194893"/>
                  <a:gd name="connsiteY471" fmla="*/ 32297 h 194893"/>
                  <a:gd name="connsiteX472" fmla="*/ 143664 w 194893"/>
                  <a:gd name="connsiteY472" fmla="*/ 32297 h 194893"/>
                  <a:gd name="connsiteX473" fmla="*/ 142551 w 194893"/>
                  <a:gd name="connsiteY473" fmla="*/ 33410 h 194893"/>
                  <a:gd name="connsiteX474" fmla="*/ 141437 w 194893"/>
                  <a:gd name="connsiteY474" fmla="*/ 33410 h 194893"/>
                  <a:gd name="connsiteX475" fmla="*/ 140323 w 194893"/>
                  <a:gd name="connsiteY475" fmla="*/ 34524 h 194893"/>
                  <a:gd name="connsiteX476" fmla="*/ 139210 w 194893"/>
                  <a:gd name="connsiteY476" fmla="*/ 34524 h 194893"/>
                  <a:gd name="connsiteX477" fmla="*/ 138096 w 194893"/>
                  <a:gd name="connsiteY477" fmla="*/ 35638 h 194893"/>
                  <a:gd name="connsiteX478" fmla="*/ 136982 w 194893"/>
                  <a:gd name="connsiteY478" fmla="*/ 35638 h 194893"/>
                  <a:gd name="connsiteX479" fmla="*/ 135869 w 194893"/>
                  <a:gd name="connsiteY479" fmla="*/ 36751 h 194893"/>
                  <a:gd name="connsiteX480" fmla="*/ 134755 w 194893"/>
                  <a:gd name="connsiteY480" fmla="*/ 36751 h 194893"/>
                  <a:gd name="connsiteX481" fmla="*/ 133641 w 194893"/>
                  <a:gd name="connsiteY481" fmla="*/ 37865 h 194893"/>
                  <a:gd name="connsiteX482" fmla="*/ 132528 w 194893"/>
                  <a:gd name="connsiteY482" fmla="*/ 37865 h 194893"/>
                  <a:gd name="connsiteX483" fmla="*/ 131414 w 194893"/>
                  <a:gd name="connsiteY483" fmla="*/ 38979 h 194893"/>
                  <a:gd name="connsiteX484" fmla="*/ 130300 w 194893"/>
                  <a:gd name="connsiteY484" fmla="*/ 38979 h 194893"/>
                  <a:gd name="connsiteX485" fmla="*/ 129187 w 194893"/>
                  <a:gd name="connsiteY485" fmla="*/ 40092 h 194893"/>
                  <a:gd name="connsiteX486" fmla="*/ 128073 w 194893"/>
                  <a:gd name="connsiteY486" fmla="*/ 40092 h 194893"/>
                  <a:gd name="connsiteX487" fmla="*/ 126959 w 194893"/>
                  <a:gd name="connsiteY487" fmla="*/ 41206 h 194893"/>
                  <a:gd name="connsiteX488" fmla="*/ 125846 w 194893"/>
                  <a:gd name="connsiteY488" fmla="*/ 41206 h 194893"/>
                  <a:gd name="connsiteX489" fmla="*/ 124732 w 194893"/>
                  <a:gd name="connsiteY489" fmla="*/ 40092 h 194893"/>
                  <a:gd name="connsiteX490" fmla="*/ 123618 w 194893"/>
                  <a:gd name="connsiteY490" fmla="*/ 40092 h 194893"/>
                  <a:gd name="connsiteX491" fmla="*/ 120277 w 194893"/>
                  <a:gd name="connsiteY491" fmla="*/ 37865 h 194893"/>
                  <a:gd name="connsiteX492" fmla="*/ 118050 w 194893"/>
                  <a:gd name="connsiteY492" fmla="*/ 37865 h 194893"/>
                  <a:gd name="connsiteX493" fmla="*/ 115822 w 194893"/>
                  <a:gd name="connsiteY493" fmla="*/ 35638 h 194893"/>
                  <a:gd name="connsiteX494" fmla="*/ 115822 w 194893"/>
                  <a:gd name="connsiteY494" fmla="*/ 33410 h 194893"/>
                  <a:gd name="connsiteX495" fmla="*/ 114709 w 194893"/>
                  <a:gd name="connsiteY495" fmla="*/ 32297 h 194893"/>
                  <a:gd name="connsiteX496" fmla="*/ 114709 w 194893"/>
                  <a:gd name="connsiteY496" fmla="*/ 30069 h 194893"/>
                  <a:gd name="connsiteX497" fmla="*/ 113595 w 194893"/>
                  <a:gd name="connsiteY497" fmla="*/ 28956 h 194893"/>
                  <a:gd name="connsiteX498" fmla="*/ 113595 w 194893"/>
                  <a:gd name="connsiteY498" fmla="*/ 26728 h 194893"/>
                  <a:gd name="connsiteX499" fmla="*/ 112481 w 194893"/>
                  <a:gd name="connsiteY499" fmla="*/ 25615 h 194893"/>
                  <a:gd name="connsiteX500" fmla="*/ 112481 w 194893"/>
                  <a:gd name="connsiteY500" fmla="*/ 23387 h 194893"/>
                  <a:gd name="connsiteX501" fmla="*/ 111368 w 194893"/>
                  <a:gd name="connsiteY501" fmla="*/ 22274 h 194893"/>
                  <a:gd name="connsiteX502" fmla="*/ 111368 w 194893"/>
                  <a:gd name="connsiteY502" fmla="*/ 20046 h 194893"/>
                  <a:gd name="connsiteX503" fmla="*/ 108027 w 194893"/>
                  <a:gd name="connsiteY503" fmla="*/ 16705 h 19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</a:cxnLst>
                <a:rect l="l" t="t" r="r" b="b"/>
                <a:pathLst>
                  <a:path w="194893" h="194893">
                    <a:moveTo>
                      <a:pt x="74616" y="0"/>
                    </a:moveTo>
                    <a:lnTo>
                      <a:pt x="73503" y="1114"/>
                    </a:lnTo>
                    <a:lnTo>
                      <a:pt x="73503" y="3341"/>
                    </a:lnTo>
                    <a:lnTo>
                      <a:pt x="72389" y="4455"/>
                    </a:lnTo>
                    <a:lnTo>
                      <a:pt x="72389" y="6682"/>
                    </a:lnTo>
                    <a:lnTo>
                      <a:pt x="71275" y="7796"/>
                    </a:lnTo>
                    <a:lnTo>
                      <a:pt x="71275" y="10023"/>
                    </a:lnTo>
                    <a:lnTo>
                      <a:pt x="70162" y="11137"/>
                    </a:lnTo>
                    <a:lnTo>
                      <a:pt x="70162" y="13364"/>
                    </a:lnTo>
                    <a:lnTo>
                      <a:pt x="69048" y="14478"/>
                    </a:lnTo>
                    <a:lnTo>
                      <a:pt x="69048" y="16705"/>
                    </a:lnTo>
                    <a:lnTo>
                      <a:pt x="67934" y="17819"/>
                    </a:lnTo>
                    <a:lnTo>
                      <a:pt x="67934" y="20046"/>
                    </a:lnTo>
                    <a:lnTo>
                      <a:pt x="65707" y="22274"/>
                    </a:lnTo>
                    <a:lnTo>
                      <a:pt x="64593" y="22274"/>
                    </a:lnTo>
                    <a:lnTo>
                      <a:pt x="63480" y="21160"/>
                    </a:lnTo>
                    <a:lnTo>
                      <a:pt x="62366" y="21160"/>
                    </a:lnTo>
                    <a:lnTo>
                      <a:pt x="61252" y="20046"/>
                    </a:lnTo>
                    <a:lnTo>
                      <a:pt x="60139" y="20046"/>
                    </a:lnTo>
                    <a:lnTo>
                      <a:pt x="59025" y="18933"/>
                    </a:lnTo>
                    <a:lnTo>
                      <a:pt x="57911" y="18933"/>
                    </a:lnTo>
                    <a:lnTo>
                      <a:pt x="56798" y="17819"/>
                    </a:lnTo>
                    <a:lnTo>
                      <a:pt x="55684" y="17819"/>
                    </a:lnTo>
                    <a:lnTo>
                      <a:pt x="54570" y="16705"/>
                    </a:lnTo>
                    <a:lnTo>
                      <a:pt x="53457" y="16705"/>
                    </a:lnTo>
                    <a:lnTo>
                      <a:pt x="52343" y="15591"/>
                    </a:lnTo>
                    <a:lnTo>
                      <a:pt x="51229" y="15591"/>
                    </a:lnTo>
                    <a:lnTo>
                      <a:pt x="45661" y="12250"/>
                    </a:lnTo>
                    <a:lnTo>
                      <a:pt x="12250" y="45661"/>
                    </a:lnTo>
                    <a:lnTo>
                      <a:pt x="13364" y="46774"/>
                    </a:lnTo>
                    <a:lnTo>
                      <a:pt x="13364" y="47888"/>
                    </a:lnTo>
                    <a:lnTo>
                      <a:pt x="14478" y="49002"/>
                    </a:lnTo>
                    <a:lnTo>
                      <a:pt x="14478" y="50116"/>
                    </a:lnTo>
                    <a:lnTo>
                      <a:pt x="15591" y="51229"/>
                    </a:lnTo>
                    <a:lnTo>
                      <a:pt x="15591" y="52343"/>
                    </a:lnTo>
                    <a:lnTo>
                      <a:pt x="16705" y="53457"/>
                    </a:lnTo>
                    <a:lnTo>
                      <a:pt x="16705" y="54570"/>
                    </a:lnTo>
                    <a:lnTo>
                      <a:pt x="17819" y="55684"/>
                    </a:lnTo>
                    <a:lnTo>
                      <a:pt x="17819" y="56798"/>
                    </a:lnTo>
                    <a:lnTo>
                      <a:pt x="18933" y="57911"/>
                    </a:lnTo>
                    <a:lnTo>
                      <a:pt x="18933" y="59025"/>
                    </a:lnTo>
                    <a:lnTo>
                      <a:pt x="20046" y="60139"/>
                    </a:lnTo>
                    <a:lnTo>
                      <a:pt x="20046" y="61252"/>
                    </a:lnTo>
                    <a:lnTo>
                      <a:pt x="21160" y="62366"/>
                    </a:lnTo>
                    <a:lnTo>
                      <a:pt x="22274" y="65707"/>
                    </a:lnTo>
                    <a:lnTo>
                      <a:pt x="20046" y="67934"/>
                    </a:lnTo>
                    <a:lnTo>
                      <a:pt x="17819" y="67934"/>
                    </a:lnTo>
                    <a:lnTo>
                      <a:pt x="16705" y="69048"/>
                    </a:lnTo>
                    <a:lnTo>
                      <a:pt x="14478" y="69048"/>
                    </a:lnTo>
                    <a:lnTo>
                      <a:pt x="13364" y="70162"/>
                    </a:lnTo>
                    <a:lnTo>
                      <a:pt x="11137" y="70162"/>
                    </a:lnTo>
                    <a:lnTo>
                      <a:pt x="10023" y="71275"/>
                    </a:lnTo>
                    <a:lnTo>
                      <a:pt x="7796" y="71275"/>
                    </a:lnTo>
                    <a:lnTo>
                      <a:pt x="6682" y="72389"/>
                    </a:lnTo>
                    <a:lnTo>
                      <a:pt x="4455" y="72389"/>
                    </a:lnTo>
                    <a:lnTo>
                      <a:pt x="3341" y="73503"/>
                    </a:lnTo>
                    <a:lnTo>
                      <a:pt x="1114" y="73503"/>
                    </a:lnTo>
                    <a:lnTo>
                      <a:pt x="0" y="74616"/>
                    </a:lnTo>
                    <a:lnTo>
                      <a:pt x="0" y="120277"/>
                    </a:lnTo>
                    <a:lnTo>
                      <a:pt x="1114" y="121391"/>
                    </a:lnTo>
                    <a:lnTo>
                      <a:pt x="3341" y="121391"/>
                    </a:lnTo>
                    <a:lnTo>
                      <a:pt x="4455" y="122505"/>
                    </a:lnTo>
                    <a:lnTo>
                      <a:pt x="6682" y="122505"/>
                    </a:lnTo>
                    <a:lnTo>
                      <a:pt x="7796" y="123618"/>
                    </a:lnTo>
                    <a:lnTo>
                      <a:pt x="10023" y="123618"/>
                    </a:lnTo>
                    <a:lnTo>
                      <a:pt x="11137" y="124732"/>
                    </a:lnTo>
                    <a:lnTo>
                      <a:pt x="13364" y="124732"/>
                    </a:lnTo>
                    <a:lnTo>
                      <a:pt x="14478" y="125846"/>
                    </a:lnTo>
                    <a:lnTo>
                      <a:pt x="16705" y="125846"/>
                    </a:lnTo>
                    <a:lnTo>
                      <a:pt x="17819" y="126959"/>
                    </a:lnTo>
                    <a:lnTo>
                      <a:pt x="20046" y="126959"/>
                    </a:lnTo>
                    <a:lnTo>
                      <a:pt x="22274" y="129187"/>
                    </a:lnTo>
                    <a:lnTo>
                      <a:pt x="22274" y="130300"/>
                    </a:lnTo>
                    <a:lnTo>
                      <a:pt x="21160" y="131414"/>
                    </a:lnTo>
                    <a:lnTo>
                      <a:pt x="21160" y="132528"/>
                    </a:lnTo>
                    <a:lnTo>
                      <a:pt x="20046" y="133641"/>
                    </a:lnTo>
                    <a:lnTo>
                      <a:pt x="20046" y="134755"/>
                    </a:lnTo>
                    <a:lnTo>
                      <a:pt x="18933" y="135869"/>
                    </a:lnTo>
                    <a:lnTo>
                      <a:pt x="18933" y="136982"/>
                    </a:lnTo>
                    <a:lnTo>
                      <a:pt x="17819" y="138096"/>
                    </a:lnTo>
                    <a:lnTo>
                      <a:pt x="17819" y="139210"/>
                    </a:lnTo>
                    <a:lnTo>
                      <a:pt x="16705" y="140323"/>
                    </a:lnTo>
                    <a:lnTo>
                      <a:pt x="16705" y="141437"/>
                    </a:lnTo>
                    <a:lnTo>
                      <a:pt x="15591" y="142551"/>
                    </a:lnTo>
                    <a:lnTo>
                      <a:pt x="15591" y="143664"/>
                    </a:lnTo>
                    <a:lnTo>
                      <a:pt x="12250" y="149233"/>
                    </a:lnTo>
                    <a:lnTo>
                      <a:pt x="45661" y="182643"/>
                    </a:lnTo>
                    <a:lnTo>
                      <a:pt x="46774" y="181529"/>
                    </a:lnTo>
                    <a:lnTo>
                      <a:pt x="47888" y="181529"/>
                    </a:lnTo>
                    <a:lnTo>
                      <a:pt x="49002" y="180416"/>
                    </a:lnTo>
                    <a:lnTo>
                      <a:pt x="50116" y="180416"/>
                    </a:lnTo>
                    <a:lnTo>
                      <a:pt x="51229" y="179302"/>
                    </a:lnTo>
                    <a:lnTo>
                      <a:pt x="52343" y="179302"/>
                    </a:lnTo>
                    <a:lnTo>
                      <a:pt x="53457" y="178188"/>
                    </a:lnTo>
                    <a:lnTo>
                      <a:pt x="54570" y="178188"/>
                    </a:lnTo>
                    <a:lnTo>
                      <a:pt x="55684" y="177075"/>
                    </a:lnTo>
                    <a:lnTo>
                      <a:pt x="56798" y="177075"/>
                    </a:lnTo>
                    <a:lnTo>
                      <a:pt x="57911" y="175961"/>
                    </a:lnTo>
                    <a:lnTo>
                      <a:pt x="59025" y="175961"/>
                    </a:lnTo>
                    <a:lnTo>
                      <a:pt x="60139" y="174847"/>
                    </a:lnTo>
                    <a:lnTo>
                      <a:pt x="61252" y="174847"/>
                    </a:lnTo>
                    <a:lnTo>
                      <a:pt x="62366" y="173734"/>
                    </a:lnTo>
                    <a:lnTo>
                      <a:pt x="65707" y="172620"/>
                    </a:lnTo>
                    <a:lnTo>
                      <a:pt x="67934" y="174847"/>
                    </a:lnTo>
                    <a:lnTo>
                      <a:pt x="67934" y="177075"/>
                    </a:lnTo>
                    <a:lnTo>
                      <a:pt x="69048" y="178188"/>
                    </a:lnTo>
                    <a:lnTo>
                      <a:pt x="69048" y="180416"/>
                    </a:lnTo>
                    <a:lnTo>
                      <a:pt x="70162" y="181529"/>
                    </a:lnTo>
                    <a:lnTo>
                      <a:pt x="70162" y="183757"/>
                    </a:lnTo>
                    <a:lnTo>
                      <a:pt x="71275" y="184871"/>
                    </a:lnTo>
                    <a:lnTo>
                      <a:pt x="71275" y="187098"/>
                    </a:lnTo>
                    <a:lnTo>
                      <a:pt x="72389" y="188212"/>
                    </a:lnTo>
                    <a:lnTo>
                      <a:pt x="72389" y="190439"/>
                    </a:lnTo>
                    <a:lnTo>
                      <a:pt x="73503" y="191553"/>
                    </a:lnTo>
                    <a:lnTo>
                      <a:pt x="73503" y="193780"/>
                    </a:lnTo>
                    <a:lnTo>
                      <a:pt x="74616" y="194894"/>
                    </a:lnTo>
                    <a:lnTo>
                      <a:pt x="120277" y="194894"/>
                    </a:lnTo>
                    <a:lnTo>
                      <a:pt x="121391" y="193780"/>
                    </a:lnTo>
                    <a:lnTo>
                      <a:pt x="121391" y="191553"/>
                    </a:lnTo>
                    <a:lnTo>
                      <a:pt x="122505" y="190439"/>
                    </a:lnTo>
                    <a:lnTo>
                      <a:pt x="122505" y="188212"/>
                    </a:lnTo>
                    <a:lnTo>
                      <a:pt x="123618" y="187098"/>
                    </a:lnTo>
                    <a:lnTo>
                      <a:pt x="123618" y="184871"/>
                    </a:lnTo>
                    <a:lnTo>
                      <a:pt x="124732" y="183757"/>
                    </a:lnTo>
                    <a:lnTo>
                      <a:pt x="124732" y="181529"/>
                    </a:lnTo>
                    <a:lnTo>
                      <a:pt x="125846" y="180416"/>
                    </a:lnTo>
                    <a:lnTo>
                      <a:pt x="125846" y="178188"/>
                    </a:lnTo>
                    <a:lnTo>
                      <a:pt x="126959" y="177075"/>
                    </a:lnTo>
                    <a:lnTo>
                      <a:pt x="126959" y="174847"/>
                    </a:lnTo>
                    <a:lnTo>
                      <a:pt x="129187" y="172620"/>
                    </a:lnTo>
                    <a:lnTo>
                      <a:pt x="130300" y="172620"/>
                    </a:lnTo>
                    <a:lnTo>
                      <a:pt x="131414" y="173734"/>
                    </a:lnTo>
                    <a:lnTo>
                      <a:pt x="132528" y="173734"/>
                    </a:lnTo>
                    <a:lnTo>
                      <a:pt x="133641" y="174847"/>
                    </a:lnTo>
                    <a:lnTo>
                      <a:pt x="134755" y="174847"/>
                    </a:lnTo>
                    <a:lnTo>
                      <a:pt x="135869" y="175961"/>
                    </a:lnTo>
                    <a:lnTo>
                      <a:pt x="136982" y="175961"/>
                    </a:lnTo>
                    <a:lnTo>
                      <a:pt x="138096" y="177075"/>
                    </a:lnTo>
                    <a:lnTo>
                      <a:pt x="139210" y="177075"/>
                    </a:lnTo>
                    <a:lnTo>
                      <a:pt x="140323" y="178188"/>
                    </a:lnTo>
                    <a:lnTo>
                      <a:pt x="141437" y="178188"/>
                    </a:lnTo>
                    <a:lnTo>
                      <a:pt x="142551" y="179302"/>
                    </a:lnTo>
                    <a:lnTo>
                      <a:pt x="143664" y="179302"/>
                    </a:lnTo>
                    <a:lnTo>
                      <a:pt x="149233" y="182643"/>
                    </a:lnTo>
                    <a:lnTo>
                      <a:pt x="182643" y="149233"/>
                    </a:lnTo>
                    <a:lnTo>
                      <a:pt x="181529" y="148119"/>
                    </a:lnTo>
                    <a:lnTo>
                      <a:pt x="181529" y="147005"/>
                    </a:lnTo>
                    <a:lnTo>
                      <a:pt x="180416" y="145892"/>
                    </a:lnTo>
                    <a:lnTo>
                      <a:pt x="180416" y="144778"/>
                    </a:lnTo>
                    <a:lnTo>
                      <a:pt x="179302" y="143664"/>
                    </a:lnTo>
                    <a:lnTo>
                      <a:pt x="179302" y="142551"/>
                    </a:lnTo>
                    <a:lnTo>
                      <a:pt x="178188" y="141437"/>
                    </a:lnTo>
                    <a:lnTo>
                      <a:pt x="178188" y="140323"/>
                    </a:lnTo>
                    <a:lnTo>
                      <a:pt x="177075" y="139210"/>
                    </a:lnTo>
                    <a:lnTo>
                      <a:pt x="177075" y="138096"/>
                    </a:lnTo>
                    <a:lnTo>
                      <a:pt x="175961" y="136982"/>
                    </a:lnTo>
                    <a:lnTo>
                      <a:pt x="175961" y="135869"/>
                    </a:lnTo>
                    <a:lnTo>
                      <a:pt x="174847" y="134755"/>
                    </a:lnTo>
                    <a:lnTo>
                      <a:pt x="174847" y="133641"/>
                    </a:lnTo>
                    <a:lnTo>
                      <a:pt x="173734" y="132528"/>
                    </a:lnTo>
                    <a:lnTo>
                      <a:pt x="172620" y="129187"/>
                    </a:lnTo>
                    <a:lnTo>
                      <a:pt x="174847" y="126959"/>
                    </a:lnTo>
                    <a:lnTo>
                      <a:pt x="177075" y="126959"/>
                    </a:lnTo>
                    <a:lnTo>
                      <a:pt x="178188" y="125846"/>
                    </a:lnTo>
                    <a:lnTo>
                      <a:pt x="180416" y="125846"/>
                    </a:lnTo>
                    <a:lnTo>
                      <a:pt x="181529" y="124732"/>
                    </a:lnTo>
                    <a:lnTo>
                      <a:pt x="183757" y="124732"/>
                    </a:lnTo>
                    <a:lnTo>
                      <a:pt x="184871" y="123618"/>
                    </a:lnTo>
                    <a:lnTo>
                      <a:pt x="187098" y="123618"/>
                    </a:lnTo>
                    <a:lnTo>
                      <a:pt x="188212" y="122505"/>
                    </a:lnTo>
                    <a:lnTo>
                      <a:pt x="190439" y="122505"/>
                    </a:lnTo>
                    <a:lnTo>
                      <a:pt x="191553" y="121391"/>
                    </a:lnTo>
                    <a:lnTo>
                      <a:pt x="193780" y="121391"/>
                    </a:lnTo>
                    <a:lnTo>
                      <a:pt x="194894" y="120277"/>
                    </a:lnTo>
                    <a:lnTo>
                      <a:pt x="194894" y="74616"/>
                    </a:lnTo>
                    <a:lnTo>
                      <a:pt x="193780" y="73503"/>
                    </a:lnTo>
                    <a:lnTo>
                      <a:pt x="191553" y="73503"/>
                    </a:lnTo>
                    <a:lnTo>
                      <a:pt x="190439" y="72389"/>
                    </a:lnTo>
                    <a:lnTo>
                      <a:pt x="188212" y="72389"/>
                    </a:lnTo>
                    <a:lnTo>
                      <a:pt x="187098" y="71275"/>
                    </a:lnTo>
                    <a:lnTo>
                      <a:pt x="184871" y="71275"/>
                    </a:lnTo>
                    <a:lnTo>
                      <a:pt x="183757" y="70162"/>
                    </a:lnTo>
                    <a:lnTo>
                      <a:pt x="181529" y="70162"/>
                    </a:lnTo>
                    <a:lnTo>
                      <a:pt x="180416" y="69048"/>
                    </a:lnTo>
                    <a:lnTo>
                      <a:pt x="178188" y="69048"/>
                    </a:lnTo>
                    <a:lnTo>
                      <a:pt x="177075" y="67934"/>
                    </a:lnTo>
                    <a:lnTo>
                      <a:pt x="174847" y="67934"/>
                    </a:lnTo>
                    <a:lnTo>
                      <a:pt x="172620" y="65707"/>
                    </a:lnTo>
                    <a:lnTo>
                      <a:pt x="172620" y="64593"/>
                    </a:lnTo>
                    <a:lnTo>
                      <a:pt x="173734" y="63480"/>
                    </a:lnTo>
                    <a:lnTo>
                      <a:pt x="173734" y="62366"/>
                    </a:lnTo>
                    <a:lnTo>
                      <a:pt x="174847" y="61252"/>
                    </a:lnTo>
                    <a:lnTo>
                      <a:pt x="174847" y="60139"/>
                    </a:lnTo>
                    <a:lnTo>
                      <a:pt x="175961" y="59025"/>
                    </a:lnTo>
                    <a:lnTo>
                      <a:pt x="175961" y="57911"/>
                    </a:lnTo>
                    <a:lnTo>
                      <a:pt x="177075" y="56798"/>
                    </a:lnTo>
                    <a:lnTo>
                      <a:pt x="177075" y="55684"/>
                    </a:lnTo>
                    <a:lnTo>
                      <a:pt x="178188" y="54570"/>
                    </a:lnTo>
                    <a:lnTo>
                      <a:pt x="178188" y="53457"/>
                    </a:lnTo>
                    <a:lnTo>
                      <a:pt x="179302" y="52343"/>
                    </a:lnTo>
                    <a:lnTo>
                      <a:pt x="179302" y="51229"/>
                    </a:lnTo>
                    <a:lnTo>
                      <a:pt x="182643" y="45661"/>
                    </a:lnTo>
                    <a:lnTo>
                      <a:pt x="149233" y="12250"/>
                    </a:lnTo>
                    <a:lnTo>
                      <a:pt x="148119" y="13364"/>
                    </a:lnTo>
                    <a:lnTo>
                      <a:pt x="147005" y="13364"/>
                    </a:lnTo>
                    <a:lnTo>
                      <a:pt x="145892" y="14478"/>
                    </a:lnTo>
                    <a:lnTo>
                      <a:pt x="144778" y="14478"/>
                    </a:lnTo>
                    <a:lnTo>
                      <a:pt x="143664" y="15591"/>
                    </a:lnTo>
                    <a:lnTo>
                      <a:pt x="142551" y="15591"/>
                    </a:lnTo>
                    <a:lnTo>
                      <a:pt x="141437" y="16705"/>
                    </a:lnTo>
                    <a:lnTo>
                      <a:pt x="140323" y="16705"/>
                    </a:lnTo>
                    <a:lnTo>
                      <a:pt x="139210" y="17819"/>
                    </a:lnTo>
                    <a:lnTo>
                      <a:pt x="138096" y="17819"/>
                    </a:lnTo>
                    <a:lnTo>
                      <a:pt x="136982" y="18933"/>
                    </a:lnTo>
                    <a:lnTo>
                      <a:pt x="135869" y="18933"/>
                    </a:lnTo>
                    <a:lnTo>
                      <a:pt x="134755" y="20046"/>
                    </a:lnTo>
                    <a:lnTo>
                      <a:pt x="133641" y="20046"/>
                    </a:lnTo>
                    <a:lnTo>
                      <a:pt x="132528" y="21160"/>
                    </a:lnTo>
                    <a:lnTo>
                      <a:pt x="129187" y="22274"/>
                    </a:lnTo>
                    <a:lnTo>
                      <a:pt x="126959" y="20046"/>
                    </a:lnTo>
                    <a:lnTo>
                      <a:pt x="126959" y="17819"/>
                    </a:lnTo>
                    <a:lnTo>
                      <a:pt x="125846" y="16705"/>
                    </a:lnTo>
                    <a:lnTo>
                      <a:pt x="125846" y="14478"/>
                    </a:lnTo>
                    <a:lnTo>
                      <a:pt x="124732" y="13364"/>
                    </a:lnTo>
                    <a:lnTo>
                      <a:pt x="124732" y="11137"/>
                    </a:lnTo>
                    <a:lnTo>
                      <a:pt x="123618" y="10023"/>
                    </a:lnTo>
                    <a:lnTo>
                      <a:pt x="123618" y="7796"/>
                    </a:lnTo>
                    <a:lnTo>
                      <a:pt x="122505" y="6682"/>
                    </a:lnTo>
                    <a:lnTo>
                      <a:pt x="122505" y="4455"/>
                    </a:lnTo>
                    <a:lnTo>
                      <a:pt x="121391" y="3341"/>
                    </a:lnTo>
                    <a:lnTo>
                      <a:pt x="121391" y="1114"/>
                    </a:lnTo>
                    <a:lnTo>
                      <a:pt x="120277" y="0"/>
                    </a:lnTo>
                    <a:close/>
                    <a:moveTo>
                      <a:pt x="86867" y="16705"/>
                    </a:moveTo>
                    <a:lnTo>
                      <a:pt x="83526" y="20046"/>
                    </a:lnTo>
                    <a:lnTo>
                      <a:pt x="83526" y="22274"/>
                    </a:lnTo>
                    <a:lnTo>
                      <a:pt x="82412" y="23387"/>
                    </a:lnTo>
                    <a:lnTo>
                      <a:pt x="82412" y="25615"/>
                    </a:lnTo>
                    <a:lnTo>
                      <a:pt x="81298" y="26728"/>
                    </a:lnTo>
                    <a:lnTo>
                      <a:pt x="81298" y="28956"/>
                    </a:lnTo>
                    <a:lnTo>
                      <a:pt x="80185" y="30069"/>
                    </a:lnTo>
                    <a:lnTo>
                      <a:pt x="80185" y="32297"/>
                    </a:lnTo>
                    <a:lnTo>
                      <a:pt x="79071" y="33410"/>
                    </a:lnTo>
                    <a:lnTo>
                      <a:pt x="79071" y="35638"/>
                    </a:lnTo>
                    <a:lnTo>
                      <a:pt x="76844" y="37865"/>
                    </a:lnTo>
                    <a:lnTo>
                      <a:pt x="74616" y="37865"/>
                    </a:lnTo>
                    <a:lnTo>
                      <a:pt x="73503" y="38979"/>
                    </a:lnTo>
                    <a:lnTo>
                      <a:pt x="72389" y="38979"/>
                    </a:lnTo>
                    <a:lnTo>
                      <a:pt x="71275" y="40092"/>
                    </a:lnTo>
                    <a:lnTo>
                      <a:pt x="70162" y="40092"/>
                    </a:lnTo>
                    <a:lnTo>
                      <a:pt x="69048" y="41206"/>
                    </a:lnTo>
                    <a:lnTo>
                      <a:pt x="67934" y="41206"/>
                    </a:lnTo>
                    <a:lnTo>
                      <a:pt x="66821" y="40092"/>
                    </a:lnTo>
                    <a:lnTo>
                      <a:pt x="65707" y="40092"/>
                    </a:lnTo>
                    <a:lnTo>
                      <a:pt x="64593" y="38979"/>
                    </a:lnTo>
                    <a:lnTo>
                      <a:pt x="63480" y="38979"/>
                    </a:lnTo>
                    <a:lnTo>
                      <a:pt x="62366" y="37865"/>
                    </a:lnTo>
                    <a:lnTo>
                      <a:pt x="61252" y="37865"/>
                    </a:lnTo>
                    <a:lnTo>
                      <a:pt x="60139" y="36751"/>
                    </a:lnTo>
                    <a:lnTo>
                      <a:pt x="59025" y="36751"/>
                    </a:lnTo>
                    <a:lnTo>
                      <a:pt x="57911" y="35638"/>
                    </a:lnTo>
                    <a:lnTo>
                      <a:pt x="56798" y="35638"/>
                    </a:lnTo>
                    <a:lnTo>
                      <a:pt x="55684" y="34524"/>
                    </a:lnTo>
                    <a:lnTo>
                      <a:pt x="54570" y="34524"/>
                    </a:lnTo>
                    <a:lnTo>
                      <a:pt x="53457" y="33410"/>
                    </a:lnTo>
                    <a:lnTo>
                      <a:pt x="52343" y="33410"/>
                    </a:lnTo>
                    <a:lnTo>
                      <a:pt x="49002" y="31183"/>
                    </a:lnTo>
                    <a:lnTo>
                      <a:pt x="31183" y="49002"/>
                    </a:lnTo>
                    <a:lnTo>
                      <a:pt x="32297" y="50116"/>
                    </a:lnTo>
                    <a:lnTo>
                      <a:pt x="32297" y="51229"/>
                    </a:lnTo>
                    <a:lnTo>
                      <a:pt x="33410" y="52343"/>
                    </a:lnTo>
                    <a:lnTo>
                      <a:pt x="33410" y="53457"/>
                    </a:lnTo>
                    <a:lnTo>
                      <a:pt x="34524" y="54570"/>
                    </a:lnTo>
                    <a:lnTo>
                      <a:pt x="34524" y="55684"/>
                    </a:lnTo>
                    <a:lnTo>
                      <a:pt x="35638" y="56798"/>
                    </a:lnTo>
                    <a:lnTo>
                      <a:pt x="35638" y="57911"/>
                    </a:lnTo>
                    <a:lnTo>
                      <a:pt x="36751" y="59025"/>
                    </a:lnTo>
                    <a:lnTo>
                      <a:pt x="36751" y="60139"/>
                    </a:lnTo>
                    <a:lnTo>
                      <a:pt x="37865" y="61252"/>
                    </a:lnTo>
                    <a:lnTo>
                      <a:pt x="37865" y="62366"/>
                    </a:lnTo>
                    <a:lnTo>
                      <a:pt x="38979" y="63480"/>
                    </a:lnTo>
                    <a:lnTo>
                      <a:pt x="38979" y="64593"/>
                    </a:lnTo>
                    <a:lnTo>
                      <a:pt x="40092" y="65707"/>
                    </a:lnTo>
                    <a:lnTo>
                      <a:pt x="40092" y="66821"/>
                    </a:lnTo>
                    <a:lnTo>
                      <a:pt x="41206" y="67934"/>
                    </a:lnTo>
                    <a:lnTo>
                      <a:pt x="41206" y="69048"/>
                    </a:lnTo>
                    <a:lnTo>
                      <a:pt x="40092" y="70162"/>
                    </a:lnTo>
                    <a:lnTo>
                      <a:pt x="40092" y="71275"/>
                    </a:lnTo>
                    <a:lnTo>
                      <a:pt x="37865" y="74616"/>
                    </a:lnTo>
                    <a:lnTo>
                      <a:pt x="37865" y="76844"/>
                    </a:lnTo>
                    <a:lnTo>
                      <a:pt x="35638" y="79071"/>
                    </a:lnTo>
                    <a:lnTo>
                      <a:pt x="33410" y="79071"/>
                    </a:lnTo>
                    <a:lnTo>
                      <a:pt x="32297" y="80185"/>
                    </a:lnTo>
                    <a:lnTo>
                      <a:pt x="30069" y="80185"/>
                    </a:lnTo>
                    <a:lnTo>
                      <a:pt x="28956" y="81298"/>
                    </a:lnTo>
                    <a:lnTo>
                      <a:pt x="26728" y="81298"/>
                    </a:lnTo>
                    <a:lnTo>
                      <a:pt x="25615" y="82412"/>
                    </a:lnTo>
                    <a:lnTo>
                      <a:pt x="23387" y="82412"/>
                    </a:lnTo>
                    <a:lnTo>
                      <a:pt x="22274" y="83526"/>
                    </a:lnTo>
                    <a:lnTo>
                      <a:pt x="20046" y="83526"/>
                    </a:lnTo>
                    <a:lnTo>
                      <a:pt x="16705" y="86867"/>
                    </a:lnTo>
                    <a:lnTo>
                      <a:pt x="16705" y="108027"/>
                    </a:lnTo>
                    <a:lnTo>
                      <a:pt x="20046" y="111368"/>
                    </a:lnTo>
                    <a:lnTo>
                      <a:pt x="22274" y="111368"/>
                    </a:lnTo>
                    <a:lnTo>
                      <a:pt x="23387" y="112481"/>
                    </a:lnTo>
                    <a:lnTo>
                      <a:pt x="25615" y="112481"/>
                    </a:lnTo>
                    <a:lnTo>
                      <a:pt x="26728" y="113595"/>
                    </a:lnTo>
                    <a:lnTo>
                      <a:pt x="28956" y="113595"/>
                    </a:lnTo>
                    <a:lnTo>
                      <a:pt x="30069" y="114709"/>
                    </a:lnTo>
                    <a:lnTo>
                      <a:pt x="32297" y="114709"/>
                    </a:lnTo>
                    <a:lnTo>
                      <a:pt x="33410" y="115822"/>
                    </a:lnTo>
                    <a:lnTo>
                      <a:pt x="35638" y="115822"/>
                    </a:lnTo>
                    <a:lnTo>
                      <a:pt x="37865" y="118050"/>
                    </a:lnTo>
                    <a:lnTo>
                      <a:pt x="37865" y="120277"/>
                    </a:lnTo>
                    <a:lnTo>
                      <a:pt x="38979" y="121391"/>
                    </a:lnTo>
                    <a:lnTo>
                      <a:pt x="38979" y="122505"/>
                    </a:lnTo>
                    <a:lnTo>
                      <a:pt x="40092" y="123618"/>
                    </a:lnTo>
                    <a:lnTo>
                      <a:pt x="40092" y="124732"/>
                    </a:lnTo>
                    <a:lnTo>
                      <a:pt x="41206" y="125846"/>
                    </a:lnTo>
                    <a:lnTo>
                      <a:pt x="41206" y="126959"/>
                    </a:lnTo>
                    <a:lnTo>
                      <a:pt x="40092" y="128073"/>
                    </a:lnTo>
                    <a:lnTo>
                      <a:pt x="40092" y="129187"/>
                    </a:lnTo>
                    <a:lnTo>
                      <a:pt x="38979" y="130300"/>
                    </a:lnTo>
                    <a:lnTo>
                      <a:pt x="38979" y="131414"/>
                    </a:lnTo>
                    <a:lnTo>
                      <a:pt x="37865" y="132528"/>
                    </a:lnTo>
                    <a:lnTo>
                      <a:pt x="37865" y="133641"/>
                    </a:lnTo>
                    <a:lnTo>
                      <a:pt x="36751" y="134755"/>
                    </a:lnTo>
                    <a:lnTo>
                      <a:pt x="36751" y="135869"/>
                    </a:lnTo>
                    <a:lnTo>
                      <a:pt x="35638" y="136982"/>
                    </a:lnTo>
                    <a:lnTo>
                      <a:pt x="35638" y="138096"/>
                    </a:lnTo>
                    <a:lnTo>
                      <a:pt x="34524" y="139210"/>
                    </a:lnTo>
                    <a:lnTo>
                      <a:pt x="34524" y="140323"/>
                    </a:lnTo>
                    <a:lnTo>
                      <a:pt x="33410" y="141437"/>
                    </a:lnTo>
                    <a:lnTo>
                      <a:pt x="33410" y="142551"/>
                    </a:lnTo>
                    <a:lnTo>
                      <a:pt x="31183" y="145892"/>
                    </a:lnTo>
                    <a:lnTo>
                      <a:pt x="49002" y="163711"/>
                    </a:lnTo>
                    <a:lnTo>
                      <a:pt x="50116" y="162597"/>
                    </a:lnTo>
                    <a:lnTo>
                      <a:pt x="51229" y="162597"/>
                    </a:lnTo>
                    <a:lnTo>
                      <a:pt x="52343" y="161483"/>
                    </a:lnTo>
                    <a:lnTo>
                      <a:pt x="53457" y="161483"/>
                    </a:lnTo>
                    <a:lnTo>
                      <a:pt x="54570" y="160370"/>
                    </a:lnTo>
                    <a:lnTo>
                      <a:pt x="55684" y="160370"/>
                    </a:lnTo>
                    <a:lnTo>
                      <a:pt x="56798" y="159256"/>
                    </a:lnTo>
                    <a:lnTo>
                      <a:pt x="57911" y="159256"/>
                    </a:lnTo>
                    <a:lnTo>
                      <a:pt x="59025" y="158142"/>
                    </a:lnTo>
                    <a:lnTo>
                      <a:pt x="60139" y="158142"/>
                    </a:lnTo>
                    <a:lnTo>
                      <a:pt x="61252" y="157029"/>
                    </a:lnTo>
                    <a:lnTo>
                      <a:pt x="62366" y="157029"/>
                    </a:lnTo>
                    <a:lnTo>
                      <a:pt x="63480" y="155915"/>
                    </a:lnTo>
                    <a:lnTo>
                      <a:pt x="64593" y="155915"/>
                    </a:lnTo>
                    <a:lnTo>
                      <a:pt x="65707" y="154801"/>
                    </a:lnTo>
                    <a:lnTo>
                      <a:pt x="66821" y="154801"/>
                    </a:lnTo>
                    <a:lnTo>
                      <a:pt x="67934" y="153688"/>
                    </a:lnTo>
                    <a:lnTo>
                      <a:pt x="69048" y="153688"/>
                    </a:lnTo>
                    <a:lnTo>
                      <a:pt x="70162" y="154801"/>
                    </a:lnTo>
                    <a:lnTo>
                      <a:pt x="71275" y="154801"/>
                    </a:lnTo>
                    <a:lnTo>
                      <a:pt x="74616" y="157029"/>
                    </a:lnTo>
                    <a:lnTo>
                      <a:pt x="76844" y="157029"/>
                    </a:lnTo>
                    <a:lnTo>
                      <a:pt x="79071" y="159256"/>
                    </a:lnTo>
                    <a:lnTo>
                      <a:pt x="79071" y="161483"/>
                    </a:lnTo>
                    <a:lnTo>
                      <a:pt x="80185" y="162597"/>
                    </a:lnTo>
                    <a:lnTo>
                      <a:pt x="80185" y="164824"/>
                    </a:lnTo>
                    <a:lnTo>
                      <a:pt x="81298" y="165938"/>
                    </a:lnTo>
                    <a:lnTo>
                      <a:pt x="81298" y="168165"/>
                    </a:lnTo>
                    <a:lnTo>
                      <a:pt x="82412" y="169279"/>
                    </a:lnTo>
                    <a:lnTo>
                      <a:pt x="82412" y="171506"/>
                    </a:lnTo>
                    <a:lnTo>
                      <a:pt x="83526" y="172620"/>
                    </a:lnTo>
                    <a:lnTo>
                      <a:pt x="83526" y="174847"/>
                    </a:lnTo>
                    <a:lnTo>
                      <a:pt x="86867" y="178188"/>
                    </a:lnTo>
                    <a:lnTo>
                      <a:pt x="108027" y="178188"/>
                    </a:lnTo>
                    <a:lnTo>
                      <a:pt x="111368" y="174847"/>
                    </a:lnTo>
                    <a:lnTo>
                      <a:pt x="111368" y="172620"/>
                    </a:lnTo>
                    <a:lnTo>
                      <a:pt x="112481" y="171506"/>
                    </a:lnTo>
                    <a:lnTo>
                      <a:pt x="112481" y="169279"/>
                    </a:lnTo>
                    <a:lnTo>
                      <a:pt x="113595" y="168165"/>
                    </a:lnTo>
                    <a:lnTo>
                      <a:pt x="113595" y="165938"/>
                    </a:lnTo>
                    <a:lnTo>
                      <a:pt x="114709" y="164824"/>
                    </a:lnTo>
                    <a:lnTo>
                      <a:pt x="114709" y="162597"/>
                    </a:lnTo>
                    <a:lnTo>
                      <a:pt x="115822" y="161483"/>
                    </a:lnTo>
                    <a:lnTo>
                      <a:pt x="115822" y="159256"/>
                    </a:lnTo>
                    <a:lnTo>
                      <a:pt x="118050" y="157029"/>
                    </a:lnTo>
                    <a:lnTo>
                      <a:pt x="120277" y="157029"/>
                    </a:lnTo>
                    <a:lnTo>
                      <a:pt x="121391" y="155915"/>
                    </a:lnTo>
                    <a:lnTo>
                      <a:pt x="122505" y="155915"/>
                    </a:lnTo>
                    <a:lnTo>
                      <a:pt x="123618" y="154801"/>
                    </a:lnTo>
                    <a:lnTo>
                      <a:pt x="124732" y="154801"/>
                    </a:lnTo>
                    <a:lnTo>
                      <a:pt x="125846" y="153688"/>
                    </a:lnTo>
                    <a:lnTo>
                      <a:pt x="126959" y="153688"/>
                    </a:lnTo>
                    <a:lnTo>
                      <a:pt x="128073" y="154801"/>
                    </a:lnTo>
                    <a:lnTo>
                      <a:pt x="129187" y="154801"/>
                    </a:lnTo>
                    <a:lnTo>
                      <a:pt x="130300" y="155915"/>
                    </a:lnTo>
                    <a:lnTo>
                      <a:pt x="131414" y="155915"/>
                    </a:lnTo>
                    <a:lnTo>
                      <a:pt x="132528" y="157029"/>
                    </a:lnTo>
                    <a:lnTo>
                      <a:pt x="133641" y="157029"/>
                    </a:lnTo>
                    <a:lnTo>
                      <a:pt x="134755" y="158142"/>
                    </a:lnTo>
                    <a:lnTo>
                      <a:pt x="135869" y="158142"/>
                    </a:lnTo>
                    <a:lnTo>
                      <a:pt x="136982" y="159256"/>
                    </a:lnTo>
                    <a:lnTo>
                      <a:pt x="138096" y="159256"/>
                    </a:lnTo>
                    <a:lnTo>
                      <a:pt x="139210" y="160370"/>
                    </a:lnTo>
                    <a:lnTo>
                      <a:pt x="140323" y="160370"/>
                    </a:lnTo>
                    <a:lnTo>
                      <a:pt x="141437" y="161483"/>
                    </a:lnTo>
                    <a:lnTo>
                      <a:pt x="142551" y="161483"/>
                    </a:lnTo>
                    <a:lnTo>
                      <a:pt x="145892" y="163711"/>
                    </a:lnTo>
                    <a:lnTo>
                      <a:pt x="163711" y="145892"/>
                    </a:lnTo>
                    <a:lnTo>
                      <a:pt x="162597" y="144778"/>
                    </a:lnTo>
                    <a:lnTo>
                      <a:pt x="162597" y="143664"/>
                    </a:lnTo>
                    <a:lnTo>
                      <a:pt x="161483" y="142551"/>
                    </a:lnTo>
                    <a:lnTo>
                      <a:pt x="161483" y="141437"/>
                    </a:lnTo>
                    <a:lnTo>
                      <a:pt x="160370" y="140323"/>
                    </a:lnTo>
                    <a:lnTo>
                      <a:pt x="160370" y="139210"/>
                    </a:lnTo>
                    <a:lnTo>
                      <a:pt x="159256" y="138096"/>
                    </a:lnTo>
                    <a:lnTo>
                      <a:pt x="159256" y="136982"/>
                    </a:lnTo>
                    <a:lnTo>
                      <a:pt x="158142" y="135869"/>
                    </a:lnTo>
                    <a:lnTo>
                      <a:pt x="158142" y="134755"/>
                    </a:lnTo>
                    <a:lnTo>
                      <a:pt x="157029" y="133641"/>
                    </a:lnTo>
                    <a:lnTo>
                      <a:pt x="157029" y="132528"/>
                    </a:lnTo>
                    <a:lnTo>
                      <a:pt x="155915" y="131414"/>
                    </a:lnTo>
                    <a:lnTo>
                      <a:pt x="155915" y="130300"/>
                    </a:lnTo>
                    <a:lnTo>
                      <a:pt x="154801" y="129187"/>
                    </a:lnTo>
                    <a:lnTo>
                      <a:pt x="154801" y="128073"/>
                    </a:lnTo>
                    <a:lnTo>
                      <a:pt x="153688" y="126959"/>
                    </a:lnTo>
                    <a:lnTo>
                      <a:pt x="153688" y="125846"/>
                    </a:lnTo>
                    <a:lnTo>
                      <a:pt x="154801" y="124732"/>
                    </a:lnTo>
                    <a:lnTo>
                      <a:pt x="154801" y="123618"/>
                    </a:lnTo>
                    <a:lnTo>
                      <a:pt x="157029" y="120277"/>
                    </a:lnTo>
                    <a:lnTo>
                      <a:pt x="157029" y="118050"/>
                    </a:lnTo>
                    <a:lnTo>
                      <a:pt x="159256" y="115822"/>
                    </a:lnTo>
                    <a:lnTo>
                      <a:pt x="161483" y="115822"/>
                    </a:lnTo>
                    <a:lnTo>
                      <a:pt x="162597" y="114709"/>
                    </a:lnTo>
                    <a:lnTo>
                      <a:pt x="164824" y="114709"/>
                    </a:lnTo>
                    <a:lnTo>
                      <a:pt x="165938" y="113595"/>
                    </a:lnTo>
                    <a:lnTo>
                      <a:pt x="168165" y="113595"/>
                    </a:lnTo>
                    <a:lnTo>
                      <a:pt x="169279" y="112481"/>
                    </a:lnTo>
                    <a:lnTo>
                      <a:pt x="171506" y="112481"/>
                    </a:lnTo>
                    <a:lnTo>
                      <a:pt x="172620" y="111368"/>
                    </a:lnTo>
                    <a:lnTo>
                      <a:pt x="174847" y="111368"/>
                    </a:lnTo>
                    <a:lnTo>
                      <a:pt x="178188" y="108027"/>
                    </a:lnTo>
                    <a:lnTo>
                      <a:pt x="178188" y="86867"/>
                    </a:lnTo>
                    <a:lnTo>
                      <a:pt x="174847" y="83526"/>
                    </a:lnTo>
                    <a:lnTo>
                      <a:pt x="172620" y="83526"/>
                    </a:lnTo>
                    <a:lnTo>
                      <a:pt x="171506" y="82412"/>
                    </a:lnTo>
                    <a:lnTo>
                      <a:pt x="169279" y="82412"/>
                    </a:lnTo>
                    <a:lnTo>
                      <a:pt x="168165" y="81298"/>
                    </a:lnTo>
                    <a:lnTo>
                      <a:pt x="165938" y="81298"/>
                    </a:lnTo>
                    <a:lnTo>
                      <a:pt x="164824" y="80185"/>
                    </a:lnTo>
                    <a:lnTo>
                      <a:pt x="162597" y="80185"/>
                    </a:lnTo>
                    <a:lnTo>
                      <a:pt x="161483" y="79071"/>
                    </a:lnTo>
                    <a:lnTo>
                      <a:pt x="159256" y="79071"/>
                    </a:lnTo>
                    <a:lnTo>
                      <a:pt x="157029" y="76844"/>
                    </a:lnTo>
                    <a:lnTo>
                      <a:pt x="157029" y="74616"/>
                    </a:lnTo>
                    <a:lnTo>
                      <a:pt x="155915" y="73503"/>
                    </a:lnTo>
                    <a:lnTo>
                      <a:pt x="155915" y="72389"/>
                    </a:lnTo>
                    <a:lnTo>
                      <a:pt x="154801" y="71275"/>
                    </a:lnTo>
                    <a:lnTo>
                      <a:pt x="154801" y="70162"/>
                    </a:lnTo>
                    <a:lnTo>
                      <a:pt x="153688" y="69048"/>
                    </a:lnTo>
                    <a:lnTo>
                      <a:pt x="153688" y="67934"/>
                    </a:lnTo>
                    <a:lnTo>
                      <a:pt x="154801" y="66821"/>
                    </a:lnTo>
                    <a:lnTo>
                      <a:pt x="154801" y="65707"/>
                    </a:lnTo>
                    <a:lnTo>
                      <a:pt x="155915" y="64593"/>
                    </a:lnTo>
                    <a:lnTo>
                      <a:pt x="155915" y="63480"/>
                    </a:lnTo>
                    <a:lnTo>
                      <a:pt x="157029" y="62366"/>
                    </a:lnTo>
                    <a:lnTo>
                      <a:pt x="157029" y="61252"/>
                    </a:lnTo>
                    <a:lnTo>
                      <a:pt x="158142" y="60139"/>
                    </a:lnTo>
                    <a:lnTo>
                      <a:pt x="158142" y="59025"/>
                    </a:lnTo>
                    <a:lnTo>
                      <a:pt x="159256" y="57911"/>
                    </a:lnTo>
                    <a:lnTo>
                      <a:pt x="159256" y="56798"/>
                    </a:lnTo>
                    <a:lnTo>
                      <a:pt x="160370" y="55684"/>
                    </a:lnTo>
                    <a:lnTo>
                      <a:pt x="160370" y="54570"/>
                    </a:lnTo>
                    <a:lnTo>
                      <a:pt x="161483" y="53457"/>
                    </a:lnTo>
                    <a:lnTo>
                      <a:pt x="161483" y="52343"/>
                    </a:lnTo>
                    <a:lnTo>
                      <a:pt x="163711" y="49002"/>
                    </a:lnTo>
                    <a:lnTo>
                      <a:pt x="145892" y="31183"/>
                    </a:lnTo>
                    <a:lnTo>
                      <a:pt x="144778" y="32297"/>
                    </a:lnTo>
                    <a:lnTo>
                      <a:pt x="143664" y="32297"/>
                    </a:lnTo>
                    <a:lnTo>
                      <a:pt x="142551" y="33410"/>
                    </a:lnTo>
                    <a:lnTo>
                      <a:pt x="141437" y="33410"/>
                    </a:lnTo>
                    <a:lnTo>
                      <a:pt x="140323" y="34524"/>
                    </a:lnTo>
                    <a:lnTo>
                      <a:pt x="139210" y="34524"/>
                    </a:lnTo>
                    <a:lnTo>
                      <a:pt x="138096" y="35638"/>
                    </a:lnTo>
                    <a:lnTo>
                      <a:pt x="136982" y="35638"/>
                    </a:lnTo>
                    <a:lnTo>
                      <a:pt x="135869" y="36751"/>
                    </a:lnTo>
                    <a:lnTo>
                      <a:pt x="134755" y="36751"/>
                    </a:lnTo>
                    <a:lnTo>
                      <a:pt x="133641" y="37865"/>
                    </a:lnTo>
                    <a:lnTo>
                      <a:pt x="132528" y="37865"/>
                    </a:lnTo>
                    <a:lnTo>
                      <a:pt x="131414" y="38979"/>
                    </a:lnTo>
                    <a:lnTo>
                      <a:pt x="130300" y="38979"/>
                    </a:lnTo>
                    <a:lnTo>
                      <a:pt x="129187" y="40092"/>
                    </a:lnTo>
                    <a:lnTo>
                      <a:pt x="128073" y="40092"/>
                    </a:lnTo>
                    <a:lnTo>
                      <a:pt x="126959" y="41206"/>
                    </a:lnTo>
                    <a:lnTo>
                      <a:pt x="125846" y="41206"/>
                    </a:lnTo>
                    <a:lnTo>
                      <a:pt x="124732" y="40092"/>
                    </a:lnTo>
                    <a:lnTo>
                      <a:pt x="123618" y="40092"/>
                    </a:lnTo>
                    <a:lnTo>
                      <a:pt x="120277" y="37865"/>
                    </a:lnTo>
                    <a:lnTo>
                      <a:pt x="118050" y="37865"/>
                    </a:lnTo>
                    <a:lnTo>
                      <a:pt x="115822" y="35638"/>
                    </a:lnTo>
                    <a:lnTo>
                      <a:pt x="115822" y="33410"/>
                    </a:lnTo>
                    <a:lnTo>
                      <a:pt x="114709" y="32297"/>
                    </a:lnTo>
                    <a:lnTo>
                      <a:pt x="114709" y="30069"/>
                    </a:lnTo>
                    <a:lnTo>
                      <a:pt x="113595" y="28956"/>
                    </a:lnTo>
                    <a:lnTo>
                      <a:pt x="113595" y="26728"/>
                    </a:lnTo>
                    <a:lnTo>
                      <a:pt x="112481" y="25615"/>
                    </a:lnTo>
                    <a:lnTo>
                      <a:pt x="112481" y="23387"/>
                    </a:lnTo>
                    <a:lnTo>
                      <a:pt x="111368" y="22274"/>
                    </a:lnTo>
                    <a:lnTo>
                      <a:pt x="111368" y="20046"/>
                    </a:lnTo>
                    <a:lnTo>
                      <a:pt x="108027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5" name="任意形状 7234">
                <a:extLst>
                  <a:ext uri="{FF2B5EF4-FFF2-40B4-BE49-F238E27FC236}">
                    <a16:creationId xmlns:a16="http://schemas.microsoft.com/office/drawing/2014/main" id="{5E98F0AF-1A80-FC93-6E9A-1F7B54822F6E}"/>
                  </a:ext>
                </a:extLst>
              </p:cNvPr>
              <p:cNvSpPr/>
              <p:nvPr/>
            </p:nvSpPr>
            <p:spPr>
              <a:xfrm>
                <a:off x="6290274" y="6671850"/>
                <a:ext cx="230531" cy="16705"/>
              </a:xfrm>
              <a:custGeom>
                <a:avLst/>
                <a:gdLst>
                  <a:gd name="connsiteX0" fmla="*/ 0 w 230531"/>
                  <a:gd name="connsiteY0" fmla="*/ 0 h 16705"/>
                  <a:gd name="connsiteX1" fmla="*/ 0 w 230531"/>
                  <a:gd name="connsiteY1" fmla="*/ 16705 h 16705"/>
                  <a:gd name="connsiteX2" fmla="*/ 230531 w 230531"/>
                  <a:gd name="connsiteY2" fmla="*/ 16705 h 16705"/>
                  <a:gd name="connsiteX3" fmla="*/ 230531 w 230531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531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30531" y="16705"/>
                    </a:lnTo>
                    <a:lnTo>
                      <a:pt x="230531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6" name="任意形状 7235">
                <a:extLst>
                  <a:ext uri="{FF2B5EF4-FFF2-40B4-BE49-F238E27FC236}">
                    <a16:creationId xmlns:a16="http://schemas.microsoft.com/office/drawing/2014/main" id="{33271906-B3E2-8C95-0775-B9A1000DDEE9}"/>
                  </a:ext>
                </a:extLst>
              </p:cNvPr>
              <p:cNvSpPr/>
              <p:nvPr/>
            </p:nvSpPr>
            <p:spPr>
              <a:xfrm>
                <a:off x="6254637" y="6671850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7" name="任意形状 7236">
                <a:extLst>
                  <a:ext uri="{FF2B5EF4-FFF2-40B4-BE49-F238E27FC236}">
                    <a16:creationId xmlns:a16="http://schemas.microsoft.com/office/drawing/2014/main" id="{BA3FA287-6E02-818F-A63E-A7722D041B8D}"/>
                  </a:ext>
                </a:extLst>
              </p:cNvPr>
              <p:cNvSpPr/>
              <p:nvPr/>
            </p:nvSpPr>
            <p:spPr>
              <a:xfrm>
                <a:off x="6040811" y="6654031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8" name="任意形状 7237">
                <a:extLst>
                  <a:ext uri="{FF2B5EF4-FFF2-40B4-BE49-F238E27FC236}">
                    <a16:creationId xmlns:a16="http://schemas.microsoft.com/office/drawing/2014/main" id="{A6C3EECB-1142-B9C3-E2AF-165991EE0A2A}"/>
                  </a:ext>
                </a:extLst>
              </p:cNvPr>
              <p:cNvSpPr/>
              <p:nvPr/>
            </p:nvSpPr>
            <p:spPr>
              <a:xfrm>
                <a:off x="6040811" y="6618393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9" name="任意形状 7238">
                <a:extLst>
                  <a:ext uri="{FF2B5EF4-FFF2-40B4-BE49-F238E27FC236}">
                    <a16:creationId xmlns:a16="http://schemas.microsoft.com/office/drawing/2014/main" id="{EBF13A8D-4617-3EE9-5B0A-0CA8E80B1245}"/>
                  </a:ext>
                </a:extLst>
              </p:cNvPr>
              <p:cNvSpPr/>
              <p:nvPr/>
            </p:nvSpPr>
            <p:spPr>
              <a:xfrm>
                <a:off x="6343731" y="6582756"/>
                <a:ext cx="177074" cy="70161"/>
              </a:xfrm>
              <a:custGeom>
                <a:avLst/>
                <a:gdLst>
                  <a:gd name="connsiteX0" fmla="*/ 0 w 177074"/>
                  <a:gd name="connsiteY0" fmla="*/ 0 h 70161"/>
                  <a:gd name="connsiteX1" fmla="*/ 0 w 177074"/>
                  <a:gd name="connsiteY1" fmla="*/ 70162 h 70161"/>
                  <a:gd name="connsiteX2" fmla="*/ 177075 w 177074"/>
                  <a:gd name="connsiteY2" fmla="*/ 70162 h 70161"/>
                  <a:gd name="connsiteX3" fmla="*/ 177075 w 177074"/>
                  <a:gd name="connsiteY3" fmla="*/ 0 h 70161"/>
                  <a:gd name="connsiteX4" fmla="*/ 16705 w 177074"/>
                  <a:gd name="connsiteY4" fmla="*/ 18933 h 70161"/>
                  <a:gd name="connsiteX5" fmla="*/ 16705 w 177074"/>
                  <a:gd name="connsiteY5" fmla="*/ 51229 h 70161"/>
                  <a:gd name="connsiteX6" fmla="*/ 18933 w 177074"/>
                  <a:gd name="connsiteY6" fmla="*/ 53457 h 70161"/>
                  <a:gd name="connsiteX7" fmla="*/ 158142 w 177074"/>
                  <a:gd name="connsiteY7" fmla="*/ 53457 h 70161"/>
                  <a:gd name="connsiteX8" fmla="*/ 160370 w 177074"/>
                  <a:gd name="connsiteY8" fmla="*/ 51229 h 70161"/>
                  <a:gd name="connsiteX9" fmla="*/ 160370 w 177074"/>
                  <a:gd name="connsiteY9" fmla="*/ 18933 h 70161"/>
                  <a:gd name="connsiteX10" fmla="*/ 158142 w 177074"/>
                  <a:gd name="connsiteY10" fmla="*/ 16705 h 70161"/>
                  <a:gd name="connsiteX11" fmla="*/ 18933 w 177074"/>
                  <a:gd name="connsiteY11" fmla="*/ 16705 h 70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77074" h="70161">
                    <a:moveTo>
                      <a:pt x="0" y="0"/>
                    </a:moveTo>
                    <a:lnTo>
                      <a:pt x="0" y="70162"/>
                    </a:lnTo>
                    <a:lnTo>
                      <a:pt x="177075" y="70162"/>
                    </a:lnTo>
                    <a:lnTo>
                      <a:pt x="177075" y="0"/>
                    </a:lnTo>
                    <a:close/>
                    <a:moveTo>
                      <a:pt x="16705" y="18933"/>
                    </a:moveTo>
                    <a:lnTo>
                      <a:pt x="16705" y="51229"/>
                    </a:lnTo>
                    <a:lnTo>
                      <a:pt x="18933" y="53457"/>
                    </a:lnTo>
                    <a:lnTo>
                      <a:pt x="158142" y="53457"/>
                    </a:lnTo>
                    <a:lnTo>
                      <a:pt x="160370" y="51229"/>
                    </a:lnTo>
                    <a:lnTo>
                      <a:pt x="160370" y="18933"/>
                    </a:lnTo>
                    <a:lnTo>
                      <a:pt x="158142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0" name="任意形状 7239">
                <a:extLst>
                  <a:ext uri="{FF2B5EF4-FFF2-40B4-BE49-F238E27FC236}">
                    <a16:creationId xmlns:a16="http://schemas.microsoft.com/office/drawing/2014/main" id="{A2862482-6562-31B4-CEF8-DB010561B20B}"/>
                  </a:ext>
                </a:extLst>
              </p:cNvPr>
              <p:cNvSpPr/>
              <p:nvPr/>
            </p:nvSpPr>
            <p:spPr>
              <a:xfrm>
                <a:off x="6040811" y="6582756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1" name="任意形状 7240">
                <a:extLst>
                  <a:ext uri="{FF2B5EF4-FFF2-40B4-BE49-F238E27FC236}">
                    <a16:creationId xmlns:a16="http://schemas.microsoft.com/office/drawing/2014/main" id="{6449D80F-5F15-73AC-490A-16CC225947F1}"/>
                  </a:ext>
                </a:extLst>
              </p:cNvPr>
              <p:cNvSpPr/>
              <p:nvPr/>
            </p:nvSpPr>
            <p:spPr>
              <a:xfrm>
                <a:off x="6218999" y="6547118"/>
                <a:ext cx="337444" cy="551270"/>
              </a:xfrm>
              <a:custGeom>
                <a:avLst/>
                <a:gdLst>
                  <a:gd name="connsiteX0" fmla="*/ 93549 w 337444"/>
                  <a:gd name="connsiteY0" fmla="*/ 0 h 551270"/>
                  <a:gd name="connsiteX1" fmla="*/ 0 w 337444"/>
                  <a:gd name="connsiteY1" fmla="*/ 93549 h 551270"/>
                  <a:gd name="connsiteX2" fmla="*/ 0 w 337444"/>
                  <a:gd name="connsiteY2" fmla="*/ 212712 h 551270"/>
                  <a:gd name="connsiteX3" fmla="*/ 16705 w 337444"/>
                  <a:gd name="connsiteY3" fmla="*/ 212712 h 551270"/>
                  <a:gd name="connsiteX4" fmla="*/ 16705 w 337444"/>
                  <a:gd name="connsiteY4" fmla="*/ 108027 h 551270"/>
                  <a:gd name="connsiteX5" fmla="*/ 18933 w 337444"/>
                  <a:gd name="connsiteY5" fmla="*/ 105799 h 551270"/>
                  <a:gd name="connsiteX6" fmla="*/ 105799 w 337444"/>
                  <a:gd name="connsiteY6" fmla="*/ 105799 h 551270"/>
                  <a:gd name="connsiteX7" fmla="*/ 105799 w 337444"/>
                  <a:gd name="connsiteY7" fmla="*/ 18933 h 551270"/>
                  <a:gd name="connsiteX8" fmla="*/ 108027 w 337444"/>
                  <a:gd name="connsiteY8" fmla="*/ 16705 h 551270"/>
                  <a:gd name="connsiteX9" fmla="*/ 318512 w 337444"/>
                  <a:gd name="connsiteY9" fmla="*/ 16705 h 551270"/>
                  <a:gd name="connsiteX10" fmla="*/ 320739 w 337444"/>
                  <a:gd name="connsiteY10" fmla="*/ 18933 h 551270"/>
                  <a:gd name="connsiteX11" fmla="*/ 320739 w 337444"/>
                  <a:gd name="connsiteY11" fmla="*/ 532338 h 551270"/>
                  <a:gd name="connsiteX12" fmla="*/ 318512 w 337444"/>
                  <a:gd name="connsiteY12" fmla="*/ 534565 h 551270"/>
                  <a:gd name="connsiteX13" fmla="*/ 18933 w 337444"/>
                  <a:gd name="connsiteY13" fmla="*/ 534565 h 551270"/>
                  <a:gd name="connsiteX14" fmla="*/ 16705 w 337444"/>
                  <a:gd name="connsiteY14" fmla="*/ 532338 h 551270"/>
                  <a:gd name="connsiteX15" fmla="*/ 16705 w 337444"/>
                  <a:gd name="connsiteY15" fmla="*/ 338558 h 551270"/>
                  <a:gd name="connsiteX16" fmla="*/ 0 w 337444"/>
                  <a:gd name="connsiteY16" fmla="*/ 338558 h 551270"/>
                  <a:gd name="connsiteX17" fmla="*/ 0 w 337444"/>
                  <a:gd name="connsiteY17" fmla="*/ 551271 h 551270"/>
                  <a:gd name="connsiteX18" fmla="*/ 337444 w 337444"/>
                  <a:gd name="connsiteY18" fmla="*/ 551271 h 551270"/>
                  <a:gd name="connsiteX19" fmla="*/ 337444 w 337444"/>
                  <a:gd name="connsiteY19" fmla="*/ 0 h 551270"/>
                  <a:gd name="connsiteX20" fmla="*/ 86867 w 337444"/>
                  <a:gd name="connsiteY20" fmla="*/ 30069 h 551270"/>
                  <a:gd name="connsiteX21" fmla="*/ 30069 w 337444"/>
                  <a:gd name="connsiteY21" fmla="*/ 86867 h 551270"/>
                  <a:gd name="connsiteX22" fmla="*/ 32297 w 337444"/>
                  <a:gd name="connsiteY22" fmla="*/ 89094 h 551270"/>
                  <a:gd name="connsiteX23" fmla="*/ 86867 w 337444"/>
                  <a:gd name="connsiteY23" fmla="*/ 89094 h 551270"/>
                  <a:gd name="connsiteX24" fmla="*/ 89094 w 337444"/>
                  <a:gd name="connsiteY24" fmla="*/ 86867 h 551270"/>
                  <a:gd name="connsiteX25" fmla="*/ 89094 w 337444"/>
                  <a:gd name="connsiteY25" fmla="*/ 32297 h 551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337444" h="551270">
                    <a:moveTo>
                      <a:pt x="93549" y="0"/>
                    </a:moveTo>
                    <a:lnTo>
                      <a:pt x="0" y="93549"/>
                    </a:lnTo>
                    <a:lnTo>
                      <a:pt x="0" y="212712"/>
                    </a:lnTo>
                    <a:lnTo>
                      <a:pt x="16705" y="212712"/>
                    </a:lnTo>
                    <a:lnTo>
                      <a:pt x="16705" y="108027"/>
                    </a:lnTo>
                    <a:lnTo>
                      <a:pt x="18933" y="105799"/>
                    </a:lnTo>
                    <a:lnTo>
                      <a:pt x="105799" y="105799"/>
                    </a:lnTo>
                    <a:lnTo>
                      <a:pt x="105799" y="18933"/>
                    </a:lnTo>
                    <a:lnTo>
                      <a:pt x="108027" y="16705"/>
                    </a:lnTo>
                    <a:lnTo>
                      <a:pt x="318512" y="16705"/>
                    </a:lnTo>
                    <a:lnTo>
                      <a:pt x="320739" y="18933"/>
                    </a:lnTo>
                    <a:lnTo>
                      <a:pt x="320739" y="532338"/>
                    </a:lnTo>
                    <a:lnTo>
                      <a:pt x="318512" y="534565"/>
                    </a:lnTo>
                    <a:lnTo>
                      <a:pt x="18933" y="534565"/>
                    </a:lnTo>
                    <a:lnTo>
                      <a:pt x="16705" y="532338"/>
                    </a:lnTo>
                    <a:lnTo>
                      <a:pt x="16705" y="338558"/>
                    </a:lnTo>
                    <a:lnTo>
                      <a:pt x="0" y="338558"/>
                    </a:lnTo>
                    <a:lnTo>
                      <a:pt x="0" y="551271"/>
                    </a:lnTo>
                    <a:lnTo>
                      <a:pt x="337444" y="551271"/>
                    </a:lnTo>
                    <a:lnTo>
                      <a:pt x="337444" y="0"/>
                    </a:lnTo>
                    <a:close/>
                    <a:moveTo>
                      <a:pt x="86867" y="30069"/>
                    </a:moveTo>
                    <a:lnTo>
                      <a:pt x="30069" y="86867"/>
                    </a:lnTo>
                    <a:lnTo>
                      <a:pt x="32297" y="89094"/>
                    </a:lnTo>
                    <a:lnTo>
                      <a:pt x="86867" y="89094"/>
                    </a:lnTo>
                    <a:lnTo>
                      <a:pt x="89094" y="86867"/>
                    </a:lnTo>
                    <a:lnTo>
                      <a:pt x="89094" y="32297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2" name="任意形状 7241">
                <a:extLst>
                  <a:ext uri="{FF2B5EF4-FFF2-40B4-BE49-F238E27FC236}">
                    <a16:creationId xmlns:a16="http://schemas.microsoft.com/office/drawing/2014/main" id="{67D9630A-D3A4-BA85-3A69-61991EAF45A5}"/>
                  </a:ext>
                </a:extLst>
              </p:cNvPr>
              <p:cNvSpPr/>
              <p:nvPr/>
            </p:nvSpPr>
            <p:spPr>
              <a:xfrm>
                <a:off x="6005173" y="6547118"/>
                <a:ext cx="301806" cy="248350"/>
              </a:xfrm>
              <a:custGeom>
                <a:avLst/>
                <a:gdLst>
                  <a:gd name="connsiteX0" fmla="*/ 0 w 301806"/>
                  <a:gd name="connsiteY0" fmla="*/ 0 h 248350"/>
                  <a:gd name="connsiteX1" fmla="*/ 0 w 301806"/>
                  <a:gd name="connsiteY1" fmla="*/ 159256 h 248350"/>
                  <a:gd name="connsiteX2" fmla="*/ 123618 w 301806"/>
                  <a:gd name="connsiteY2" fmla="*/ 159256 h 248350"/>
                  <a:gd name="connsiteX3" fmla="*/ 123618 w 301806"/>
                  <a:gd name="connsiteY3" fmla="*/ 90208 h 248350"/>
                  <a:gd name="connsiteX4" fmla="*/ 125846 w 301806"/>
                  <a:gd name="connsiteY4" fmla="*/ 87981 h 248350"/>
                  <a:gd name="connsiteX5" fmla="*/ 158142 w 301806"/>
                  <a:gd name="connsiteY5" fmla="*/ 87981 h 248350"/>
                  <a:gd name="connsiteX6" fmla="*/ 160370 w 301806"/>
                  <a:gd name="connsiteY6" fmla="*/ 90208 h 248350"/>
                  <a:gd name="connsiteX7" fmla="*/ 160370 w 301806"/>
                  <a:gd name="connsiteY7" fmla="*/ 248350 h 248350"/>
                  <a:gd name="connsiteX8" fmla="*/ 301807 w 301806"/>
                  <a:gd name="connsiteY8" fmla="*/ 248350 h 248350"/>
                  <a:gd name="connsiteX9" fmla="*/ 301807 w 301806"/>
                  <a:gd name="connsiteY9" fmla="*/ 231645 h 248350"/>
                  <a:gd name="connsiteX10" fmla="*/ 179302 w 301806"/>
                  <a:gd name="connsiteY10" fmla="*/ 231645 h 248350"/>
                  <a:gd name="connsiteX11" fmla="*/ 177075 w 301806"/>
                  <a:gd name="connsiteY11" fmla="*/ 229418 h 248350"/>
                  <a:gd name="connsiteX12" fmla="*/ 177075 w 301806"/>
                  <a:gd name="connsiteY12" fmla="*/ 71275 h 248350"/>
                  <a:gd name="connsiteX13" fmla="*/ 125846 w 301806"/>
                  <a:gd name="connsiteY13" fmla="*/ 71275 h 248350"/>
                  <a:gd name="connsiteX14" fmla="*/ 123618 w 301806"/>
                  <a:gd name="connsiteY14" fmla="*/ 69048 h 248350"/>
                  <a:gd name="connsiteX15" fmla="*/ 123618 w 301806"/>
                  <a:gd name="connsiteY15" fmla="*/ 0 h 248350"/>
                  <a:gd name="connsiteX16" fmla="*/ 18933 w 301806"/>
                  <a:gd name="connsiteY16" fmla="*/ 16705 h 248350"/>
                  <a:gd name="connsiteX17" fmla="*/ 16705 w 301806"/>
                  <a:gd name="connsiteY17" fmla="*/ 18933 h 248350"/>
                  <a:gd name="connsiteX18" fmla="*/ 16705 w 301806"/>
                  <a:gd name="connsiteY18" fmla="*/ 140323 h 248350"/>
                  <a:gd name="connsiteX19" fmla="*/ 18933 w 301806"/>
                  <a:gd name="connsiteY19" fmla="*/ 142551 h 248350"/>
                  <a:gd name="connsiteX20" fmla="*/ 104686 w 301806"/>
                  <a:gd name="connsiteY20" fmla="*/ 142551 h 248350"/>
                  <a:gd name="connsiteX21" fmla="*/ 106913 w 301806"/>
                  <a:gd name="connsiteY21" fmla="*/ 140323 h 248350"/>
                  <a:gd name="connsiteX22" fmla="*/ 106913 w 301806"/>
                  <a:gd name="connsiteY22" fmla="*/ 18933 h 248350"/>
                  <a:gd name="connsiteX23" fmla="*/ 104686 w 301806"/>
                  <a:gd name="connsiteY23" fmla="*/ 16705 h 248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1806" h="248350">
                    <a:moveTo>
                      <a:pt x="0" y="0"/>
                    </a:moveTo>
                    <a:lnTo>
                      <a:pt x="0" y="159256"/>
                    </a:lnTo>
                    <a:lnTo>
                      <a:pt x="123618" y="159256"/>
                    </a:lnTo>
                    <a:lnTo>
                      <a:pt x="123618" y="90208"/>
                    </a:lnTo>
                    <a:lnTo>
                      <a:pt x="125846" y="87981"/>
                    </a:lnTo>
                    <a:lnTo>
                      <a:pt x="158142" y="87981"/>
                    </a:lnTo>
                    <a:lnTo>
                      <a:pt x="160370" y="90208"/>
                    </a:lnTo>
                    <a:lnTo>
                      <a:pt x="160370" y="248350"/>
                    </a:lnTo>
                    <a:lnTo>
                      <a:pt x="301807" y="248350"/>
                    </a:lnTo>
                    <a:lnTo>
                      <a:pt x="301807" y="231645"/>
                    </a:lnTo>
                    <a:lnTo>
                      <a:pt x="179302" y="231645"/>
                    </a:lnTo>
                    <a:lnTo>
                      <a:pt x="177075" y="229418"/>
                    </a:lnTo>
                    <a:lnTo>
                      <a:pt x="177075" y="71275"/>
                    </a:lnTo>
                    <a:lnTo>
                      <a:pt x="125846" y="71275"/>
                    </a:lnTo>
                    <a:lnTo>
                      <a:pt x="123618" y="69048"/>
                    </a:lnTo>
                    <a:lnTo>
                      <a:pt x="123618" y="0"/>
                    </a:lnTo>
                    <a:close/>
                    <a:moveTo>
                      <a:pt x="18933" y="16705"/>
                    </a:moveTo>
                    <a:lnTo>
                      <a:pt x="16705" y="18933"/>
                    </a:lnTo>
                    <a:lnTo>
                      <a:pt x="16705" y="140323"/>
                    </a:lnTo>
                    <a:lnTo>
                      <a:pt x="18933" y="142551"/>
                    </a:lnTo>
                    <a:lnTo>
                      <a:pt x="104686" y="142551"/>
                    </a:lnTo>
                    <a:lnTo>
                      <a:pt x="106913" y="140323"/>
                    </a:lnTo>
                    <a:lnTo>
                      <a:pt x="106913" y="18933"/>
                    </a:lnTo>
                    <a:lnTo>
                      <a:pt x="104686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3" name="任意形状 7242">
                <a:extLst>
                  <a:ext uri="{FF2B5EF4-FFF2-40B4-BE49-F238E27FC236}">
                    <a16:creationId xmlns:a16="http://schemas.microsoft.com/office/drawing/2014/main" id="{607245B8-039C-1693-71AB-1BF288DAF1A4}"/>
                  </a:ext>
                </a:extLst>
              </p:cNvPr>
              <p:cNvSpPr/>
              <p:nvPr/>
            </p:nvSpPr>
            <p:spPr>
              <a:xfrm>
                <a:off x="6022992" y="6956951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9051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4" name="任意形状 7243">
                <a:extLst>
                  <a:ext uri="{FF2B5EF4-FFF2-40B4-BE49-F238E27FC236}">
                    <a16:creationId xmlns:a16="http://schemas.microsoft.com/office/drawing/2014/main" id="{DF9C8AD1-5320-7A13-AB4D-EF63D902F86D}"/>
                  </a:ext>
                </a:extLst>
              </p:cNvPr>
              <p:cNvSpPr/>
              <p:nvPr/>
            </p:nvSpPr>
            <p:spPr>
              <a:xfrm>
                <a:off x="6022992" y="6760944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F0D0B4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5" name="任意形状 7244">
                <a:extLst>
                  <a:ext uri="{FF2B5EF4-FFF2-40B4-BE49-F238E27FC236}">
                    <a16:creationId xmlns:a16="http://schemas.microsoft.com/office/drawing/2014/main" id="{5FFC1FF2-83D0-BC05-B591-F27732CCB73C}"/>
                  </a:ext>
                </a:extLst>
              </p:cNvPr>
              <p:cNvSpPr/>
              <p:nvPr/>
            </p:nvSpPr>
            <p:spPr>
              <a:xfrm>
                <a:off x="6022992" y="6564937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D883FF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6" name="任意形状 7245">
                <a:extLst>
                  <a:ext uri="{FF2B5EF4-FFF2-40B4-BE49-F238E27FC236}">
                    <a16:creationId xmlns:a16="http://schemas.microsoft.com/office/drawing/2014/main" id="{FFA0EFBB-8F49-156E-E1A7-B0AF9ED9FAA7}"/>
                  </a:ext>
                </a:extLst>
              </p:cNvPr>
              <p:cNvSpPr/>
              <p:nvPr/>
            </p:nvSpPr>
            <p:spPr>
              <a:xfrm>
                <a:off x="6343731" y="6743125"/>
                <a:ext cx="159255" cy="159255"/>
              </a:xfrm>
              <a:custGeom>
                <a:avLst/>
                <a:gdLst>
                  <a:gd name="connsiteX0" fmla="*/ 69048 w 159255"/>
                  <a:gd name="connsiteY0" fmla="*/ 0 h 159255"/>
                  <a:gd name="connsiteX1" fmla="*/ 69048 w 159255"/>
                  <a:gd name="connsiteY1" fmla="*/ 2227 h 159255"/>
                  <a:gd name="connsiteX2" fmla="*/ 67934 w 159255"/>
                  <a:gd name="connsiteY2" fmla="*/ 3341 h 159255"/>
                  <a:gd name="connsiteX3" fmla="*/ 67934 w 159255"/>
                  <a:gd name="connsiteY3" fmla="*/ 5568 h 159255"/>
                  <a:gd name="connsiteX4" fmla="*/ 66821 w 159255"/>
                  <a:gd name="connsiteY4" fmla="*/ 6682 h 159255"/>
                  <a:gd name="connsiteX5" fmla="*/ 66821 w 159255"/>
                  <a:gd name="connsiteY5" fmla="*/ 8909 h 159255"/>
                  <a:gd name="connsiteX6" fmla="*/ 65707 w 159255"/>
                  <a:gd name="connsiteY6" fmla="*/ 10023 h 159255"/>
                  <a:gd name="connsiteX7" fmla="*/ 65707 w 159255"/>
                  <a:gd name="connsiteY7" fmla="*/ 12250 h 159255"/>
                  <a:gd name="connsiteX8" fmla="*/ 64593 w 159255"/>
                  <a:gd name="connsiteY8" fmla="*/ 13364 h 159255"/>
                  <a:gd name="connsiteX9" fmla="*/ 64593 w 159255"/>
                  <a:gd name="connsiteY9" fmla="*/ 15591 h 159255"/>
                  <a:gd name="connsiteX10" fmla="*/ 63480 w 159255"/>
                  <a:gd name="connsiteY10" fmla="*/ 16705 h 159255"/>
                  <a:gd name="connsiteX11" fmla="*/ 63480 w 159255"/>
                  <a:gd name="connsiteY11" fmla="*/ 18933 h 159255"/>
                  <a:gd name="connsiteX12" fmla="*/ 61252 w 159255"/>
                  <a:gd name="connsiteY12" fmla="*/ 21160 h 159255"/>
                  <a:gd name="connsiteX13" fmla="*/ 60139 w 159255"/>
                  <a:gd name="connsiteY13" fmla="*/ 21160 h 159255"/>
                  <a:gd name="connsiteX14" fmla="*/ 56798 w 159255"/>
                  <a:gd name="connsiteY14" fmla="*/ 23387 h 159255"/>
                  <a:gd name="connsiteX15" fmla="*/ 54570 w 159255"/>
                  <a:gd name="connsiteY15" fmla="*/ 23387 h 159255"/>
                  <a:gd name="connsiteX16" fmla="*/ 51229 w 159255"/>
                  <a:gd name="connsiteY16" fmla="*/ 25615 h 159255"/>
                  <a:gd name="connsiteX17" fmla="*/ 49002 w 159255"/>
                  <a:gd name="connsiteY17" fmla="*/ 25615 h 159255"/>
                  <a:gd name="connsiteX18" fmla="*/ 47888 w 159255"/>
                  <a:gd name="connsiteY18" fmla="*/ 24501 h 159255"/>
                  <a:gd name="connsiteX19" fmla="*/ 46774 w 159255"/>
                  <a:gd name="connsiteY19" fmla="*/ 24501 h 159255"/>
                  <a:gd name="connsiteX20" fmla="*/ 45661 w 159255"/>
                  <a:gd name="connsiteY20" fmla="*/ 23387 h 159255"/>
                  <a:gd name="connsiteX21" fmla="*/ 44547 w 159255"/>
                  <a:gd name="connsiteY21" fmla="*/ 23387 h 159255"/>
                  <a:gd name="connsiteX22" fmla="*/ 43433 w 159255"/>
                  <a:gd name="connsiteY22" fmla="*/ 22274 h 159255"/>
                  <a:gd name="connsiteX23" fmla="*/ 42320 w 159255"/>
                  <a:gd name="connsiteY23" fmla="*/ 22274 h 159255"/>
                  <a:gd name="connsiteX24" fmla="*/ 41206 w 159255"/>
                  <a:gd name="connsiteY24" fmla="*/ 21160 h 159255"/>
                  <a:gd name="connsiteX25" fmla="*/ 40092 w 159255"/>
                  <a:gd name="connsiteY25" fmla="*/ 21160 h 159255"/>
                  <a:gd name="connsiteX26" fmla="*/ 38979 w 159255"/>
                  <a:gd name="connsiteY26" fmla="*/ 20046 h 159255"/>
                  <a:gd name="connsiteX27" fmla="*/ 37865 w 159255"/>
                  <a:gd name="connsiteY27" fmla="*/ 20046 h 159255"/>
                  <a:gd name="connsiteX28" fmla="*/ 36751 w 159255"/>
                  <a:gd name="connsiteY28" fmla="*/ 18933 h 159255"/>
                  <a:gd name="connsiteX29" fmla="*/ 35638 w 159255"/>
                  <a:gd name="connsiteY29" fmla="*/ 18933 h 159255"/>
                  <a:gd name="connsiteX30" fmla="*/ 34524 w 159255"/>
                  <a:gd name="connsiteY30" fmla="*/ 17819 h 159255"/>
                  <a:gd name="connsiteX31" fmla="*/ 33410 w 159255"/>
                  <a:gd name="connsiteY31" fmla="*/ 17819 h 159255"/>
                  <a:gd name="connsiteX32" fmla="*/ 32297 w 159255"/>
                  <a:gd name="connsiteY32" fmla="*/ 16705 h 159255"/>
                  <a:gd name="connsiteX33" fmla="*/ 31183 w 159255"/>
                  <a:gd name="connsiteY33" fmla="*/ 16705 h 159255"/>
                  <a:gd name="connsiteX34" fmla="*/ 16705 w 159255"/>
                  <a:gd name="connsiteY34" fmla="*/ 31183 h 159255"/>
                  <a:gd name="connsiteX35" fmla="*/ 16705 w 159255"/>
                  <a:gd name="connsiteY35" fmla="*/ 32297 h 159255"/>
                  <a:gd name="connsiteX36" fmla="*/ 17819 w 159255"/>
                  <a:gd name="connsiteY36" fmla="*/ 33410 h 159255"/>
                  <a:gd name="connsiteX37" fmla="*/ 17819 w 159255"/>
                  <a:gd name="connsiteY37" fmla="*/ 34524 h 159255"/>
                  <a:gd name="connsiteX38" fmla="*/ 18933 w 159255"/>
                  <a:gd name="connsiteY38" fmla="*/ 35638 h 159255"/>
                  <a:gd name="connsiteX39" fmla="*/ 18933 w 159255"/>
                  <a:gd name="connsiteY39" fmla="*/ 36751 h 159255"/>
                  <a:gd name="connsiteX40" fmla="*/ 20046 w 159255"/>
                  <a:gd name="connsiteY40" fmla="*/ 37865 h 159255"/>
                  <a:gd name="connsiteX41" fmla="*/ 20046 w 159255"/>
                  <a:gd name="connsiteY41" fmla="*/ 38979 h 159255"/>
                  <a:gd name="connsiteX42" fmla="*/ 21160 w 159255"/>
                  <a:gd name="connsiteY42" fmla="*/ 40092 h 159255"/>
                  <a:gd name="connsiteX43" fmla="*/ 21160 w 159255"/>
                  <a:gd name="connsiteY43" fmla="*/ 41206 h 159255"/>
                  <a:gd name="connsiteX44" fmla="*/ 22274 w 159255"/>
                  <a:gd name="connsiteY44" fmla="*/ 42320 h 159255"/>
                  <a:gd name="connsiteX45" fmla="*/ 22274 w 159255"/>
                  <a:gd name="connsiteY45" fmla="*/ 43433 h 159255"/>
                  <a:gd name="connsiteX46" fmla="*/ 23387 w 159255"/>
                  <a:gd name="connsiteY46" fmla="*/ 44547 h 159255"/>
                  <a:gd name="connsiteX47" fmla="*/ 23387 w 159255"/>
                  <a:gd name="connsiteY47" fmla="*/ 45661 h 159255"/>
                  <a:gd name="connsiteX48" fmla="*/ 25615 w 159255"/>
                  <a:gd name="connsiteY48" fmla="*/ 49002 h 159255"/>
                  <a:gd name="connsiteX49" fmla="*/ 25615 w 159255"/>
                  <a:gd name="connsiteY49" fmla="*/ 51229 h 159255"/>
                  <a:gd name="connsiteX50" fmla="*/ 23387 w 159255"/>
                  <a:gd name="connsiteY50" fmla="*/ 54570 h 159255"/>
                  <a:gd name="connsiteX51" fmla="*/ 23387 w 159255"/>
                  <a:gd name="connsiteY51" fmla="*/ 56798 h 159255"/>
                  <a:gd name="connsiteX52" fmla="*/ 22274 w 159255"/>
                  <a:gd name="connsiteY52" fmla="*/ 57911 h 159255"/>
                  <a:gd name="connsiteX53" fmla="*/ 22274 w 159255"/>
                  <a:gd name="connsiteY53" fmla="*/ 59025 h 159255"/>
                  <a:gd name="connsiteX54" fmla="*/ 21160 w 159255"/>
                  <a:gd name="connsiteY54" fmla="*/ 60139 h 159255"/>
                  <a:gd name="connsiteX55" fmla="*/ 21160 w 159255"/>
                  <a:gd name="connsiteY55" fmla="*/ 61252 h 159255"/>
                  <a:gd name="connsiteX56" fmla="*/ 18933 w 159255"/>
                  <a:gd name="connsiteY56" fmla="*/ 63480 h 159255"/>
                  <a:gd name="connsiteX57" fmla="*/ 16705 w 159255"/>
                  <a:gd name="connsiteY57" fmla="*/ 63480 h 159255"/>
                  <a:gd name="connsiteX58" fmla="*/ 15591 w 159255"/>
                  <a:gd name="connsiteY58" fmla="*/ 64593 h 159255"/>
                  <a:gd name="connsiteX59" fmla="*/ 13364 w 159255"/>
                  <a:gd name="connsiteY59" fmla="*/ 64593 h 159255"/>
                  <a:gd name="connsiteX60" fmla="*/ 12250 w 159255"/>
                  <a:gd name="connsiteY60" fmla="*/ 65707 h 159255"/>
                  <a:gd name="connsiteX61" fmla="*/ 10023 w 159255"/>
                  <a:gd name="connsiteY61" fmla="*/ 65707 h 159255"/>
                  <a:gd name="connsiteX62" fmla="*/ 8909 w 159255"/>
                  <a:gd name="connsiteY62" fmla="*/ 66821 h 159255"/>
                  <a:gd name="connsiteX63" fmla="*/ 6682 w 159255"/>
                  <a:gd name="connsiteY63" fmla="*/ 66821 h 159255"/>
                  <a:gd name="connsiteX64" fmla="*/ 5568 w 159255"/>
                  <a:gd name="connsiteY64" fmla="*/ 67934 h 159255"/>
                  <a:gd name="connsiteX65" fmla="*/ 3341 w 159255"/>
                  <a:gd name="connsiteY65" fmla="*/ 67934 h 159255"/>
                  <a:gd name="connsiteX66" fmla="*/ 2227 w 159255"/>
                  <a:gd name="connsiteY66" fmla="*/ 69048 h 159255"/>
                  <a:gd name="connsiteX67" fmla="*/ 0 w 159255"/>
                  <a:gd name="connsiteY67" fmla="*/ 69048 h 159255"/>
                  <a:gd name="connsiteX68" fmla="*/ 0 w 159255"/>
                  <a:gd name="connsiteY68" fmla="*/ 90208 h 159255"/>
                  <a:gd name="connsiteX69" fmla="*/ 2227 w 159255"/>
                  <a:gd name="connsiteY69" fmla="*/ 90208 h 159255"/>
                  <a:gd name="connsiteX70" fmla="*/ 3341 w 159255"/>
                  <a:gd name="connsiteY70" fmla="*/ 91322 h 159255"/>
                  <a:gd name="connsiteX71" fmla="*/ 5568 w 159255"/>
                  <a:gd name="connsiteY71" fmla="*/ 91322 h 159255"/>
                  <a:gd name="connsiteX72" fmla="*/ 6682 w 159255"/>
                  <a:gd name="connsiteY72" fmla="*/ 92435 h 159255"/>
                  <a:gd name="connsiteX73" fmla="*/ 8909 w 159255"/>
                  <a:gd name="connsiteY73" fmla="*/ 92435 h 159255"/>
                  <a:gd name="connsiteX74" fmla="*/ 10023 w 159255"/>
                  <a:gd name="connsiteY74" fmla="*/ 93549 h 159255"/>
                  <a:gd name="connsiteX75" fmla="*/ 12250 w 159255"/>
                  <a:gd name="connsiteY75" fmla="*/ 93549 h 159255"/>
                  <a:gd name="connsiteX76" fmla="*/ 13364 w 159255"/>
                  <a:gd name="connsiteY76" fmla="*/ 94663 h 159255"/>
                  <a:gd name="connsiteX77" fmla="*/ 15591 w 159255"/>
                  <a:gd name="connsiteY77" fmla="*/ 94663 h 159255"/>
                  <a:gd name="connsiteX78" fmla="*/ 16705 w 159255"/>
                  <a:gd name="connsiteY78" fmla="*/ 95776 h 159255"/>
                  <a:gd name="connsiteX79" fmla="*/ 18933 w 159255"/>
                  <a:gd name="connsiteY79" fmla="*/ 95776 h 159255"/>
                  <a:gd name="connsiteX80" fmla="*/ 21160 w 159255"/>
                  <a:gd name="connsiteY80" fmla="*/ 98004 h 159255"/>
                  <a:gd name="connsiteX81" fmla="*/ 21160 w 159255"/>
                  <a:gd name="connsiteY81" fmla="*/ 99117 h 159255"/>
                  <a:gd name="connsiteX82" fmla="*/ 23387 w 159255"/>
                  <a:gd name="connsiteY82" fmla="*/ 102458 h 159255"/>
                  <a:gd name="connsiteX83" fmla="*/ 23387 w 159255"/>
                  <a:gd name="connsiteY83" fmla="*/ 104686 h 159255"/>
                  <a:gd name="connsiteX84" fmla="*/ 25615 w 159255"/>
                  <a:gd name="connsiteY84" fmla="*/ 108027 h 159255"/>
                  <a:gd name="connsiteX85" fmla="*/ 25615 w 159255"/>
                  <a:gd name="connsiteY85" fmla="*/ 110254 h 159255"/>
                  <a:gd name="connsiteX86" fmla="*/ 24501 w 159255"/>
                  <a:gd name="connsiteY86" fmla="*/ 111368 h 159255"/>
                  <a:gd name="connsiteX87" fmla="*/ 24501 w 159255"/>
                  <a:gd name="connsiteY87" fmla="*/ 112481 h 159255"/>
                  <a:gd name="connsiteX88" fmla="*/ 23387 w 159255"/>
                  <a:gd name="connsiteY88" fmla="*/ 113595 h 159255"/>
                  <a:gd name="connsiteX89" fmla="*/ 23387 w 159255"/>
                  <a:gd name="connsiteY89" fmla="*/ 114709 h 159255"/>
                  <a:gd name="connsiteX90" fmla="*/ 22274 w 159255"/>
                  <a:gd name="connsiteY90" fmla="*/ 115822 h 159255"/>
                  <a:gd name="connsiteX91" fmla="*/ 22274 w 159255"/>
                  <a:gd name="connsiteY91" fmla="*/ 116936 h 159255"/>
                  <a:gd name="connsiteX92" fmla="*/ 21160 w 159255"/>
                  <a:gd name="connsiteY92" fmla="*/ 118050 h 159255"/>
                  <a:gd name="connsiteX93" fmla="*/ 21160 w 159255"/>
                  <a:gd name="connsiteY93" fmla="*/ 119164 h 159255"/>
                  <a:gd name="connsiteX94" fmla="*/ 20046 w 159255"/>
                  <a:gd name="connsiteY94" fmla="*/ 120277 h 159255"/>
                  <a:gd name="connsiteX95" fmla="*/ 20046 w 159255"/>
                  <a:gd name="connsiteY95" fmla="*/ 121391 h 159255"/>
                  <a:gd name="connsiteX96" fmla="*/ 18933 w 159255"/>
                  <a:gd name="connsiteY96" fmla="*/ 122505 h 159255"/>
                  <a:gd name="connsiteX97" fmla="*/ 18933 w 159255"/>
                  <a:gd name="connsiteY97" fmla="*/ 123618 h 159255"/>
                  <a:gd name="connsiteX98" fmla="*/ 17819 w 159255"/>
                  <a:gd name="connsiteY98" fmla="*/ 124732 h 159255"/>
                  <a:gd name="connsiteX99" fmla="*/ 17819 w 159255"/>
                  <a:gd name="connsiteY99" fmla="*/ 125846 h 159255"/>
                  <a:gd name="connsiteX100" fmla="*/ 16705 w 159255"/>
                  <a:gd name="connsiteY100" fmla="*/ 126959 h 159255"/>
                  <a:gd name="connsiteX101" fmla="*/ 16705 w 159255"/>
                  <a:gd name="connsiteY101" fmla="*/ 128073 h 159255"/>
                  <a:gd name="connsiteX102" fmla="*/ 31183 w 159255"/>
                  <a:gd name="connsiteY102" fmla="*/ 142551 h 159255"/>
                  <a:gd name="connsiteX103" fmla="*/ 32297 w 159255"/>
                  <a:gd name="connsiteY103" fmla="*/ 142551 h 159255"/>
                  <a:gd name="connsiteX104" fmla="*/ 33410 w 159255"/>
                  <a:gd name="connsiteY104" fmla="*/ 141437 h 159255"/>
                  <a:gd name="connsiteX105" fmla="*/ 34524 w 159255"/>
                  <a:gd name="connsiteY105" fmla="*/ 141437 h 159255"/>
                  <a:gd name="connsiteX106" fmla="*/ 35638 w 159255"/>
                  <a:gd name="connsiteY106" fmla="*/ 140323 h 159255"/>
                  <a:gd name="connsiteX107" fmla="*/ 36751 w 159255"/>
                  <a:gd name="connsiteY107" fmla="*/ 140323 h 159255"/>
                  <a:gd name="connsiteX108" fmla="*/ 37865 w 159255"/>
                  <a:gd name="connsiteY108" fmla="*/ 139210 h 159255"/>
                  <a:gd name="connsiteX109" fmla="*/ 38979 w 159255"/>
                  <a:gd name="connsiteY109" fmla="*/ 139210 h 159255"/>
                  <a:gd name="connsiteX110" fmla="*/ 40092 w 159255"/>
                  <a:gd name="connsiteY110" fmla="*/ 138096 h 159255"/>
                  <a:gd name="connsiteX111" fmla="*/ 41206 w 159255"/>
                  <a:gd name="connsiteY111" fmla="*/ 138096 h 159255"/>
                  <a:gd name="connsiteX112" fmla="*/ 42320 w 159255"/>
                  <a:gd name="connsiteY112" fmla="*/ 136982 h 159255"/>
                  <a:gd name="connsiteX113" fmla="*/ 43433 w 159255"/>
                  <a:gd name="connsiteY113" fmla="*/ 136982 h 159255"/>
                  <a:gd name="connsiteX114" fmla="*/ 44547 w 159255"/>
                  <a:gd name="connsiteY114" fmla="*/ 135869 h 159255"/>
                  <a:gd name="connsiteX115" fmla="*/ 45661 w 159255"/>
                  <a:gd name="connsiteY115" fmla="*/ 135869 h 159255"/>
                  <a:gd name="connsiteX116" fmla="*/ 49002 w 159255"/>
                  <a:gd name="connsiteY116" fmla="*/ 133641 h 159255"/>
                  <a:gd name="connsiteX117" fmla="*/ 51229 w 159255"/>
                  <a:gd name="connsiteY117" fmla="*/ 133641 h 159255"/>
                  <a:gd name="connsiteX118" fmla="*/ 54570 w 159255"/>
                  <a:gd name="connsiteY118" fmla="*/ 135869 h 159255"/>
                  <a:gd name="connsiteX119" fmla="*/ 56798 w 159255"/>
                  <a:gd name="connsiteY119" fmla="*/ 135869 h 159255"/>
                  <a:gd name="connsiteX120" fmla="*/ 57911 w 159255"/>
                  <a:gd name="connsiteY120" fmla="*/ 136982 h 159255"/>
                  <a:gd name="connsiteX121" fmla="*/ 59025 w 159255"/>
                  <a:gd name="connsiteY121" fmla="*/ 136982 h 159255"/>
                  <a:gd name="connsiteX122" fmla="*/ 60139 w 159255"/>
                  <a:gd name="connsiteY122" fmla="*/ 138096 h 159255"/>
                  <a:gd name="connsiteX123" fmla="*/ 61252 w 159255"/>
                  <a:gd name="connsiteY123" fmla="*/ 138096 h 159255"/>
                  <a:gd name="connsiteX124" fmla="*/ 63480 w 159255"/>
                  <a:gd name="connsiteY124" fmla="*/ 140323 h 159255"/>
                  <a:gd name="connsiteX125" fmla="*/ 63480 w 159255"/>
                  <a:gd name="connsiteY125" fmla="*/ 142551 h 159255"/>
                  <a:gd name="connsiteX126" fmla="*/ 64593 w 159255"/>
                  <a:gd name="connsiteY126" fmla="*/ 143664 h 159255"/>
                  <a:gd name="connsiteX127" fmla="*/ 64593 w 159255"/>
                  <a:gd name="connsiteY127" fmla="*/ 145892 h 159255"/>
                  <a:gd name="connsiteX128" fmla="*/ 65707 w 159255"/>
                  <a:gd name="connsiteY128" fmla="*/ 147005 h 159255"/>
                  <a:gd name="connsiteX129" fmla="*/ 65707 w 159255"/>
                  <a:gd name="connsiteY129" fmla="*/ 149233 h 159255"/>
                  <a:gd name="connsiteX130" fmla="*/ 66821 w 159255"/>
                  <a:gd name="connsiteY130" fmla="*/ 150347 h 159255"/>
                  <a:gd name="connsiteX131" fmla="*/ 66821 w 159255"/>
                  <a:gd name="connsiteY131" fmla="*/ 152574 h 159255"/>
                  <a:gd name="connsiteX132" fmla="*/ 67934 w 159255"/>
                  <a:gd name="connsiteY132" fmla="*/ 153688 h 159255"/>
                  <a:gd name="connsiteX133" fmla="*/ 67934 w 159255"/>
                  <a:gd name="connsiteY133" fmla="*/ 155915 h 159255"/>
                  <a:gd name="connsiteX134" fmla="*/ 69048 w 159255"/>
                  <a:gd name="connsiteY134" fmla="*/ 157029 h 159255"/>
                  <a:gd name="connsiteX135" fmla="*/ 69048 w 159255"/>
                  <a:gd name="connsiteY135" fmla="*/ 159256 h 159255"/>
                  <a:gd name="connsiteX136" fmla="*/ 90208 w 159255"/>
                  <a:gd name="connsiteY136" fmla="*/ 159256 h 159255"/>
                  <a:gd name="connsiteX137" fmla="*/ 90208 w 159255"/>
                  <a:gd name="connsiteY137" fmla="*/ 157029 h 159255"/>
                  <a:gd name="connsiteX138" fmla="*/ 91322 w 159255"/>
                  <a:gd name="connsiteY138" fmla="*/ 155915 h 159255"/>
                  <a:gd name="connsiteX139" fmla="*/ 91322 w 159255"/>
                  <a:gd name="connsiteY139" fmla="*/ 153688 h 159255"/>
                  <a:gd name="connsiteX140" fmla="*/ 92435 w 159255"/>
                  <a:gd name="connsiteY140" fmla="*/ 152574 h 159255"/>
                  <a:gd name="connsiteX141" fmla="*/ 92435 w 159255"/>
                  <a:gd name="connsiteY141" fmla="*/ 150347 h 159255"/>
                  <a:gd name="connsiteX142" fmla="*/ 93549 w 159255"/>
                  <a:gd name="connsiteY142" fmla="*/ 149233 h 159255"/>
                  <a:gd name="connsiteX143" fmla="*/ 93549 w 159255"/>
                  <a:gd name="connsiteY143" fmla="*/ 147005 h 159255"/>
                  <a:gd name="connsiteX144" fmla="*/ 94663 w 159255"/>
                  <a:gd name="connsiteY144" fmla="*/ 145892 h 159255"/>
                  <a:gd name="connsiteX145" fmla="*/ 94663 w 159255"/>
                  <a:gd name="connsiteY145" fmla="*/ 143664 h 159255"/>
                  <a:gd name="connsiteX146" fmla="*/ 95776 w 159255"/>
                  <a:gd name="connsiteY146" fmla="*/ 142551 h 159255"/>
                  <a:gd name="connsiteX147" fmla="*/ 95776 w 159255"/>
                  <a:gd name="connsiteY147" fmla="*/ 140323 h 159255"/>
                  <a:gd name="connsiteX148" fmla="*/ 98004 w 159255"/>
                  <a:gd name="connsiteY148" fmla="*/ 138096 h 159255"/>
                  <a:gd name="connsiteX149" fmla="*/ 99117 w 159255"/>
                  <a:gd name="connsiteY149" fmla="*/ 138096 h 159255"/>
                  <a:gd name="connsiteX150" fmla="*/ 102458 w 159255"/>
                  <a:gd name="connsiteY150" fmla="*/ 135869 h 159255"/>
                  <a:gd name="connsiteX151" fmla="*/ 104686 w 159255"/>
                  <a:gd name="connsiteY151" fmla="*/ 135869 h 159255"/>
                  <a:gd name="connsiteX152" fmla="*/ 108027 w 159255"/>
                  <a:gd name="connsiteY152" fmla="*/ 133641 h 159255"/>
                  <a:gd name="connsiteX153" fmla="*/ 110254 w 159255"/>
                  <a:gd name="connsiteY153" fmla="*/ 133641 h 159255"/>
                  <a:gd name="connsiteX154" fmla="*/ 111368 w 159255"/>
                  <a:gd name="connsiteY154" fmla="*/ 134755 h 159255"/>
                  <a:gd name="connsiteX155" fmla="*/ 112481 w 159255"/>
                  <a:gd name="connsiteY155" fmla="*/ 134755 h 159255"/>
                  <a:gd name="connsiteX156" fmla="*/ 113595 w 159255"/>
                  <a:gd name="connsiteY156" fmla="*/ 135869 h 159255"/>
                  <a:gd name="connsiteX157" fmla="*/ 114709 w 159255"/>
                  <a:gd name="connsiteY157" fmla="*/ 135869 h 159255"/>
                  <a:gd name="connsiteX158" fmla="*/ 115822 w 159255"/>
                  <a:gd name="connsiteY158" fmla="*/ 136982 h 159255"/>
                  <a:gd name="connsiteX159" fmla="*/ 116936 w 159255"/>
                  <a:gd name="connsiteY159" fmla="*/ 136982 h 159255"/>
                  <a:gd name="connsiteX160" fmla="*/ 118050 w 159255"/>
                  <a:gd name="connsiteY160" fmla="*/ 138096 h 159255"/>
                  <a:gd name="connsiteX161" fmla="*/ 119164 w 159255"/>
                  <a:gd name="connsiteY161" fmla="*/ 138096 h 159255"/>
                  <a:gd name="connsiteX162" fmla="*/ 120277 w 159255"/>
                  <a:gd name="connsiteY162" fmla="*/ 139210 h 159255"/>
                  <a:gd name="connsiteX163" fmla="*/ 121391 w 159255"/>
                  <a:gd name="connsiteY163" fmla="*/ 139210 h 159255"/>
                  <a:gd name="connsiteX164" fmla="*/ 122505 w 159255"/>
                  <a:gd name="connsiteY164" fmla="*/ 140323 h 159255"/>
                  <a:gd name="connsiteX165" fmla="*/ 123618 w 159255"/>
                  <a:gd name="connsiteY165" fmla="*/ 140323 h 159255"/>
                  <a:gd name="connsiteX166" fmla="*/ 124732 w 159255"/>
                  <a:gd name="connsiteY166" fmla="*/ 141437 h 159255"/>
                  <a:gd name="connsiteX167" fmla="*/ 125846 w 159255"/>
                  <a:gd name="connsiteY167" fmla="*/ 141437 h 159255"/>
                  <a:gd name="connsiteX168" fmla="*/ 126959 w 159255"/>
                  <a:gd name="connsiteY168" fmla="*/ 142551 h 159255"/>
                  <a:gd name="connsiteX169" fmla="*/ 128073 w 159255"/>
                  <a:gd name="connsiteY169" fmla="*/ 142551 h 159255"/>
                  <a:gd name="connsiteX170" fmla="*/ 142551 w 159255"/>
                  <a:gd name="connsiteY170" fmla="*/ 128073 h 159255"/>
                  <a:gd name="connsiteX171" fmla="*/ 142551 w 159255"/>
                  <a:gd name="connsiteY171" fmla="*/ 126959 h 159255"/>
                  <a:gd name="connsiteX172" fmla="*/ 141437 w 159255"/>
                  <a:gd name="connsiteY172" fmla="*/ 125846 h 159255"/>
                  <a:gd name="connsiteX173" fmla="*/ 141437 w 159255"/>
                  <a:gd name="connsiteY173" fmla="*/ 124732 h 159255"/>
                  <a:gd name="connsiteX174" fmla="*/ 140323 w 159255"/>
                  <a:gd name="connsiteY174" fmla="*/ 123618 h 159255"/>
                  <a:gd name="connsiteX175" fmla="*/ 140323 w 159255"/>
                  <a:gd name="connsiteY175" fmla="*/ 122505 h 159255"/>
                  <a:gd name="connsiteX176" fmla="*/ 139210 w 159255"/>
                  <a:gd name="connsiteY176" fmla="*/ 121391 h 159255"/>
                  <a:gd name="connsiteX177" fmla="*/ 139210 w 159255"/>
                  <a:gd name="connsiteY177" fmla="*/ 120277 h 159255"/>
                  <a:gd name="connsiteX178" fmla="*/ 138096 w 159255"/>
                  <a:gd name="connsiteY178" fmla="*/ 119164 h 159255"/>
                  <a:gd name="connsiteX179" fmla="*/ 138096 w 159255"/>
                  <a:gd name="connsiteY179" fmla="*/ 118050 h 159255"/>
                  <a:gd name="connsiteX180" fmla="*/ 136982 w 159255"/>
                  <a:gd name="connsiteY180" fmla="*/ 116936 h 159255"/>
                  <a:gd name="connsiteX181" fmla="*/ 136982 w 159255"/>
                  <a:gd name="connsiteY181" fmla="*/ 115822 h 159255"/>
                  <a:gd name="connsiteX182" fmla="*/ 135869 w 159255"/>
                  <a:gd name="connsiteY182" fmla="*/ 114709 h 159255"/>
                  <a:gd name="connsiteX183" fmla="*/ 135869 w 159255"/>
                  <a:gd name="connsiteY183" fmla="*/ 113595 h 159255"/>
                  <a:gd name="connsiteX184" fmla="*/ 133641 w 159255"/>
                  <a:gd name="connsiteY184" fmla="*/ 110254 h 159255"/>
                  <a:gd name="connsiteX185" fmla="*/ 133641 w 159255"/>
                  <a:gd name="connsiteY185" fmla="*/ 108027 h 159255"/>
                  <a:gd name="connsiteX186" fmla="*/ 135869 w 159255"/>
                  <a:gd name="connsiteY186" fmla="*/ 104686 h 159255"/>
                  <a:gd name="connsiteX187" fmla="*/ 135869 w 159255"/>
                  <a:gd name="connsiteY187" fmla="*/ 102458 h 159255"/>
                  <a:gd name="connsiteX188" fmla="*/ 136982 w 159255"/>
                  <a:gd name="connsiteY188" fmla="*/ 101345 h 159255"/>
                  <a:gd name="connsiteX189" fmla="*/ 136982 w 159255"/>
                  <a:gd name="connsiteY189" fmla="*/ 100231 h 159255"/>
                  <a:gd name="connsiteX190" fmla="*/ 138096 w 159255"/>
                  <a:gd name="connsiteY190" fmla="*/ 99117 h 159255"/>
                  <a:gd name="connsiteX191" fmla="*/ 138096 w 159255"/>
                  <a:gd name="connsiteY191" fmla="*/ 98004 h 159255"/>
                  <a:gd name="connsiteX192" fmla="*/ 140323 w 159255"/>
                  <a:gd name="connsiteY192" fmla="*/ 95776 h 159255"/>
                  <a:gd name="connsiteX193" fmla="*/ 142551 w 159255"/>
                  <a:gd name="connsiteY193" fmla="*/ 95776 h 159255"/>
                  <a:gd name="connsiteX194" fmla="*/ 143664 w 159255"/>
                  <a:gd name="connsiteY194" fmla="*/ 94663 h 159255"/>
                  <a:gd name="connsiteX195" fmla="*/ 145892 w 159255"/>
                  <a:gd name="connsiteY195" fmla="*/ 94663 h 159255"/>
                  <a:gd name="connsiteX196" fmla="*/ 147005 w 159255"/>
                  <a:gd name="connsiteY196" fmla="*/ 93549 h 159255"/>
                  <a:gd name="connsiteX197" fmla="*/ 149233 w 159255"/>
                  <a:gd name="connsiteY197" fmla="*/ 93549 h 159255"/>
                  <a:gd name="connsiteX198" fmla="*/ 150347 w 159255"/>
                  <a:gd name="connsiteY198" fmla="*/ 92435 h 159255"/>
                  <a:gd name="connsiteX199" fmla="*/ 152574 w 159255"/>
                  <a:gd name="connsiteY199" fmla="*/ 92435 h 159255"/>
                  <a:gd name="connsiteX200" fmla="*/ 153688 w 159255"/>
                  <a:gd name="connsiteY200" fmla="*/ 91322 h 159255"/>
                  <a:gd name="connsiteX201" fmla="*/ 155915 w 159255"/>
                  <a:gd name="connsiteY201" fmla="*/ 91322 h 159255"/>
                  <a:gd name="connsiteX202" fmla="*/ 157029 w 159255"/>
                  <a:gd name="connsiteY202" fmla="*/ 90208 h 159255"/>
                  <a:gd name="connsiteX203" fmla="*/ 159256 w 159255"/>
                  <a:gd name="connsiteY203" fmla="*/ 90208 h 159255"/>
                  <a:gd name="connsiteX204" fmla="*/ 159256 w 159255"/>
                  <a:gd name="connsiteY204" fmla="*/ 69048 h 159255"/>
                  <a:gd name="connsiteX205" fmla="*/ 157029 w 159255"/>
                  <a:gd name="connsiteY205" fmla="*/ 69048 h 159255"/>
                  <a:gd name="connsiteX206" fmla="*/ 155915 w 159255"/>
                  <a:gd name="connsiteY206" fmla="*/ 67934 h 159255"/>
                  <a:gd name="connsiteX207" fmla="*/ 153688 w 159255"/>
                  <a:gd name="connsiteY207" fmla="*/ 67934 h 159255"/>
                  <a:gd name="connsiteX208" fmla="*/ 152574 w 159255"/>
                  <a:gd name="connsiteY208" fmla="*/ 66821 h 159255"/>
                  <a:gd name="connsiteX209" fmla="*/ 150347 w 159255"/>
                  <a:gd name="connsiteY209" fmla="*/ 66821 h 159255"/>
                  <a:gd name="connsiteX210" fmla="*/ 149233 w 159255"/>
                  <a:gd name="connsiteY210" fmla="*/ 65707 h 159255"/>
                  <a:gd name="connsiteX211" fmla="*/ 147005 w 159255"/>
                  <a:gd name="connsiteY211" fmla="*/ 65707 h 159255"/>
                  <a:gd name="connsiteX212" fmla="*/ 145892 w 159255"/>
                  <a:gd name="connsiteY212" fmla="*/ 64593 h 159255"/>
                  <a:gd name="connsiteX213" fmla="*/ 143664 w 159255"/>
                  <a:gd name="connsiteY213" fmla="*/ 64593 h 159255"/>
                  <a:gd name="connsiteX214" fmla="*/ 142551 w 159255"/>
                  <a:gd name="connsiteY214" fmla="*/ 63480 h 159255"/>
                  <a:gd name="connsiteX215" fmla="*/ 140323 w 159255"/>
                  <a:gd name="connsiteY215" fmla="*/ 63480 h 159255"/>
                  <a:gd name="connsiteX216" fmla="*/ 138096 w 159255"/>
                  <a:gd name="connsiteY216" fmla="*/ 61252 h 159255"/>
                  <a:gd name="connsiteX217" fmla="*/ 138096 w 159255"/>
                  <a:gd name="connsiteY217" fmla="*/ 60139 h 159255"/>
                  <a:gd name="connsiteX218" fmla="*/ 135869 w 159255"/>
                  <a:gd name="connsiteY218" fmla="*/ 56798 h 159255"/>
                  <a:gd name="connsiteX219" fmla="*/ 135869 w 159255"/>
                  <a:gd name="connsiteY219" fmla="*/ 54570 h 159255"/>
                  <a:gd name="connsiteX220" fmla="*/ 133641 w 159255"/>
                  <a:gd name="connsiteY220" fmla="*/ 51229 h 159255"/>
                  <a:gd name="connsiteX221" fmla="*/ 133641 w 159255"/>
                  <a:gd name="connsiteY221" fmla="*/ 49002 h 159255"/>
                  <a:gd name="connsiteX222" fmla="*/ 134755 w 159255"/>
                  <a:gd name="connsiteY222" fmla="*/ 47888 h 159255"/>
                  <a:gd name="connsiteX223" fmla="*/ 134755 w 159255"/>
                  <a:gd name="connsiteY223" fmla="*/ 46774 h 159255"/>
                  <a:gd name="connsiteX224" fmla="*/ 135869 w 159255"/>
                  <a:gd name="connsiteY224" fmla="*/ 45661 h 159255"/>
                  <a:gd name="connsiteX225" fmla="*/ 135869 w 159255"/>
                  <a:gd name="connsiteY225" fmla="*/ 44547 h 159255"/>
                  <a:gd name="connsiteX226" fmla="*/ 136982 w 159255"/>
                  <a:gd name="connsiteY226" fmla="*/ 43433 h 159255"/>
                  <a:gd name="connsiteX227" fmla="*/ 136982 w 159255"/>
                  <a:gd name="connsiteY227" fmla="*/ 42320 h 159255"/>
                  <a:gd name="connsiteX228" fmla="*/ 138096 w 159255"/>
                  <a:gd name="connsiteY228" fmla="*/ 41206 h 159255"/>
                  <a:gd name="connsiteX229" fmla="*/ 138096 w 159255"/>
                  <a:gd name="connsiteY229" fmla="*/ 40092 h 159255"/>
                  <a:gd name="connsiteX230" fmla="*/ 139210 w 159255"/>
                  <a:gd name="connsiteY230" fmla="*/ 38979 h 159255"/>
                  <a:gd name="connsiteX231" fmla="*/ 139210 w 159255"/>
                  <a:gd name="connsiteY231" fmla="*/ 37865 h 159255"/>
                  <a:gd name="connsiteX232" fmla="*/ 140323 w 159255"/>
                  <a:gd name="connsiteY232" fmla="*/ 36751 h 159255"/>
                  <a:gd name="connsiteX233" fmla="*/ 140323 w 159255"/>
                  <a:gd name="connsiteY233" fmla="*/ 35638 h 159255"/>
                  <a:gd name="connsiteX234" fmla="*/ 141437 w 159255"/>
                  <a:gd name="connsiteY234" fmla="*/ 34524 h 159255"/>
                  <a:gd name="connsiteX235" fmla="*/ 141437 w 159255"/>
                  <a:gd name="connsiteY235" fmla="*/ 33410 h 159255"/>
                  <a:gd name="connsiteX236" fmla="*/ 142551 w 159255"/>
                  <a:gd name="connsiteY236" fmla="*/ 32297 h 159255"/>
                  <a:gd name="connsiteX237" fmla="*/ 142551 w 159255"/>
                  <a:gd name="connsiteY237" fmla="*/ 31183 h 159255"/>
                  <a:gd name="connsiteX238" fmla="*/ 128073 w 159255"/>
                  <a:gd name="connsiteY238" fmla="*/ 16705 h 159255"/>
                  <a:gd name="connsiteX239" fmla="*/ 126959 w 159255"/>
                  <a:gd name="connsiteY239" fmla="*/ 16705 h 159255"/>
                  <a:gd name="connsiteX240" fmla="*/ 125846 w 159255"/>
                  <a:gd name="connsiteY240" fmla="*/ 17819 h 159255"/>
                  <a:gd name="connsiteX241" fmla="*/ 124732 w 159255"/>
                  <a:gd name="connsiteY241" fmla="*/ 17819 h 159255"/>
                  <a:gd name="connsiteX242" fmla="*/ 123618 w 159255"/>
                  <a:gd name="connsiteY242" fmla="*/ 18933 h 159255"/>
                  <a:gd name="connsiteX243" fmla="*/ 122505 w 159255"/>
                  <a:gd name="connsiteY243" fmla="*/ 18933 h 159255"/>
                  <a:gd name="connsiteX244" fmla="*/ 121391 w 159255"/>
                  <a:gd name="connsiteY244" fmla="*/ 20046 h 159255"/>
                  <a:gd name="connsiteX245" fmla="*/ 120277 w 159255"/>
                  <a:gd name="connsiteY245" fmla="*/ 20046 h 159255"/>
                  <a:gd name="connsiteX246" fmla="*/ 119164 w 159255"/>
                  <a:gd name="connsiteY246" fmla="*/ 21160 h 159255"/>
                  <a:gd name="connsiteX247" fmla="*/ 118050 w 159255"/>
                  <a:gd name="connsiteY247" fmla="*/ 21160 h 159255"/>
                  <a:gd name="connsiteX248" fmla="*/ 116936 w 159255"/>
                  <a:gd name="connsiteY248" fmla="*/ 22274 h 159255"/>
                  <a:gd name="connsiteX249" fmla="*/ 115822 w 159255"/>
                  <a:gd name="connsiteY249" fmla="*/ 22274 h 159255"/>
                  <a:gd name="connsiteX250" fmla="*/ 114709 w 159255"/>
                  <a:gd name="connsiteY250" fmla="*/ 23387 h 159255"/>
                  <a:gd name="connsiteX251" fmla="*/ 113595 w 159255"/>
                  <a:gd name="connsiteY251" fmla="*/ 23387 h 159255"/>
                  <a:gd name="connsiteX252" fmla="*/ 110254 w 159255"/>
                  <a:gd name="connsiteY252" fmla="*/ 25615 h 159255"/>
                  <a:gd name="connsiteX253" fmla="*/ 108027 w 159255"/>
                  <a:gd name="connsiteY253" fmla="*/ 25615 h 159255"/>
                  <a:gd name="connsiteX254" fmla="*/ 104686 w 159255"/>
                  <a:gd name="connsiteY254" fmla="*/ 23387 h 159255"/>
                  <a:gd name="connsiteX255" fmla="*/ 102458 w 159255"/>
                  <a:gd name="connsiteY255" fmla="*/ 23387 h 159255"/>
                  <a:gd name="connsiteX256" fmla="*/ 101345 w 159255"/>
                  <a:gd name="connsiteY256" fmla="*/ 22274 h 159255"/>
                  <a:gd name="connsiteX257" fmla="*/ 100231 w 159255"/>
                  <a:gd name="connsiteY257" fmla="*/ 22274 h 159255"/>
                  <a:gd name="connsiteX258" fmla="*/ 99117 w 159255"/>
                  <a:gd name="connsiteY258" fmla="*/ 21160 h 159255"/>
                  <a:gd name="connsiteX259" fmla="*/ 98004 w 159255"/>
                  <a:gd name="connsiteY259" fmla="*/ 21160 h 159255"/>
                  <a:gd name="connsiteX260" fmla="*/ 95776 w 159255"/>
                  <a:gd name="connsiteY260" fmla="*/ 18933 h 159255"/>
                  <a:gd name="connsiteX261" fmla="*/ 95776 w 159255"/>
                  <a:gd name="connsiteY261" fmla="*/ 16705 h 159255"/>
                  <a:gd name="connsiteX262" fmla="*/ 94663 w 159255"/>
                  <a:gd name="connsiteY262" fmla="*/ 15591 h 159255"/>
                  <a:gd name="connsiteX263" fmla="*/ 94663 w 159255"/>
                  <a:gd name="connsiteY263" fmla="*/ 13364 h 159255"/>
                  <a:gd name="connsiteX264" fmla="*/ 93549 w 159255"/>
                  <a:gd name="connsiteY264" fmla="*/ 12250 h 159255"/>
                  <a:gd name="connsiteX265" fmla="*/ 93549 w 159255"/>
                  <a:gd name="connsiteY265" fmla="*/ 10023 h 159255"/>
                  <a:gd name="connsiteX266" fmla="*/ 92435 w 159255"/>
                  <a:gd name="connsiteY266" fmla="*/ 8909 h 159255"/>
                  <a:gd name="connsiteX267" fmla="*/ 92435 w 159255"/>
                  <a:gd name="connsiteY267" fmla="*/ 6682 h 159255"/>
                  <a:gd name="connsiteX268" fmla="*/ 91322 w 159255"/>
                  <a:gd name="connsiteY268" fmla="*/ 5568 h 159255"/>
                  <a:gd name="connsiteX269" fmla="*/ 91322 w 159255"/>
                  <a:gd name="connsiteY269" fmla="*/ 3341 h 159255"/>
                  <a:gd name="connsiteX270" fmla="*/ 90208 w 159255"/>
                  <a:gd name="connsiteY270" fmla="*/ 2227 h 159255"/>
                  <a:gd name="connsiteX271" fmla="*/ 90208 w 159255"/>
                  <a:gd name="connsiteY271" fmla="*/ 0 h 159255"/>
                  <a:gd name="connsiteX272" fmla="*/ 65707 w 159255"/>
                  <a:gd name="connsiteY272" fmla="*/ 35638 h 159255"/>
                  <a:gd name="connsiteX273" fmla="*/ 64593 w 159255"/>
                  <a:gd name="connsiteY273" fmla="*/ 36751 h 159255"/>
                  <a:gd name="connsiteX274" fmla="*/ 63480 w 159255"/>
                  <a:gd name="connsiteY274" fmla="*/ 36751 h 159255"/>
                  <a:gd name="connsiteX275" fmla="*/ 62366 w 159255"/>
                  <a:gd name="connsiteY275" fmla="*/ 37865 h 159255"/>
                  <a:gd name="connsiteX276" fmla="*/ 60139 w 159255"/>
                  <a:gd name="connsiteY276" fmla="*/ 37865 h 159255"/>
                  <a:gd name="connsiteX277" fmla="*/ 59025 w 159255"/>
                  <a:gd name="connsiteY277" fmla="*/ 38979 h 159255"/>
                  <a:gd name="connsiteX278" fmla="*/ 57911 w 159255"/>
                  <a:gd name="connsiteY278" fmla="*/ 38979 h 159255"/>
                  <a:gd name="connsiteX279" fmla="*/ 55684 w 159255"/>
                  <a:gd name="connsiteY279" fmla="*/ 41206 h 159255"/>
                  <a:gd name="connsiteX280" fmla="*/ 54570 w 159255"/>
                  <a:gd name="connsiteY280" fmla="*/ 41206 h 159255"/>
                  <a:gd name="connsiteX281" fmla="*/ 52343 w 159255"/>
                  <a:gd name="connsiteY281" fmla="*/ 43433 h 159255"/>
                  <a:gd name="connsiteX282" fmla="*/ 51229 w 159255"/>
                  <a:gd name="connsiteY282" fmla="*/ 43433 h 159255"/>
                  <a:gd name="connsiteX283" fmla="*/ 43433 w 159255"/>
                  <a:gd name="connsiteY283" fmla="*/ 51229 h 159255"/>
                  <a:gd name="connsiteX284" fmla="*/ 43433 w 159255"/>
                  <a:gd name="connsiteY284" fmla="*/ 52343 h 159255"/>
                  <a:gd name="connsiteX285" fmla="*/ 41206 w 159255"/>
                  <a:gd name="connsiteY285" fmla="*/ 54570 h 159255"/>
                  <a:gd name="connsiteX286" fmla="*/ 41206 w 159255"/>
                  <a:gd name="connsiteY286" fmla="*/ 55684 h 159255"/>
                  <a:gd name="connsiteX287" fmla="*/ 38979 w 159255"/>
                  <a:gd name="connsiteY287" fmla="*/ 57911 h 159255"/>
                  <a:gd name="connsiteX288" fmla="*/ 38979 w 159255"/>
                  <a:gd name="connsiteY288" fmla="*/ 59025 h 159255"/>
                  <a:gd name="connsiteX289" fmla="*/ 37865 w 159255"/>
                  <a:gd name="connsiteY289" fmla="*/ 60139 h 159255"/>
                  <a:gd name="connsiteX290" fmla="*/ 37865 w 159255"/>
                  <a:gd name="connsiteY290" fmla="*/ 62366 h 159255"/>
                  <a:gd name="connsiteX291" fmla="*/ 36751 w 159255"/>
                  <a:gd name="connsiteY291" fmla="*/ 63480 h 159255"/>
                  <a:gd name="connsiteX292" fmla="*/ 36751 w 159255"/>
                  <a:gd name="connsiteY292" fmla="*/ 64593 h 159255"/>
                  <a:gd name="connsiteX293" fmla="*/ 35638 w 159255"/>
                  <a:gd name="connsiteY293" fmla="*/ 65707 h 159255"/>
                  <a:gd name="connsiteX294" fmla="*/ 35638 w 159255"/>
                  <a:gd name="connsiteY294" fmla="*/ 69048 h 159255"/>
                  <a:gd name="connsiteX295" fmla="*/ 34524 w 159255"/>
                  <a:gd name="connsiteY295" fmla="*/ 70162 h 159255"/>
                  <a:gd name="connsiteX296" fmla="*/ 34524 w 159255"/>
                  <a:gd name="connsiteY296" fmla="*/ 89094 h 159255"/>
                  <a:gd name="connsiteX297" fmla="*/ 35638 w 159255"/>
                  <a:gd name="connsiteY297" fmla="*/ 90208 h 159255"/>
                  <a:gd name="connsiteX298" fmla="*/ 35638 w 159255"/>
                  <a:gd name="connsiteY298" fmla="*/ 93549 h 159255"/>
                  <a:gd name="connsiteX299" fmla="*/ 36751 w 159255"/>
                  <a:gd name="connsiteY299" fmla="*/ 94663 h 159255"/>
                  <a:gd name="connsiteX300" fmla="*/ 36751 w 159255"/>
                  <a:gd name="connsiteY300" fmla="*/ 95776 h 159255"/>
                  <a:gd name="connsiteX301" fmla="*/ 37865 w 159255"/>
                  <a:gd name="connsiteY301" fmla="*/ 96890 h 159255"/>
                  <a:gd name="connsiteX302" fmla="*/ 37865 w 159255"/>
                  <a:gd name="connsiteY302" fmla="*/ 99117 h 159255"/>
                  <a:gd name="connsiteX303" fmla="*/ 38979 w 159255"/>
                  <a:gd name="connsiteY303" fmla="*/ 100231 h 159255"/>
                  <a:gd name="connsiteX304" fmla="*/ 38979 w 159255"/>
                  <a:gd name="connsiteY304" fmla="*/ 101345 h 159255"/>
                  <a:gd name="connsiteX305" fmla="*/ 41206 w 159255"/>
                  <a:gd name="connsiteY305" fmla="*/ 103572 h 159255"/>
                  <a:gd name="connsiteX306" fmla="*/ 41206 w 159255"/>
                  <a:gd name="connsiteY306" fmla="*/ 104686 h 159255"/>
                  <a:gd name="connsiteX307" fmla="*/ 43433 w 159255"/>
                  <a:gd name="connsiteY307" fmla="*/ 106913 h 159255"/>
                  <a:gd name="connsiteX308" fmla="*/ 43433 w 159255"/>
                  <a:gd name="connsiteY308" fmla="*/ 108027 h 159255"/>
                  <a:gd name="connsiteX309" fmla="*/ 51229 w 159255"/>
                  <a:gd name="connsiteY309" fmla="*/ 115822 h 159255"/>
                  <a:gd name="connsiteX310" fmla="*/ 52343 w 159255"/>
                  <a:gd name="connsiteY310" fmla="*/ 115822 h 159255"/>
                  <a:gd name="connsiteX311" fmla="*/ 54570 w 159255"/>
                  <a:gd name="connsiteY311" fmla="*/ 118050 h 159255"/>
                  <a:gd name="connsiteX312" fmla="*/ 55684 w 159255"/>
                  <a:gd name="connsiteY312" fmla="*/ 118050 h 159255"/>
                  <a:gd name="connsiteX313" fmla="*/ 57911 w 159255"/>
                  <a:gd name="connsiteY313" fmla="*/ 120277 h 159255"/>
                  <a:gd name="connsiteX314" fmla="*/ 59025 w 159255"/>
                  <a:gd name="connsiteY314" fmla="*/ 120277 h 159255"/>
                  <a:gd name="connsiteX315" fmla="*/ 60139 w 159255"/>
                  <a:gd name="connsiteY315" fmla="*/ 121391 h 159255"/>
                  <a:gd name="connsiteX316" fmla="*/ 62366 w 159255"/>
                  <a:gd name="connsiteY316" fmla="*/ 121391 h 159255"/>
                  <a:gd name="connsiteX317" fmla="*/ 63480 w 159255"/>
                  <a:gd name="connsiteY317" fmla="*/ 122505 h 159255"/>
                  <a:gd name="connsiteX318" fmla="*/ 64593 w 159255"/>
                  <a:gd name="connsiteY318" fmla="*/ 122505 h 159255"/>
                  <a:gd name="connsiteX319" fmla="*/ 65707 w 159255"/>
                  <a:gd name="connsiteY319" fmla="*/ 123618 h 159255"/>
                  <a:gd name="connsiteX320" fmla="*/ 69048 w 159255"/>
                  <a:gd name="connsiteY320" fmla="*/ 123618 h 159255"/>
                  <a:gd name="connsiteX321" fmla="*/ 70162 w 159255"/>
                  <a:gd name="connsiteY321" fmla="*/ 124732 h 159255"/>
                  <a:gd name="connsiteX322" fmla="*/ 89094 w 159255"/>
                  <a:gd name="connsiteY322" fmla="*/ 124732 h 159255"/>
                  <a:gd name="connsiteX323" fmla="*/ 90208 w 159255"/>
                  <a:gd name="connsiteY323" fmla="*/ 123618 h 159255"/>
                  <a:gd name="connsiteX324" fmla="*/ 93549 w 159255"/>
                  <a:gd name="connsiteY324" fmla="*/ 123618 h 159255"/>
                  <a:gd name="connsiteX325" fmla="*/ 94663 w 159255"/>
                  <a:gd name="connsiteY325" fmla="*/ 122505 h 159255"/>
                  <a:gd name="connsiteX326" fmla="*/ 95776 w 159255"/>
                  <a:gd name="connsiteY326" fmla="*/ 122505 h 159255"/>
                  <a:gd name="connsiteX327" fmla="*/ 96890 w 159255"/>
                  <a:gd name="connsiteY327" fmla="*/ 121391 h 159255"/>
                  <a:gd name="connsiteX328" fmla="*/ 99117 w 159255"/>
                  <a:gd name="connsiteY328" fmla="*/ 121391 h 159255"/>
                  <a:gd name="connsiteX329" fmla="*/ 100231 w 159255"/>
                  <a:gd name="connsiteY329" fmla="*/ 120277 h 159255"/>
                  <a:gd name="connsiteX330" fmla="*/ 101345 w 159255"/>
                  <a:gd name="connsiteY330" fmla="*/ 120277 h 159255"/>
                  <a:gd name="connsiteX331" fmla="*/ 103572 w 159255"/>
                  <a:gd name="connsiteY331" fmla="*/ 118050 h 159255"/>
                  <a:gd name="connsiteX332" fmla="*/ 104686 w 159255"/>
                  <a:gd name="connsiteY332" fmla="*/ 118050 h 159255"/>
                  <a:gd name="connsiteX333" fmla="*/ 106913 w 159255"/>
                  <a:gd name="connsiteY333" fmla="*/ 115822 h 159255"/>
                  <a:gd name="connsiteX334" fmla="*/ 108027 w 159255"/>
                  <a:gd name="connsiteY334" fmla="*/ 115822 h 159255"/>
                  <a:gd name="connsiteX335" fmla="*/ 115822 w 159255"/>
                  <a:gd name="connsiteY335" fmla="*/ 108027 h 159255"/>
                  <a:gd name="connsiteX336" fmla="*/ 115822 w 159255"/>
                  <a:gd name="connsiteY336" fmla="*/ 106913 h 159255"/>
                  <a:gd name="connsiteX337" fmla="*/ 118050 w 159255"/>
                  <a:gd name="connsiteY337" fmla="*/ 104686 h 159255"/>
                  <a:gd name="connsiteX338" fmla="*/ 118050 w 159255"/>
                  <a:gd name="connsiteY338" fmla="*/ 103572 h 159255"/>
                  <a:gd name="connsiteX339" fmla="*/ 120277 w 159255"/>
                  <a:gd name="connsiteY339" fmla="*/ 101345 h 159255"/>
                  <a:gd name="connsiteX340" fmla="*/ 120277 w 159255"/>
                  <a:gd name="connsiteY340" fmla="*/ 100231 h 159255"/>
                  <a:gd name="connsiteX341" fmla="*/ 121391 w 159255"/>
                  <a:gd name="connsiteY341" fmla="*/ 99117 h 159255"/>
                  <a:gd name="connsiteX342" fmla="*/ 121391 w 159255"/>
                  <a:gd name="connsiteY342" fmla="*/ 96890 h 159255"/>
                  <a:gd name="connsiteX343" fmla="*/ 122505 w 159255"/>
                  <a:gd name="connsiteY343" fmla="*/ 95776 h 159255"/>
                  <a:gd name="connsiteX344" fmla="*/ 122505 w 159255"/>
                  <a:gd name="connsiteY344" fmla="*/ 94663 h 159255"/>
                  <a:gd name="connsiteX345" fmla="*/ 123618 w 159255"/>
                  <a:gd name="connsiteY345" fmla="*/ 93549 h 159255"/>
                  <a:gd name="connsiteX346" fmla="*/ 123618 w 159255"/>
                  <a:gd name="connsiteY346" fmla="*/ 90208 h 159255"/>
                  <a:gd name="connsiteX347" fmla="*/ 124732 w 159255"/>
                  <a:gd name="connsiteY347" fmla="*/ 89094 h 159255"/>
                  <a:gd name="connsiteX348" fmla="*/ 124732 w 159255"/>
                  <a:gd name="connsiteY348" fmla="*/ 70162 h 159255"/>
                  <a:gd name="connsiteX349" fmla="*/ 123618 w 159255"/>
                  <a:gd name="connsiteY349" fmla="*/ 69048 h 159255"/>
                  <a:gd name="connsiteX350" fmla="*/ 123618 w 159255"/>
                  <a:gd name="connsiteY350" fmla="*/ 65707 h 159255"/>
                  <a:gd name="connsiteX351" fmla="*/ 122505 w 159255"/>
                  <a:gd name="connsiteY351" fmla="*/ 64593 h 159255"/>
                  <a:gd name="connsiteX352" fmla="*/ 122505 w 159255"/>
                  <a:gd name="connsiteY352" fmla="*/ 63480 h 159255"/>
                  <a:gd name="connsiteX353" fmla="*/ 121391 w 159255"/>
                  <a:gd name="connsiteY353" fmla="*/ 62366 h 159255"/>
                  <a:gd name="connsiteX354" fmla="*/ 121391 w 159255"/>
                  <a:gd name="connsiteY354" fmla="*/ 60139 h 159255"/>
                  <a:gd name="connsiteX355" fmla="*/ 120277 w 159255"/>
                  <a:gd name="connsiteY355" fmla="*/ 59025 h 159255"/>
                  <a:gd name="connsiteX356" fmla="*/ 120277 w 159255"/>
                  <a:gd name="connsiteY356" fmla="*/ 57911 h 159255"/>
                  <a:gd name="connsiteX357" fmla="*/ 118050 w 159255"/>
                  <a:gd name="connsiteY357" fmla="*/ 55684 h 159255"/>
                  <a:gd name="connsiteX358" fmla="*/ 118050 w 159255"/>
                  <a:gd name="connsiteY358" fmla="*/ 54570 h 159255"/>
                  <a:gd name="connsiteX359" fmla="*/ 115822 w 159255"/>
                  <a:gd name="connsiteY359" fmla="*/ 52343 h 159255"/>
                  <a:gd name="connsiteX360" fmla="*/ 115822 w 159255"/>
                  <a:gd name="connsiteY360" fmla="*/ 51229 h 159255"/>
                  <a:gd name="connsiteX361" fmla="*/ 108027 w 159255"/>
                  <a:gd name="connsiteY361" fmla="*/ 43433 h 159255"/>
                  <a:gd name="connsiteX362" fmla="*/ 106913 w 159255"/>
                  <a:gd name="connsiteY362" fmla="*/ 43433 h 159255"/>
                  <a:gd name="connsiteX363" fmla="*/ 104686 w 159255"/>
                  <a:gd name="connsiteY363" fmla="*/ 41206 h 159255"/>
                  <a:gd name="connsiteX364" fmla="*/ 103572 w 159255"/>
                  <a:gd name="connsiteY364" fmla="*/ 41206 h 159255"/>
                  <a:gd name="connsiteX365" fmla="*/ 101345 w 159255"/>
                  <a:gd name="connsiteY365" fmla="*/ 38979 h 159255"/>
                  <a:gd name="connsiteX366" fmla="*/ 100231 w 159255"/>
                  <a:gd name="connsiteY366" fmla="*/ 38979 h 159255"/>
                  <a:gd name="connsiteX367" fmla="*/ 99117 w 159255"/>
                  <a:gd name="connsiteY367" fmla="*/ 37865 h 159255"/>
                  <a:gd name="connsiteX368" fmla="*/ 96890 w 159255"/>
                  <a:gd name="connsiteY368" fmla="*/ 37865 h 159255"/>
                  <a:gd name="connsiteX369" fmla="*/ 95776 w 159255"/>
                  <a:gd name="connsiteY369" fmla="*/ 36751 h 159255"/>
                  <a:gd name="connsiteX370" fmla="*/ 94663 w 159255"/>
                  <a:gd name="connsiteY370" fmla="*/ 36751 h 159255"/>
                  <a:gd name="connsiteX371" fmla="*/ 93549 w 159255"/>
                  <a:gd name="connsiteY371" fmla="*/ 35638 h 159255"/>
                  <a:gd name="connsiteX372" fmla="*/ 90208 w 159255"/>
                  <a:gd name="connsiteY372" fmla="*/ 35638 h 159255"/>
                  <a:gd name="connsiteX373" fmla="*/ 89094 w 159255"/>
                  <a:gd name="connsiteY373" fmla="*/ 34524 h 159255"/>
                  <a:gd name="connsiteX374" fmla="*/ 70162 w 159255"/>
                  <a:gd name="connsiteY374" fmla="*/ 34524 h 159255"/>
                  <a:gd name="connsiteX375" fmla="*/ 69048 w 159255"/>
                  <a:gd name="connsiteY375" fmla="*/ 35638 h 159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</a:cxnLst>
                <a:rect l="l" t="t" r="r" b="b"/>
                <a:pathLst>
                  <a:path w="159255" h="159255">
                    <a:moveTo>
                      <a:pt x="69048" y="0"/>
                    </a:moveTo>
                    <a:lnTo>
                      <a:pt x="69048" y="2227"/>
                    </a:lnTo>
                    <a:lnTo>
                      <a:pt x="67934" y="3341"/>
                    </a:lnTo>
                    <a:lnTo>
                      <a:pt x="67934" y="5568"/>
                    </a:lnTo>
                    <a:lnTo>
                      <a:pt x="66821" y="6682"/>
                    </a:lnTo>
                    <a:lnTo>
                      <a:pt x="66821" y="8909"/>
                    </a:lnTo>
                    <a:lnTo>
                      <a:pt x="65707" y="10023"/>
                    </a:lnTo>
                    <a:lnTo>
                      <a:pt x="65707" y="12250"/>
                    </a:lnTo>
                    <a:lnTo>
                      <a:pt x="64593" y="13364"/>
                    </a:lnTo>
                    <a:lnTo>
                      <a:pt x="64593" y="15591"/>
                    </a:lnTo>
                    <a:lnTo>
                      <a:pt x="63480" y="16705"/>
                    </a:lnTo>
                    <a:lnTo>
                      <a:pt x="63480" y="18933"/>
                    </a:lnTo>
                    <a:lnTo>
                      <a:pt x="61252" y="21160"/>
                    </a:lnTo>
                    <a:lnTo>
                      <a:pt x="60139" y="21160"/>
                    </a:lnTo>
                    <a:lnTo>
                      <a:pt x="56798" y="23387"/>
                    </a:lnTo>
                    <a:lnTo>
                      <a:pt x="54570" y="23387"/>
                    </a:lnTo>
                    <a:lnTo>
                      <a:pt x="51229" y="25615"/>
                    </a:lnTo>
                    <a:lnTo>
                      <a:pt x="49002" y="25615"/>
                    </a:lnTo>
                    <a:lnTo>
                      <a:pt x="47888" y="24501"/>
                    </a:lnTo>
                    <a:lnTo>
                      <a:pt x="46774" y="24501"/>
                    </a:lnTo>
                    <a:lnTo>
                      <a:pt x="45661" y="23387"/>
                    </a:lnTo>
                    <a:lnTo>
                      <a:pt x="44547" y="23387"/>
                    </a:lnTo>
                    <a:lnTo>
                      <a:pt x="43433" y="22274"/>
                    </a:lnTo>
                    <a:lnTo>
                      <a:pt x="42320" y="22274"/>
                    </a:lnTo>
                    <a:lnTo>
                      <a:pt x="41206" y="21160"/>
                    </a:lnTo>
                    <a:lnTo>
                      <a:pt x="40092" y="21160"/>
                    </a:lnTo>
                    <a:lnTo>
                      <a:pt x="38979" y="20046"/>
                    </a:lnTo>
                    <a:lnTo>
                      <a:pt x="37865" y="20046"/>
                    </a:lnTo>
                    <a:lnTo>
                      <a:pt x="36751" y="18933"/>
                    </a:lnTo>
                    <a:lnTo>
                      <a:pt x="35638" y="18933"/>
                    </a:lnTo>
                    <a:lnTo>
                      <a:pt x="34524" y="17819"/>
                    </a:lnTo>
                    <a:lnTo>
                      <a:pt x="33410" y="17819"/>
                    </a:lnTo>
                    <a:lnTo>
                      <a:pt x="32297" y="16705"/>
                    </a:lnTo>
                    <a:lnTo>
                      <a:pt x="31183" y="16705"/>
                    </a:lnTo>
                    <a:lnTo>
                      <a:pt x="16705" y="31183"/>
                    </a:lnTo>
                    <a:lnTo>
                      <a:pt x="16705" y="32297"/>
                    </a:lnTo>
                    <a:lnTo>
                      <a:pt x="17819" y="33410"/>
                    </a:lnTo>
                    <a:lnTo>
                      <a:pt x="17819" y="34524"/>
                    </a:lnTo>
                    <a:lnTo>
                      <a:pt x="18933" y="35638"/>
                    </a:lnTo>
                    <a:lnTo>
                      <a:pt x="18933" y="36751"/>
                    </a:lnTo>
                    <a:lnTo>
                      <a:pt x="20046" y="37865"/>
                    </a:lnTo>
                    <a:lnTo>
                      <a:pt x="20046" y="38979"/>
                    </a:lnTo>
                    <a:lnTo>
                      <a:pt x="21160" y="40092"/>
                    </a:lnTo>
                    <a:lnTo>
                      <a:pt x="21160" y="41206"/>
                    </a:lnTo>
                    <a:lnTo>
                      <a:pt x="22274" y="42320"/>
                    </a:lnTo>
                    <a:lnTo>
                      <a:pt x="22274" y="43433"/>
                    </a:lnTo>
                    <a:lnTo>
                      <a:pt x="23387" y="44547"/>
                    </a:lnTo>
                    <a:lnTo>
                      <a:pt x="23387" y="45661"/>
                    </a:lnTo>
                    <a:lnTo>
                      <a:pt x="25615" y="49002"/>
                    </a:lnTo>
                    <a:lnTo>
                      <a:pt x="25615" y="51229"/>
                    </a:lnTo>
                    <a:lnTo>
                      <a:pt x="23387" y="54570"/>
                    </a:lnTo>
                    <a:lnTo>
                      <a:pt x="23387" y="56798"/>
                    </a:lnTo>
                    <a:lnTo>
                      <a:pt x="22274" y="57911"/>
                    </a:lnTo>
                    <a:lnTo>
                      <a:pt x="22274" y="59025"/>
                    </a:lnTo>
                    <a:lnTo>
                      <a:pt x="21160" y="60139"/>
                    </a:lnTo>
                    <a:lnTo>
                      <a:pt x="21160" y="61252"/>
                    </a:lnTo>
                    <a:lnTo>
                      <a:pt x="18933" y="63480"/>
                    </a:lnTo>
                    <a:lnTo>
                      <a:pt x="16705" y="63480"/>
                    </a:lnTo>
                    <a:lnTo>
                      <a:pt x="15591" y="64593"/>
                    </a:lnTo>
                    <a:lnTo>
                      <a:pt x="13364" y="64593"/>
                    </a:lnTo>
                    <a:lnTo>
                      <a:pt x="12250" y="65707"/>
                    </a:lnTo>
                    <a:lnTo>
                      <a:pt x="10023" y="65707"/>
                    </a:lnTo>
                    <a:lnTo>
                      <a:pt x="8909" y="66821"/>
                    </a:lnTo>
                    <a:lnTo>
                      <a:pt x="6682" y="66821"/>
                    </a:lnTo>
                    <a:lnTo>
                      <a:pt x="5568" y="67934"/>
                    </a:lnTo>
                    <a:lnTo>
                      <a:pt x="3341" y="67934"/>
                    </a:lnTo>
                    <a:lnTo>
                      <a:pt x="2227" y="69048"/>
                    </a:lnTo>
                    <a:lnTo>
                      <a:pt x="0" y="69048"/>
                    </a:lnTo>
                    <a:lnTo>
                      <a:pt x="0" y="90208"/>
                    </a:lnTo>
                    <a:lnTo>
                      <a:pt x="2227" y="90208"/>
                    </a:lnTo>
                    <a:lnTo>
                      <a:pt x="3341" y="91322"/>
                    </a:lnTo>
                    <a:lnTo>
                      <a:pt x="5568" y="91322"/>
                    </a:lnTo>
                    <a:lnTo>
                      <a:pt x="6682" y="92435"/>
                    </a:lnTo>
                    <a:lnTo>
                      <a:pt x="8909" y="92435"/>
                    </a:lnTo>
                    <a:lnTo>
                      <a:pt x="10023" y="93549"/>
                    </a:lnTo>
                    <a:lnTo>
                      <a:pt x="12250" y="93549"/>
                    </a:lnTo>
                    <a:lnTo>
                      <a:pt x="13364" y="94663"/>
                    </a:lnTo>
                    <a:lnTo>
                      <a:pt x="15591" y="94663"/>
                    </a:lnTo>
                    <a:lnTo>
                      <a:pt x="16705" y="95776"/>
                    </a:lnTo>
                    <a:lnTo>
                      <a:pt x="18933" y="95776"/>
                    </a:lnTo>
                    <a:lnTo>
                      <a:pt x="21160" y="98004"/>
                    </a:lnTo>
                    <a:lnTo>
                      <a:pt x="21160" y="99117"/>
                    </a:lnTo>
                    <a:lnTo>
                      <a:pt x="23387" y="102458"/>
                    </a:lnTo>
                    <a:lnTo>
                      <a:pt x="23387" y="104686"/>
                    </a:lnTo>
                    <a:lnTo>
                      <a:pt x="25615" y="108027"/>
                    </a:lnTo>
                    <a:lnTo>
                      <a:pt x="25615" y="110254"/>
                    </a:lnTo>
                    <a:lnTo>
                      <a:pt x="24501" y="111368"/>
                    </a:lnTo>
                    <a:lnTo>
                      <a:pt x="24501" y="112481"/>
                    </a:lnTo>
                    <a:lnTo>
                      <a:pt x="23387" y="113595"/>
                    </a:lnTo>
                    <a:lnTo>
                      <a:pt x="23387" y="114709"/>
                    </a:lnTo>
                    <a:lnTo>
                      <a:pt x="22274" y="115822"/>
                    </a:lnTo>
                    <a:lnTo>
                      <a:pt x="22274" y="116936"/>
                    </a:lnTo>
                    <a:lnTo>
                      <a:pt x="21160" y="118050"/>
                    </a:lnTo>
                    <a:lnTo>
                      <a:pt x="21160" y="119164"/>
                    </a:lnTo>
                    <a:lnTo>
                      <a:pt x="20046" y="120277"/>
                    </a:lnTo>
                    <a:lnTo>
                      <a:pt x="20046" y="121391"/>
                    </a:lnTo>
                    <a:lnTo>
                      <a:pt x="18933" y="122505"/>
                    </a:lnTo>
                    <a:lnTo>
                      <a:pt x="18933" y="123618"/>
                    </a:lnTo>
                    <a:lnTo>
                      <a:pt x="17819" y="124732"/>
                    </a:lnTo>
                    <a:lnTo>
                      <a:pt x="17819" y="125846"/>
                    </a:lnTo>
                    <a:lnTo>
                      <a:pt x="16705" y="126959"/>
                    </a:lnTo>
                    <a:lnTo>
                      <a:pt x="16705" y="128073"/>
                    </a:lnTo>
                    <a:lnTo>
                      <a:pt x="31183" y="142551"/>
                    </a:lnTo>
                    <a:lnTo>
                      <a:pt x="32297" y="142551"/>
                    </a:lnTo>
                    <a:lnTo>
                      <a:pt x="33410" y="141437"/>
                    </a:lnTo>
                    <a:lnTo>
                      <a:pt x="34524" y="141437"/>
                    </a:lnTo>
                    <a:lnTo>
                      <a:pt x="35638" y="140323"/>
                    </a:lnTo>
                    <a:lnTo>
                      <a:pt x="36751" y="140323"/>
                    </a:lnTo>
                    <a:lnTo>
                      <a:pt x="37865" y="139210"/>
                    </a:lnTo>
                    <a:lnTo>
                      <a:pt x="38979" y="139210"/>
                    </a:lnTo>
                    <a:lnTo>
                      <a:pt x="40092" y="138096"/>
                    </a:lnTo>
                    <a:lnTo>
                      <a:pt x="41206" y="138096"/>
                    </a:lnTo>
                    <a:lnTo>
                      <a:pt x="42320" y="136982"/>
                    </a:lnTo>
                    <a:lnTo>
                      <a:pt x="43433" y="136982"/>
                    </a:lnTo>
                    <a:lnTo>
                      <a:pt x="44547" y="135869"/>
                    </a:lnTo>
                    <a:lnTo>
                      <a:pt x="45661" y="135869"/>
                    </a:lnTo>
                    <a:lnTo>
                      <a:pt x="49002" y="133641"/>
                    </a:lnTo>
                    <a:lnTo>
                      <a:pt x="51229" y="133641"/>
                    </a:lnTo>
                    <a:lnTo>
                      <a:pt x="54570" y="135869"/>
                    </a:lnTo>
                    <a:lnTo>
                      <a:pt x="56798" y="135869"/>
                    </a:lnTo>
                    <a:lnTo>
                      <a:pt x="57911" y="136982"/>
                    </a:lnTo>
                    <a:lnTo>
                      <a:pt x="59025" y="136982"/>
                    </a:lnTo>
                    <a:lnTo>
                      <a:pt x="60139" y="138096"/>
                    </a:lnTo>
                    <a:lnTo>
                      <a:pt x="61252" y="138096"/>
                    </a:lnTo>
                    <a:lnTo>
                      <a:pt x="63480" y="140323"/>
                    </a:lnTo>
                    <a:lnTo>
                      <a:pt x="63480" y="142551"/>
                    </a:lnTo>
                    <a:lnTo>
                      <a:pt x="64593" y="143664"/>
                    </a:lnTo>
                    <a:lnTo>
                      <a:pt x="64593" y="145892"/>
                    </a:lnTo>
                    <a:lnTo>
                      <a:pt x="65707" y="147005"/>
                    </a:lnTo>
                    <a:lnTo>
                      <a:pt x="65707" y="149233"/>
                    </a:lnTo>
                    <a:lnTo>
                      <a:pt x="66821" y="150347"/>
                    </a:lnTo>
                    <a:lnTo>
                      <a:pt x="66821" y="152574"/>
                    </a:lnTo>
                    <a:lnTo>
                      <a:pt x="67934" y="153688"/>
                    </a:lnTo>
                    <a:lnTo>
                      <a:pt x="67934" y="155915"/>
                    </a:lnTo>
                    <a:lnTo>
                      <a:pt x="69048" y="157029"/>
                    </a:lnTo>
                    <a:lnTo>
                      <a:pt x="69048" y="159256"/>
                    </a:lnTo>
                    <a:lnTo>
                      <a:pt x="90208" y="159256"/>
                    </a:lnTo>
                    <a:lnTo>
                      <a:pt x="90208" y="157029"/>
                    </a:lnTo>
                    <a:lnTo>
                      <a:pt x="91322" y="155915"/>
                    </a:lnTo>
                    <a:lnTo>
                      <a:pt x="91322" y="153688"/>
                    </a:lnTo>
                    <a:lnTo>
                      <a:pt x="92435" y="152574"/>
                    </a:lnTo>
                    <a:lnTo>
                      <a:pt x="92435" y="150347"/>
                    </a:lnTo>
                    <a:lnTo>
                      <a:pt x="93549" y="149233"/>
                    </a:lnTo>
                    <a:lnTo>
                      <a:pt x="93549" y="147005"/>
                    </a:lnTo>
                    <a:lnTo>
                      <a:pt x="94663" y="145892"/>
                    </a:lnTo>
                    <a:lnTo>
                      <a:pt x="94663" y="143664"/>
                    </a:lnTo>
                    <a:lnTo>
                      <a:pt x="95776" y="142551"/>
                    </a:lnTo>
                    <a:lnTo>
                      <a:pt x="95776" y="140323"/>
                    </a:lnTo>
                    <a:lnTo>
                      <a:pt x="98004" y="138096"/>
                    </a:lnTo>
                    <a:lnTo>
                      <a:pt x="99117" y="138096"/>
                    </a:lnTo>
                    <a:lnTo>
                      <a:pt x="102458" y="135869"/>
                    </a:lnTo>
                    <a:lnTo>
                      <a:pt x="104686" y="135869"/>
                    </a:lnTo>
                    <a:lnTo>
                      <a:pt x="108027" y="133641"/>
                    </a:lnTo>
                    <a:lnTo>
                      <a:pt x="110254" y="133641"/>
                    </a:lnTo>
                    <a:lnTo>
                      <a:pt x="111368" y="134755"/>
                    </a:lnTo>
                    <a:lnTo>
                      <a:pt x="112481" y="134755"/>
                    </a:lnTo>
                    <a:lnTo>
                      <a:pt x="113595" y="135869"/>
                    </a:lnTo>
                    <a:lnTo>
                      <a:pt x="114709" y="135869"/>
                    </a:lnTo>
                    <a:lnTo>
                      <a:pt x="115822" y="136982"/>
                    </a:lnTo>
                    <a:lnTo>
                      <a:pt x="116936" y="136982"/>
                    </a:lnTo>
                    <a:lnTo>
                      <a:pt x="118050" y="138096"/>
                    </a:lnTo>
                    <a:lnTo>
                      <a:pt x="119164" y="138096"/>
                    </a:lnTo>
                    <a:lnTo>
                      <a:pt x="120277" y="139210"/>
                    </a:lnTo>
                    <a:lnTo>
                      <a:pt x="121391" y="139210"/>
                    </a:lnTo>
                    <a:lnTo>
                      <a:pt x="122505" y="140323"/>
                    </a:lnTo>
                    <a:lnTo>
                      <a:pt x="123618" y="140323"/>
                    </a:lnTo>
                    <a:lnTo>
                      <a:pt x="124732" y="141437"/>
                    </a:lnTo>
                    <a:lnTo>
                      <a:pt x="125846" y="141437"/>
                    </a:lnTo>
                    <a:lnTo>
                      <a:pt x="126959" y="142551"/>
                    </a:lnTo>
                    <a:lnTo>
                      <a:pt x="128073" y="142551"/>
                    </a:lnTo>
                    <a:lnTo>
                      <a:pt x="142551" y="128073"/>
                    </a:lnTo>
                    <a:lnTo>
                      <a:pt x="142551" y="126959"/>
                    </a:lnTo>
                    <a:lnTo>
                      <a:pt x="141437" y="125846"/>
                    </a:lnTo>
                    <a:lnTo>
                      <a:pt x="141437" y="124732"/>
                    </a:lnTo>
                    <a:lnTo>
                      <a:pt x="140323" y="123618"/>
                    </a:lnTo>
                    <a:lnTo>
                      <a:pt x="140323" y="122505"/>
                    </a:lnTo>
                    <a:lnTo>
                      <a:pt x="139210" y="121391"/>
                    </a:lnTo>
                    <a:lnTo>
                      <a:pt x="139210" y="120277"/>
                    </a:lnTo>
                    <a:lnTo>
                      <a:pt x="138096" y="119164"/>
                    </a:lnTo>
                    <a:lnTo>
                      <a:pt x="138096" y="118050"/>
                    </a:lnTo>
                    <a:lnTo>
                      <a:pt x="136982" y="116936"/>
                    </a:lnTo>
                    <a:lnTo>
                      <a:pt x="136982" y="115822"/>
                    </a:lnTo>
                    <a:lnTo>
                      <a:pt x="135869" y="114709"/>
                    </a:lnTo>
                    <a:lnTo>
                      <a:pt x="135869" y="113595"/>
                    </a:lnTo>
                    <a:lnTo>
                      <a:pt x="133641" y="110254"/>
                    </a:lnTo>
                    <a:lnTo>
                      <a:pt x="133641" y="108027"/>
                    </a:lnTo>
                    <a:lnTo>
                      <a:pt x="135869" y="104686"/>
                    </a:lnTo>
                    <a:lnTo>
                      <a:pt x="135869" y="102458"/>
                    </a:lnTo>
                    <a:lnTo>
                      <a:pt x="136982" y="101345"/>
                    </a:lnTo>
                    <a:lnTo>
                      <a:pt x="136982" y="100231"/>
                    </a:lnTo>
                    <a:lnTo>
                      <a:pt x="138096" y="99117"/>
                    </a:lnTo>
                    <a:lnTo>
                      <a:pt x="138096" y="98004"/>
                    </a:lnTo>
                    <a:lnTo>
                      <a:pt x="140323" y="95776"/>
                    </a:lnTo>
                    <a:lnTo>
                      <a:pt x="142551" y="95776"/>
                    </a:lnTo>
                    <a:lnTo>
                      <a:pt x="143664" y="94663"/>
                    </a:lnTo>
                    <a:lnTo>
                      <a:pt x="145892" y="94663"/>
                    </a:lnTo>
                    <a:lnTo>
                      <a:pt x="147005" y="93549"/>
                    </a:lnTo>
                    <a:lnTo>
                      <a:pt x="149233" y="93549"/>
                    </a:lnTo>
                    <a:lnTo>
                      <a:pt x="150347" y="92435"/>
                    </a:lnTo>
                    <a:lnTo>
                      <a:pt x="152574" y="92435"/>
                    </a:lnTo>
                    <a:lnTo>
                      <a:pt x="153688" y="91322"/>
                    </a:lnTo>
                    <a:lnTo>
                      <a:pt x="155915" y="91322"/>
                    </a:lnTo>
                    <a:lnTo>
                      <a:pt x="157029" y="90208"/>
                    </a:lnTo>
                    <a:lnTo>
                      <a:pt x="159256" y="90208"/>
                    </a:lnTo>
                    <a:lnTo>
                      <a:pt x="159256" y="69048"/>
                    </a:lnTo>
                    <a:lnTo>
                      <a:pt x="157029" y="69048"/>
                    </a:lnTo>
                    <a:lnTo>
                      <a:pt x="155915" y="67934"/>
                    </a:lnTo>
                    <a:lnTo>
                      <a:pt x="153688" y="67934"/>
                    </a:lnTo>
                    <a:lnTo>
                      <a:pt x="152574" y="66821"/>
                    </a:lnTo>
                    <a:lnTo>
                      <a:pt x="150347" y="66821"/>
                    </a:lnTo>
                    <a:lnTo>
                      <a:pt x="149233" y="65707"/>
                    </a:lnTo>
                    <a:lnTo>
                      <a:pt x="147005" y="65707"/>
                    </a:lnTo>
                    <a:lnTo>
                      <a:pt x="145892" y="64593"/>
                    </a:lnTo>
                    <a:lnTo>
                      <a:pt x="143664" y="64593"/>
                    </a:lnTo>
                    <a:lnTo>
                      <a:pt x="142551" y="63480"/>
                    </a:lnTo>
                    <a:lnTo>
                      <a:pt x="140323" y="63480"/>
                    </a:lnTo>
                    <a:lnTo>
                      <a:pt x="138096" y="61252"/>
                    </a:lnTo>
                    <a:lnTo>
                      <a:pt x="138096" y="60139"/>
                    </a:lnTo>
                    <a:lnTo>
                      <a:pt x="135869" y="56798"/>
                    </a:lnTo>
                    <a:lnTo>
                      <a:pt x="135869" y="54570"/>
                    </a:lnTo>
                    <a:lnTo>
                      <a:pt x="133641" y="51229"/>
                    </a:lnTo>
                    <a:lnTo>
                      <a:pt x="133641" y="49002"/>
                    </a:lnTo>
                    <a:lnTo>
                      <a:pt x="134755" y="47888"/>
                    </a:lnTo>
                    <a:lnTo>
                      <a:pt x="134755" y="46774"/>
                    </a:lnTo>
                    <a:lnTo>
                      <a:pt x="135869" y="45661"/>
                    </a:lnTo>
                    <a:lnTo>
                      <a:pt x="135869" y="44547"/>
                    </a:lnTo>
                    <a:lnTo>
                      <a:pt x="136982" y="43433"/>
                    </a:lnTo>
                    <a:lnTo>
                      <a:pt x="136982" y="42320"/>
                    </a:lnTo>
                    <a:lnTo>
                      <a:pt x="138096" y="41206"/>
                    </a:lnTo>
                    <a:lnTo>
                      <a:pt x="138096" y="40092"/>
                    </a:lnTo>
                    <a:lnTo>
                      <a:pt x="139210" y="38979"/>
                    </a:lnTo>
                    <a:lnTo>
                      <a:pt x="139210" y="37865"/>
                    </a:lnTo>
                    <a:lnTo>
                      <a:pt x="140323" y="36751"/>
                    </a:lnTo>
                    <a:lnTo>
                      <a:pt x="140323" y="35638"/>
                    </a:lnTo>
                    <a:lnTo>
                      <a:pt x="141437" y="34524"/>
                    </a:lnTo>
                    <a:lnTo>
                      <a:pt x="141437" y="33410"/>
                    </a:lnTo>
                    <a:lnTo>
                      <a:pt x="142551" y="32297"/>
                    </a:lnTo>
                    <a:lnTo>
                      <a:pt x="142551" y="31183"/>
                    </a:lnTo>
                    <a:lnTo>
                      <a:pt x="128073" y="16705"/>
                    </a:lnTo>
                    <a:lnTo>
                      <a:pt x="126959" y="16705"/>
                    </a:lnTo>
                    <a:lnTo>
                      <a:pt x="125846" y="17819"/>
                    </a:lnTo>
                    <a:lnTo>
                      <a:pt x="124732" y="17819"/>
                    </a:lnTo>
                    <a:lnTo>
                      <a:pt x="123618" y="18933"/>
                    </a:lnTo>
                    <a:lnTo>
                      <a:pt x="122505" y="18933"/>
                    </a:lnTo>
                    <a:lnTo>
                      <a:pt x="121391" y="20046"/>
                    </a:lnTo>
                    <a:lnTo>
                      <a:pt x="120277" y="20046"/>
                    </a:lnTo>
                    <a:lnTo>
                      <a:pt x="119164" y="21160"/>
                    </a:lnTo>
                    <a:lnTo>
                      <a:pt x="118050" y="21160"/>
                    </a:lnTo>
                    <a:lnTo>
                      <a:pt x="116936" y="22274"/>
                    </a:lnTo>
                    <a:lnTo>
                      <a:pt x="115822" y="22274"/>
                    </a:lnTo>
                    <a:lnTo>
                      <a:pt x="114709" y="23387"/>
                    </a:lnTo>
                    <a:lnTo>
                      <a:pt x="113595" y="23387"/>
                    </a:lnTo>
                    <a:lnTo>
                      <a:pt x="110254" y="25615"/>
                    </a:lnTo>
                    <a:lnTo>
                      <a:pt x="108027" y="25615"/>
                    </a:lnTo>
                    <a:lnTo>
                      <a:pt x="104686" y="23387"/>
                    </a:lnTo>
                    <a:lnTo>
                      <a:pt x="102458" y="23387"/>
                    </a:lnTo>
                    <a:lnTo>
                      <a:pt x="101345" y="22274"/>
                    </a:lnTo>
                    <a:lnTo>
                      <a:pt x="100231" y="22274"/>
                    </a:lnTo>
                    <a:lnTo>
                      <a:pt x="99117" y="21160"/>
                    </a:lnTo>
                    <a:lnTo>
                      <a:pt x="98004" y="21160"/>
                    </a:lnTo>
                    <a:lnTo>
                      <a:pt x="95776" y="18933"/>
                    </a:lnTo>
                    <a:lnTo>
                      <a:pt x="95776" y="16705"/>
                    </a:lnTo>
                    <a:lnTo>
                      <a:pt x="94663" y="15591"/>
                    </a:lnTo>
                    <a:lnTo>
                      <a:pt x="94663" y="13364"/>
                    </a:lnTo>
                    <a:lnTo>
                      <a:pt x="93549" y="12250"/>
                    </a:lnTo>
                    <a:lnTo>
                      <a:pt x="93549" y="10023"/>
                    </a:lnTo>
                    <a:lnTo>
                      <a:pt x="92435" y="8909"/>
                    </a:lnTo>
                    <a:lnTo>
                      <a:pt x="92435" y="6682"/>
                    </a:lnTo>
                    <a:lnTo>
                      <a:pt x="91322" y="5568"/>
                    </a:lnTo>
                    <a:lnTo>
                      <a:pt x="91322" y="3341"/>
                    </a:lnTo>
                    <a:lnTo>
                      <a:pt x="90208" y="2227"/>
                    </a:lnTo>
                    <a:lnTo>
                      <a:pt x="90208" y="0"/>
                    </a:lnTo>
                    <a:close/>
                    <a:moveTo>
                      <a:pt x="65707" y="35638"/>
                    </a:moveTo>
                    <a:lnTo>
                      <a:pt x="64593" y="36751"/>
                    </a:lnTo>
                    <a:lnTo>
                      <a:pt x="63480" y="36751"/>
                    </a:lnTo>
                    <a:lnTo>
                      <a:pt x="62366" y="37865"/>
                    </a:lnTo>
                    <a:lnTo>
                      <a:pt x="60139" y="37865"/>
                    </a:lnTo>
                    <a:lnTo>
                      <a:pt x="59025" y="38979"/>
                    </a:lnTo>
                    <a:lnTo>
                      <a:pt x="57911" y="38979"/>
                    </a:lnTo>
                    <a:lnTo>
                      <a:pt x="55684" y="41206"/>
                    </a:lnTo>
                    <a:lnTo>
                      <a:pt x="54570" y="41206"/>
                    </a:lnTo>
                    <a:lnTo>
                      <a:pt x="52343" y="43433"/>
                    </a:lnTo>
                    <a:lnTo>
                      <a:pt x="51229" y="43433"/>
                    </a:lnTo>
                    <a:lnTo>
                      <a:pt x="43433" y="51229"/>
                    </a:lnTo>
                    <a:lnTo>
                      <a:pt x="43433" y="52343"/>
                    </a:lnTo>
                    <a:lnTo>
                      <a:pt x="41206" y="54570"/>
                    </a:lnTo>
                    <a:lnTo>
                      <a:pt x="41206" y="55684"/>
                    </a:lnTo>
                    <a:lnTo>
                      <a:pt x="38979" y="57911"/>
                    </a:lnTo>
                    <a:lnTo>
                      <a:pt x="38979" y="59025"/>
                    </a:lnTo>
                    <a:lnTo>
                      <a:pt x="37865" y="60139"/>
                    </a:lnTo>
                    <a:lnTo>
                      <a:pt x="37865" y="62366"/>
                    </a:lnTo>
                    <a:lnTo>
                      <a:pt x="36751" y="63480"/>
                    </a:lnTo>
                    <a:lnTo>
                      <a:pt x="36751" y="64593"/>
                    </a:lnTo>
                    <a:lnTo>
                      <a:pt x="35638" y="65707"/>
                    </a:lnTo>
                    <a:lnTo>
                      <a:pt x="35638" y="69048"/>
                    </a:lnTo>
                    <a:lnTo>
                      <a:pt x="34524" y="70162"/>
                    </a:lnTo>
                    <a:lnTo>
                      <a:pt x="34524" y="89094"/>
                    </a:lnTo>
                    <a:lnTo>
                      <a:pt x="35638" y="90208"/>
                    </a:lnTo>
                    <a:lnTo>
                      <a:pt x="35638" y="93549"/>
                    </a:lnTo>
                    <a:lnTo>
                      <a:pt x="36751" y="94663"/>
                    </a:lnTo>
                    <a:lnTo>
                      <a:pt x="36751" y="95776"/>
                    </a:lnTo>
                    <a:lnTo>
                      <a:pt x="37865" y="96890"/>
                    </a:lnTo>
                    <a:lnTo>
                      <a:pt x="37865" y="99117"/>
                    </a:lnTo>
                    <a:lnTo>
                      <a:pt x="38979" y="100231"/>
                    </a:lnTo>
                    <a:lnTo>
                      <a:pt x="38979" y="101345"/>
                    </a:lnTo>
                    <a:lnTo>
                      <a:pt x="41206" y="103572"/>
                    </a:lnTo>
                    <a:lnTo>
                      <a:pt x="41206" y="104686"/>
                    </a:lnTo>
                    <a:lnTo>
                      <a:pt x="43433" y="106913"/>
                    </a:lnTo>
                    <a:lnTo>
                      <a:pt x="43433" y="108027"/>
                    </a:lnTo>
                    <a:lnTo>
                      <a:pt x="51229" y="115822"/>
                    </a:lnTo>
                    <a:lnTo>
                      <a:pt x="52343" y="115822"/>
                    </a:lnTo>
                    <a:lnTo>
                      <a:pt x="54570" y="118050"/>
                    </a:lnTo>
                    <a:lnTo>
                      <a:pt x="55684" y="118050"/>
                    </a:lnTo>
                    <a:lnTo>
                      <a:pt x="57911" y="120277"/>
                    </a:lnTo>
                    <a:lnTo>
                      <a:pt x="59025" y="120277"/>
                    </a:lnTo>
                    <a:lnTo>
                      <a:pt x="60139" y="121391"/>
                    </a:lnTo>
                    <a:lnTo>
                      <a:pt x="62366" y="121391"/>
                    </a:lnTo>
                    <a:lnTo>
                      <a:pt x="63480" y="122505"/>
                    </a:lnTo>
                    <a:lnTo>
                      <a:pt x="64593" y="122505"/>
                    </a:lnTo>
                    <a:lnTo>
                      <a:pt x="65707" y="123618"/>
                    </a:lnTo>
                    <a:lnTo>
                      <a:pt x="69048" y="123618"/>
                    </a:lnTo>
                    <a:lnTo>
                      <a:pt x="70162" y="124732"/>
                    </a:lnTo>
                    <a:lnTo>
                      <a:pt x="89094" y="124732"/>
                    </a:lnTo>
                    <a:lnTo>
                      <a:pt x="90208" y="123618"/>
                    </a:lnTo>
                    <a:lnTo>
                      <a:pt x="93549" y="123618"/>
                    </a:lnTo>
                    <a:lnTo>
                      <a:pt x="94663" y="122505"/>
                    </a:lnTo>
                    <a:lnTo>
                      <a:pt x="95776" y="122505"/>
                    </a:lnTo>
                    <a:lnTo>
                      <a:pt x="96890" y="121391"/>
                    </a:lnTo>
                    <a:lnTo>
                      <a:pt x="99117" y="121391"/>
                    </a:lnTo>
                    <a:lnTo>
                      <a:pt x="100231" y="120277"/>
                    </a:lnTo>
                    <a:lnTo>
                      <a:pt x="101345" y="120277"/>
                    </a:lnTo>
                    <a:lnTo>
                      <a:pt x="103572" y="118050"/>
                    </a:lnTo>
                    <a:lnTo>
                      <a:pt x="104686" y="118050"/>
                    </a:lnTo>
                    <a:lnTo>
                      <a:pt x="106913" y="115822"/>
                    </a:lnTo>
                    <a:lnTo>
                      <a:pt x="108027" y="115822"/>
                    </a:lnTo>
                    <a:lnTo>
                      <a:pt x="115822" y="108027"/>
                    </a:lnTo>
                    <a:lnTo>
                      <a:pt x="115822" y="106913"/>
                    </a:lnTo>
                    <a:lnTo>
                      <a:pt x="118050" y="104686"/>
                    </a:lnTo>
                    <a:lnTo>
                      <a:pt x="118050" y="103572"/>
                    </a:lnTo>
                    <a:lnTo>
                      <a:pt x="120277" y="101345"/>
                    </a:lnTo>
                    <a:lnTo>
                      <a:pt x="120277" y="100231"/>
                    </a:lnTo>
                    <a:lnTo>
                      <a:pt x="121391" y="99117"/>
                    </a:lnTo>
                    <a:lnTo>
                      <a:pt x="121391" y="96890"/>
                    </a:lnTo>
                    <a:lnTo>
                      <a:pt x="122505" y="95776"/>
                    </a:lnTo>
                    <a:lnTo>
                      <a:pt x="122505" y="94663"/>
                    </a:lnTo>
                    <a:lnTo>
                      <a:pt x="123618" y="93549"/>
                    </a:lnTo>
                    <a:lnTo>
                      <a:pt x="123618" y="90208"/>
                    </a:lnTo>
                    <a:lnTo>
                      <a:pt x="124732" y="89094"/>
                    </a:lnTo>
                    <a:lnTo>
                      <a:pt x="124732" y="70162"/>
                    </a:lnTo>
                    <a:lnTo>
                      <a:pt x="123618" y="69048"/>
                    </a:lnTo>
                    <a:lnTo>
                      <a:pt x="123618" y="65707"/>
                    </a:lnTo>
                    <a:lnTo>
                      <a:pt x="122505" y="64593"/>
                    </a:lnTo>
                    <a:lnTo>
                      <a:pt x="122505" y="63480"/>
                    </a:lnTo>
                    <a:lnTo>
                      <a:pt x="121391" y="62366"/>
                    </a:lnTo>
                    <a:lnTo>
                      <a:pt x="121391" y="60139"/>
                    </a:lnTo>
                    <a:lnTo>
                      <a:pt x="120277" y="59025"/>
                    </a:lnTo>
                    <a:lnTo>
                      <a:pt x="120277" y="57911"/>
                    </a:lnTo>
                    <a:lnTo>
                      <a:pt x="118050" y="55684"/>
                    </a:lnTo>
                    <a:lnTo>
                      <a:pt x="118050" y="54570"/>
                    </a:lnTo>
                    <a:lnTo>
                      <a:pt x="115822" y="52343"/>
                    </a:lnTo>
                    <a:lnTo>
                      <a:pt x="115822" y="51229"/>
                    </a:lnTo>
                    <a:lnTo>
                      <a:pt x="108027" y="43433"/>
                    </a:lnTo>
                    <a:lnTo>
                      <a:pt x="106913" y="43433"/>
                    </a:lnTo>
                    <a:lnTo>
                      <a:pt x="104686" y="41206"/>
                    </a:lnTo>
                    <a:lnTo>
                      <a:pt x="103572" y="41206"/>
                    </a:lnTo>
                    <a:lnTo>
                      <a:pt x="101345" y="38979"/>
                    </a:lnTo>
                    <a:lnTo>
                      <a:pt x="100231" y="38979"/>
                    </a:lnTo>
                    <a:lnTo>
                      <a:pt x="99117" y="37865"/>
                    </a:lnTo>
                    <a:lnTo>
                      <a:pt x="96890" y="37865"/>
                    </a:lnTo>
                    <a:lnTo>
                      <a:pt x="95776" y="36751"/>
                    </a:lnTo>
                    <a:lnTo>
                      <a:pt x="94663" y="36751"/>
                    </a:lnTo>
                    <a:lnTo>
                      <a:pt x="93549" y="35638"/>
                    </a:lnTo>
                    <a:lnTo>
                      <a:pt x="90208" y="35638"/>
                    </a:lnTo>
                    <a:lnTo>
                      <a:pt x="89094" y="34524"/>
                    </a:lnTo>
                    <a:lnTo>
                      <a:pt x="70162" y="34524"/>
                    </a:lnTo>
                    <a:lnTo>
                      <a:pt x="69048" y="35638"/>
                    </a:lnTo>
                    <a:close/>
                  </a:path>
                </a:pathLst>
              </a:custGeom>
              <a:solidFill>
                <a:srgbClr val="FBD67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7" name="任意形状 7246">
                <a:extLst>
                  <a:ext uri="{FF2B5EF4-FFF2-40B4-BE49-F238E27FC236}">
                    <a16:creationId xmlns:a16="http://schemas.microsoft.com/office/drawing/2014/main" id="{CF2A0C83-AEAD-9DC7-C26D-218D480D1523}"/>
                  </a:ext>
                </a:extLst>
              </p:cNvPr>
              <p:cNvSpPr/>
              <p:nvPr/>
            </p:nvSpPr>
            <p:spPr>
              <a:xfrm>
                <a:off x="6486282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8" name="任意形状 7247">
                <a:extLst>
                  <a:ext uri="{FF2B5EF4-FFF2-40B4-BE49-F238E27FC236}">
                    <a16:creationId xmlns:a16="http://schemas.microsoft.com/office/drawing/2014/main" id="{EF581CF6-EFF7-94B1-12B1-F1F3EB4843B1}"/>
                  </a:ext>
                </a:extLst>
              </p:cNvPr>
              <p:cNvSpPr/>
              <p:nvPr/>
            </p:nvSpPr>
            <p:spPr>
              <a:xfrm>
                <a:off x="6415006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9" name="任意形状 7248">
                <a:extLst>
                  <a:ext uri="{FF2B5EF4-FFF2-40B4-BE49-F238E27FC236}">
                    <a16:creationId xmlns:a16="http://schemas.microsoft.com/office/drawing/2014/main" id="{D5DA2955-949E-17C6-284F-9415B93379FD}"/>
                  </a:ext>
                </a:extLst>
              </p:cNvPr>
              <p:cNvSpPr/>
              <p:nvPr/>
            </p:nvSpPr>
            <p:spPr>
              <a:xfrm>
                <a:off x="6343731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0" name="任意形状 7249">
                <a:extLst>
                  <a:ext uri="{FF2B5EF4-FFF2-40B4-BE49-F238E27FC236}">
                    <a16:creationId xmlns:a16="http://schemas.microsoft.com/office/drawing/2014/main" id="{19262E6B-67B3-7A34-2567-18EE7219C93D}"/>
                  </a:ext>
                </a:extLst>
              </p:cNvPr>
              <p:cNvSpPr/>
              <p:nvPr/>
            </p:nvSpPr>
            <p:spPr>
              <a:xfrm>
                <a:off x="6272456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1" name="任意形状 7250">
                <a:extLst>
                  <a:ext uri="{FF2B5EF4-FFF2-40B4-BE49-F238E27FC236}">
                    <a16:creationId xmlns:a16="http://schemas.microsoft.com/office/drawing/2014/main" id="{9F48E23B-6162-CB25-7418-8C33A4563F12}"/>
                  </a:ext>
                </a:extLst>
              </p:cNvPr>
              <p:cNvSpPr/>
              <p:nvPr/>
            </p:nvSpPr>
            <p:spPr>
              <a:xfrm>
                <a:off x="6361550" y="6600574"/>
                <a:ext cx="141437" cy="34524"/>
              </a:xfrm>
              <a:custGeom>
                <a:avLst/>
                <a:gdLst>
                  <a:gd name="connsiteX0" fmla="*/ 0 w 141437"/>
                  <a:gd name="connsiteY0" fmla="*/ 0 h 34524"/>
                  <a:gd name="connsiteX1" fmla="*/ 0 w 141437"/>
                  <a:gd name="connsiteY1" fmla="*/ 34524 h 34524"/>
                  <a:gd name="connsiteX2" fmla="*/ 141437 w 141437"/>
                  <a:gd name="connsiteY2" fmla="*/ 34524 h 34524"/>
                  <a:gd name="connsiteX3" fmla="*/ 141437 w 141437"/>
                  <a:gd name="connsiteY3" fmla="*/ 0 h 3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437" h="34524">
                    <a:moveTo>
                      <a:pt x="0" y="0"/>
                    </a:moveTo>
                    <a:lnTo>
                      <a:pt x="0" y="34524"/>
                    </a:lnTo>
                    <a:lnTo>
                      <a:pt x="141437" y="34524"/>
                    </a:lnTo>
                    <a:lnTo>
                      <a:pt x="141437" y="0"/>
                    </a:lnTo>
                    <a:close/>
                  </a:path>
                </a:pathLst>
              </a:custGeom>
              <a:solidFill>
                <a:srgbClr val="00B0F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2" name="任意形状 7251">
                <a:extLst>
                  <a:ext uri="{FF2B5EF4-FFF2-40B4-BE49-F238E27FC236}">
                    <a16:creationId xmlns:a16="http://schemas.microsoft.com/office/drawing/2014/main" id="{FAF067BF-9879-1771-8DB7-82E49F799BC4}"/>
                  </a:ext>
                </a:extLst>
              </p:cNvPr>
              <p:cNvSpPr/>
              <p:nvPr/>
            </p:nvSpPr>
            <p:spPr>
              <a:xfrm>
                <a:off x="6251296" y="6579415"/>
                <a:ext cx="55683" cy="55683"/>
              </a:xfrm>
              <a:custGeom>
                <a:avLst/>
                <a:gdLst>
                  <a:gd name="connsiteX0" fmla="*/ 55684 w 55683"/>
                  <a:gd name="connsiteY0" fmla="*/ 0 h 55683"/>
                  <a:gd name="connsiteX1" fmla="*/ 0 w 55683"/>
                  <a:gd name="connsiteY1" fmla="*/ 55684 h 55683"/>
                  <a:gd name="connsiteX2" fmla="*/ 55684 w 55683"/>
                  <a:gd name="connsiteY2" fmla="*/ 55684 h 556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5683" h="55683">
                    <a:moveTo>
                      <a:pt x="55684" y="0"/>
                    </a:moveTo>
                    <a:lnTo>
                      <a:pt x="0" y="55684"/>
                    </a:lnTo>
                    <a:lnTo>
                      <a:pt x="55684" y="55684"/>
                    </a:lnTo>
                    <a:close/>
                  </a:path>
                </a:pathLst>
              </a:custGeom>
              <a:solidFill>
                <a:srgbClr val="5CD6B3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7266" name="组合 7265">
            <a:extLst>
              <a:ext uri="{FF2B5EF4-FFF2-40B4-BE49-F238E27FC236}">
                <a16:creationId xmlns:a16="http://schemas.microsoft.com/office/drawing/2014/main" id="{803E5BC6-B995-A306-4D35-F76B22F8BB4C}"/>
              </a:ext>
            </a:extLst>
          </p:cNvPr>
          <p:cNvGrpSpPr/>
          <p:nvPr/>
        </p:nvGrpSpPr>
        <p:grpSpPr>
          <a:xfrm>
            <a:off x="625917" y="5208678"/>
            <a:ext cx="5038004" cy="3438373"/>
            <a:chOff x="625917" y="5208678"/>
            <a:chExt cx="5038004" cy="3438373"/>
          </a:xfrm>
        </p:grpSpPr>
        <p:grpSp>
          <p:nvGrpSpPr>
            <p:cNvPr id="1055" name="组合 1054">
              <a:extLst>
                <a:ext uri="{FF2B5EF4-FFF2-40B4-BE49-F238E27FC236}">
                  <a16:creationId xmlns:a16="http://schemas.microsoft.com/office/drawing/2014/main" id="{C53DAB8D-9978-0208-9445-69F949297AE3}"/>
                </a:ext>
              </a:extLst>
            </p:cNvPr>
            <p:cNvGrpSpPr/>
            <p:nvPr/>
          </p:nvGrpSpPr>
          <p:grpSpPr>
            <a:xfrm>
              <a:off x="625917" y="5208678"/>
              <a:ext cx="1119357" cy="900259"/>
              <a:chOff x="1097891" y="5208678"/>
              <a:chExt cx="1119357" cy="900259"/>
            </a:xfrm>
          </p:grpSpPr>
          <p:sp>
            <p:nvSpPr>
              <p:cNvPr id="1031" name="文本框 1030">
                <a:extLst>
                  <a:ext uri="{FF2B5EF4-FFF2-40B4-BE49-F238E27FC236}">
                    <a16:creationId xmlns:a16="http://schemas.microsoft.com/office/drawing/2014/main" id="{1E959AB3-21D5-1AD6-294E-DAEDA5738527}"/>
                  </a:ext>
                </a:extLst>
              </p:cNvPr>
              <p:cNvSpPr txBox="1"/>
              <p:nvPr/>
            </p:nvSpPr>
            <p:spPr>
              <a:xfrm>
                <a:off x="1097891" y="5801160"/>
                <a:ext cx="11193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Feature Order Rotation</a:t>
                </a:r>
              </a:p>
            </p:txBody>
          </p:sp>
          <p:pic>
            <p:nvPicPr>
              <p:cNvPr id="1035" name="图形 1034">
                <a:extLst>
                  <a:ext uri="{FF2B5EF4-FFF2-40B4-BE49-F238E27FC236}">
                    <a16:creationId xmlns:a16="http://schemas.microsoft.com/office/drawing/2014/main" id="{EDE373FC-A76F-DBAE-6524-779D00A018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1372468" y="5208678"/>
                <a:ext cx="570203" cy="570203"/>
              </a:xfrm>
              <a:prstGeom prst="rect">
                <a:avLst/>
              </a:prstGeom>
            </p:spPr>
          </p:pic>
        </p:grpSp>
        <p:sp>
          <p:nvSpPr>
            <p:cNvPr id="1057" name="文本框 1056">
              <a:extLst>
                <a:ext uri="{FF2B5EF4-FFF2-40B4-BE49-F238E27FC236}">
                  <a16:creationId xmlns:a16="http://schemas.microsoft.com/office/drawing/2014/main" id="{15527F73-19B0-8278-5199-F6F78871390F}"/>
                </a:ext>
              </a:extLst>
            </p:cNvPr>
            <p:cNvSpPr txBox="1"/>
            <p:nvPr/>
          </p:nvSpPr>
          <p:spPr>
            <a:xfrm>
              <a:off x="625917" y="6645761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3" name="图形 1057">
              <a:extLst>
                <a:ext uri="{FF2B5EF4-FFF2-40B4-BE49-F238E27FC236}">
                  <a16:creationId xmlns:a16="http://schemas.microsoft.com/office/drawing/2014/main" id="{7BC7DDE4-A318-E093-AF18-A55292C4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colorTemperature colorTemp="112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00494" y="6053279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sp>
          <p:nvSpPr>
            <p:cNvPr id="1060" name="文本框 1059">
              <a:extLst>
                <a:ext uri="{FF2B5EF4-FFF2-40B4-BE49-F238E27FC236}">
                  <a16:creationId xmlns:a16="http://schemas.microsoft.com/office/drawing/2014/main" id="{32594FA4-E7CA-91C5-A334-A6F08AB2B8D0}"/>
                </a:ext>
              </a:extLst>
            </p:cNvPr>
            <p:cNvSpPr txBox="1"/>
            <p:nvPr/>
          </p:nvSpPr>
          <p:spPr>
            <a:xfrm>
              <a:off x="625917" y="7487070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4" name="图形 1060">
              <a:extLst>
                <a:ext uri="{FF2B5EF4-FFF2-40B4-BE49-F238E27FC236}">
                  <a16:creationId xmlns:a16="http://schemas.microsoft.com/office/drawing/2014/main" id="{97CA0F38-E6B5-FA18-CDBB-A8EBEFD46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grayscl/>
            </a:blip>
            <a:stretch>
              <a:fillRect/>
            </a:stretch>
          </p:blipFill>
          <p:spPr>
            <a:xfrm>
              <a:off x="900494" y="6894588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sp>
          <p:nvSpPr>
            <p:cNvPr id="1063" name="文本框 1062">
              <a:extLst>
                <a:ext uri="{FF2B5EF4-FFF2-40B4-BE49-F238E27FC236}">
                  <a16:creationId xmlns:a16="http://schemas.microsoft.com/office/drawing/2014/main" id="{50C98C91-368B-EB7C-CAA6-C6BA5B455E57}"/>
                </a:ext>
              </a:extLst>
            </p:cNvPr>
            <p:cNvSpPr txBox="1"/>
            <p:nvPr/>
          </p:nvSpPr>
          <p:spPr>
            <a:xfrm>
              <a:off x="625917" y="8333218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5" name="图形 1063">
              <a:extLst>
                <a:ext uri="{FF2B5EF4-FFF2-40B4-BE49-F238E27FC236}">
                  <a16:creationId xmlns:a16="http://schemas.microsoft.com/office/drawing/2014/main" id="{A2417520-93D6-471C-5610-CD8FE85F2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BEBA8EAE-BF5A-486C-A8C5-ECC9F3942E4B}">
                  <a14:imgProps xmlns:a14="http://schemas.microsoft.com/office/drawing/2010/main">
                    <a14:imgLayer r:embed="rId2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00494" y="7740736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grpSp>
          <p:nvGrpSpPr>
            <p:cNvPr id="7018" name="组合 7017">
              <a:extLst>
                <a:ext uri="{FF2B5EF4-FFF2-40B4-BE49-F238E27FC236}">
                  <a16:creationId xmlns:a16="http://schemas.microsoft.com/office/drawing/2014/main" id="{4C0049C5-B718-6880-FC45-7F14C32E796A}"/>
                </a:ext>
              </a:extLst>
            </p:cNvPr>
            <p:cNvGrpSpPr/>
            <p:nvPr/>
          </p:nvGrpSpPr>
          <p:grpSpPr>
            <a:xfrm>
              <a:off x="1785959" y="5298686"/>
              <a:ext cx="1410751" cy="807158"/>
              <a:chOff x="2901102" y="5298686"/>
              <a:chExt cx="1410751" cy="807158"/>
            </a:xfrm>
          </p:grpSpPr>
          <p:sp>
            <p:nvSpPr>
              <p:cNvPr id="1065" name="文本框 1064">
                <a:extLst>
                  <a:ext uri="{FF2B5EF4-FFF2-40B4-BE49-F238E27FC236}">
                    <a16:creationId xmlns:a16="http://schemas.microsoft.com/office/drawing/2014/main" id="{A6DDFADF-B2F6-1D81-645C-B5A6771C9C4B}"/>
                  </a:ext>
                </a:extLst>
              </p:cNvPr>
              <p:cNvSpPr txBox="1"/>
              <p:nvPr/>
            </p:nvSpPr>
            <p:spPr>
              <a:xfrm>
                <a:off x="2901102" y="5798067"/>
                <a:ext cx="14107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No Distribution</a:t>
                </a:r>
                <a:r>
                  <a:rPr kumimoji="1" lang="zh-CN" altLang="en-U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Transformation</a:t>
                </a:r>
                <a:endParaRPr kumimoji="1"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17" name="组合 7016">
                <a:extLst>
                  <a:ext uri="{FF2B5EF4-FFF2-40B4-BE49-F238E27FC236}">
                    <a16:creationId xmlns:a16="http://schemas.microsoft.com/office/drawing/2014/main" id="{565A2F94-2E4C-0016-77E4-F33640E254D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421795" y="5298686"/>
                <a:ext cx="369365" cy="468888"/>
                <a:chOff x="4659883" y="4926419"/>
                <a:chExt cx="929868" cy="1180415"/>
              </a:xfrm>
            </p:grpSpPr>
            <p:sp>
              <p:nvSpPr>
                <p:cNvPr id="7004" name="任意形状 7003">
                  <a:extLst>
                    <a:ext uri="{FF2B5EF4-FFF2-40B4-BE49-F238E27FC236}">
                      <a16:creationId xmlns:a16="http://schemas.microsoft.com/office/drawing/2014/main" id="{92447BDB-7FD9-0054-CE69-7E8A274BE253}"/>
                    </a:ext>
                  </a:extLst>
                </p:cNvPr>
                <p:cNvSpPr/>
                <p:nvPr/>
              </p:nvSpPr>
              <p:spPr>
                <a:xfrm>
                  <a:off x="4941426" y="5440429"/>
                  <a:ext cx="364198" cy="364198"/>
                </a:xfrm>
                <a:custGeom>
                  <a:avLst/>
                  <a:gdLst>
                    <a:gd name="connsiteX0" fmla="*/ 162727 w 364198"/>
                    <a:gd name="connsiteY0" fmla="*/ 0 h 364198"/>
                    <a:gd name="connsiteX1" fmla="*/ 160144 w 364198"/>
                    <a:gd name="connsiteY1" fmla="*/ 2583 h 364198"/>
                    <a:gd name="connsiteX2" fmla="*/ 147229 w 364198"/>
                    <a:gd name="connsiteY2" fmla="*/ 2583 h 364198"/>
                    <a:gd name="connsiteX3" fmla="*/ 144646 w 364198"/>
                    <a:gd name="connsiteY3" fmla="*/ 5166 h 364198"/>
                    <a:gd name="connsiteX4" fmla="*/ 136897 w 364198"/>
                    <a:gd name="connsiteY4" fmla="*/ 5166 h 364198"/>
                    <a:gd name="connsiteX5" fmla="*/ 134314 w 364198"/>
                    <a:gd name="connsiteY5" fmla="*/ 7749 h 364198"/>
                    <a:gd name="connsiteX6" fmla="*/ 129148 w 364198"/>
                    <a:gd name="connsiteY6" fmla="*/ 7749 h 364198"/>
                    <a:gd name="connsiteX7" fmla="*/ 126565 w 364198"/>
                    <a:gd name="connsiteY7" fmla="*/ 10332 h 364198"/>
                    <a:gd name="connsiteX8" fmla="*/ 121399 w 364198"/>
                    <a:gd name="connsiteY8" fmla="*/ 10332 h 364198"/>
                    <a:gd name="connsiteX9" fmla="*/ 118816 w 364198"/>
                    <a:gd name="connsiteY9" fmla="*/ 12915 h 364198"/>
                    <a:gd name="connsiteX10" fmla="*/ 113651 w 364198"/>
                    <a:gd name="connsiteY10" fmla="*/ 12915 h 364198"/>
                    <a:gd name="connsiteX11" fmla="*/ 111068 w 364198"/>
                    <a:gd name="connsiteY11" fmla="*/ 15498 h 364198"/>
                    <a:gd name="connsiteX12" fmla="*/ 108485 w 364198"/>
                    <a:gd name="connsiteY12" fmla="*/ 15498 h 364198"/>
                    <a:gd name="connsiteX13" fmla="*/ 105902 w 364198"/>
                    <a:gd name="connsiteY13" fmla="*/ 18081 h 364198"/>
                    <a:gd name="connsiteX14" fmla="*/ 103319 w 364198"/>
                    <a:gd name="connsiteY14" fmla="*/ 18081 h 364198"/>
                    <a:gd name="connsiteX15" fmla="*/ 100736 w 364198"/>
                    <a:gd name="connsiteY15" fmla="*/ 20664 h 364198"/>
                    <a:gd name="connsiteX16" fmla="*/ 98153 w 364198"/>
                    <a:gd name="connsiteY16" fmla="*/ 20664 h 364198"/>
                    <a:gd name="connsiteX17" fmla="*/ 95570 w 364198"/>
                    <a:gd name="connsiteY17" fmla="*/ 23247 h 364198"/>
                    <a:gd name="connsiteX18" fmla="*/ 92987 w 364198"/>
                    <a:gd name="connsiteY18" fmla="*/ 23247 h 364198"/>
                    <a:gd name="connsiteX19" fmla="*/ 90404 w 364198"/>
                    <a:gd name="connsiteY19" fmla="*/ 25830 h 364198"/>
                    <a:gd name="connsiteX20" fmla="*/ 87821 w 364198"/>
                    <a:gd name="connsiteY20" fmla="*/ 25830 h 364198"/>
                    <a:gd name="connsiteX21" fmla="*/ 82655 w 364198"/>
                    <a:gd name="connsiteY21" fmla="*/ 30996 h 364198"/>
                    <a:gd name="connsiteX22" fmla="*/ 80072 w 364198"/>
                    <a:gd name="connsiteY22" fmla="*/ 30996 h 364198"/>
                    <a:gd name="connsiteX23" fmla="*/ 74906 w 364198"/>
                    <a:gd name="connsiteY23" fmla="*/ 36162 h 364198"/>
                    <a:gd name="connsiteX24" fmla="*/ 72323 w 364198"/>
                    <a:gd name="connsiteY24" fmla="*/ 36162 h 364198"/>
                    <a:gd name="connsiteX25" fmla="*/ 56825 w 364198"/>
                    <a:gd name="connsiteY25" fmla="*/ 51659 h 364198"/>
                    <a:gd name="connsiteX26" fmla="*/ 54242 w 364198"/>
                    <a:gd name="connsiteY26" fmla="*/ 51659 h 364198"/>
                    <a:gd name="connsiteX27" fmla="*/ 51659 w 364198"/>
                    <a:gd name="connsiteY27" fmla="*/ 54242 h 364198"/>
                    <a:gd name="connsiteX28" fmla="*/ 51659 w 364198"/>
                    <a:gd name="connsiteY28" fmla="*/ 56825 h 364198"/>
                    <a:gd name="connsiteX29" fmla="*/ 38745 w 364198"/>
                    <a:gd name="connsiteY29" fmla="*/ 69740 h 364198"/>
                    <a:gd name="connsiteX30" fmla="*/ 38745 w 364198"/>
                    <a:gd name="connsiteY30" fmla="*/ 72323 h 364198"/>
                    <a:gd name="connsiteX31" fmla="*/ 30996 w 364198"/>
                    <a:gd name="connsiteY31" fmla="*/ 80072 h 364198"/>
                    <a:gd name="connsiteX32" fmla="*/ 30996 w 364198"/>
                    <a:gd name="connsiteY32" fmla="*/ 82655 h 364198"/>
                    <a:gd name="connsiteX33" fmla="*/ 25830 w 364198"/>
                    <a:gd name="connsiteY33" fmla="*/ 87821 h 364198"/>
                    <a:gd name="connsiteX34" fmla="*/ 25830 w 364198"/>
                    <a:gd name="connsiteY34" fmla="*/ 90404 h 364198"/>
                    <a:gd name="connsiteX35" fmla="*/ 23247 w 364198"/>
                    <a:gd name="connsiteY35" fmla="*/ 92987 h 364198"/>
                    <a:gd name="connsiteX36" fmla="*/ 23247 w 364198"/>
                    <a:gd name="connsiteY36" fmla="*/ 95570 h 364198"/>
                    <a:gd name="connsiteX37" fmla="*/ 20664 w 364198"/>
                    <a:gd name="connsiteY37" fmla="*/ 98153 h 364198"/>
                    <a:gd name="connsiteX38" fmla="*/ 20664 w 364198"/>
                    <a:gd name="connsiteY38" fmla="*/ 100736 h 364198"/>
                    <a:gd name="connsiteX39" fmla="*/ 18081 w 364198"/>
                    <a:gd name="connsiteY39" fmla="*/ 103319 h 364198"/>
                    <a:gd name="connsiteX40" fmla="*/ 18081 w 364198"/>
                    <a:gd name="connsiteY40" fmla="*/ 105902 h 364198"/>
                    <a:gd name="connsiteX41" fmla="*/ 15498 w 364198"/>
                    <a:gd name="connsiteY41" fmla="*/ 108485 h 364198"/>
                    <a:gd name="connsiteX42" fmla="*/ 15498 w 364198"/>
                    <a:gd name="connsiteY42" fmla="*/ 111068 h 364198"/>
                    <a:gd name="connsiteX43" fmla="*/ 12915 w 364198"/>
                    <a:gd name="connsiteY43" fmla="*/ 113651 h 364198"/>
                    <a:gd name="connsiteX44" fmla="*/ 12915 w 364198"/>
                    <a:gd name="connsiteY44" fmla="*/ 118816 h 364198"/>
                    <a:gd name="connsiteX45" fmla="*/ 10332 w 364198"/>
                    <a:gd name="connsiteY45" fmla="*/ 121399 h 364198"/>
                    <a:gd name="connsiteX46" fmla="*/ 10332 w 364198"/>
                    <a:gd name="connsiteY46" fmla="*/ 126565 h 364198"/>
                    <a:gd name="connsiteX47" fmla="*/ 7749 w 364198"/>
                    <a:gd name="connsiteY47" fmla="*/ 129148 h 364198"/>
                    <a:gd name="connsiteX48" fmla="*/ 7749 w 364198"/>
                    <a:gd name="connsiteY48" fmla="*/ 134314 h 364198"/>
                    <a:gd name="connsiteX49" fmla="*/ 5166 w 364198"/>
                    <a:gd name="connsiteY49" fmla="*/ 136897 h 364198"/>
                    <a:gd name="connsiteX50" fmla="*/ 5166 w 364198"/>
                    <a:gd name="connsiteY50" fmla="*/ 144646 h 364198"/>
                    <a:gd name="connsiteX51" fmla="*/ 2583 w 364198"/>
                    <a:gd name="connsiteY51" fmla="*/ 147229 h 364198"/>
                    <a:gd name="connsiteX52" fmla="*/ 2583 w 364198"/>
                    <a:gd name="connsiteY52" fmla="*/ 162727 h 364198"/>
                    <a:gd name="connsiteX53" fmla="*/ 0 w 364198"/>
                    <a:gd name="connsiteY53" fmla="*/ 165310 h 364198"/>
                    <a:gd name="connsiteX54" fmla="*/ 0 w 364198"/>
                    <a:gd name="connsiteY54" fmla="*/ 198888 h 364198"/>
                    <a:gd name="connsiteX55" fmla="*/ 2583 w 364198"/>
                    <a:gd name="connsiteY55" fmla="*/ 201471 h 364198"/>
                    <a:gd name="connsiteX56" fmla="*/ 2583 w 364198"/>
                    <a:gd name="connsiteY56" fmla="*/ 216969 h 364198"/>
                    <a:gd name="connsiteX57" fmla="*/ 5166 w 364198"/>
                    <a:gd name="connsiteY57" fmla="*/ 219552 h 364198"/>
                    <a:gd name="connsiteX58" fmla="*/ 5166 w 364198"/>
                    <a:gd name="connsiteY58" fmla="*/ 227301 h 364198"/>
                    <a:gd name="connsiteX59" fmla="*/ 7749 w 364198"/>
                    <a:gd name="connsiteY59" fmla="*/ 229884 h 364198"/>
                    <a:gd name="connsiteX60" fmla="*/ 7749 w 364198"/>
                    <a:gd name="connsiteY60" fmla="*/ 237633 h 364198"/>
                    <a:gd name="connsiteX61" fmla="*/ 10332 w 364198"/>
                    <a:gd name="connsiteY61" fmla="*/ 240216 h 364198"/>
                    <a:gd name="connsiteX62" fmla="*/ 10332 w 364198"/>
                    <a:gd name="connsiteY62" fmla="*/ 245382 h 364198"/>
                    <a:gd name="connsiteX63" fmla="*/ 12915 w 364198"/>
                    <a:gd name="connsiteY63" fmla="*/ 247965 h 364198"/>
                    <a:gd name="connsiteX64" fmla="*/ 12915 w 364198"/>
                    <a:gd name="connsiteY64" fmla="*/ 250548 h 364198"/>
                    <a:gd name="connsiteX65" fmla="*/ 15498 w 364198"/>
                    <a:gd name="connsiteY65" fmla="*/ 253131 h 364198"/>
                    <a:gd name="connsiteX66" fmla="*/ 15498 w 364198"/>
                    <a:gd name="connsiteY66" fmla="*/ 255714 h 364198"/>
                    <a:gd name="connsiteX67" fmla="*/ 18081 w 364198"/>
                    <a:gd name="connsiteY67" fmla="*/ 258297 h 364198"/>
                    <a:gd name="connsiteX68" fmla="*/ 18081 w 364198"/>
                    <a:gd name="connsiteY68" fmla="*/ 263463 h 364198"/>
                    <a:gd name="connsiteX69" fmla="*/ 23247 w 364198"/>
                    <a:gd name="connsiteY69" fmla="*/ 268629 h 364198"/>
                    <a:gd name="connsiteX70" fmla="*/ 23247 w 364198"/>
                    <a:gd name="connsiteY70" fmla="*/ 271212 h 364198"/>
                    <a:gd name="connsiteX71" fmla="*/ 25830 w 364198"/>
                    <a:gd name="connsiteY71" fmla="*/ 273794 h 364198"/>
                    <a:gd name="connsiteX72" fmla="*/ 25830 w 364198"/>
                    <a:gd name="connsiteY72" fmla="*/ 276377 h 364198"/>
                    <a:gd name="connsiteX73" fmla="*/ 28413 w 364198"/>
                    <a:gd name="connsiteY73" fmla="*/ 278960 h 364198"/>
                    <a:gd name="connsiteX74" fmla="*/ 28413 w 364198"/>
                    <a:gd name="connsiteY74" fmla="*/ 281543 h 364198"/>
                    <a:gd name="connsiteX75" fmla="*/ 36162 w 364198"/>
                    <a:gd name="connsiteY75" fmla="*/ 289292 h 364198"/>
                    <a:gd name="connsiteX76" fmla="*/ 36162 w 364198"/>
                    <a:gd name="connsiteY76" fmla="*/ 291875 h 364198"/>
                    <a:gd name="connsiteX77" fmla="*/ 43910 w 364198"/>
                    <a:gd name="connsiteY77" fmla="*/ 299624 h 364198"/>
                    <a:gd name="connsiteX78" fmla="*/ 43910 w 364198"/>
                    <a:gd name="connsiteY78" fmla="*/ 302207 h 364198"/>
                    <a:gd name="connsiteX79" fmla="*/ 61991 w 364198"/>
                    <a:gd name="connsiteY79" fmla="*/ 320288 h 364198"/>
                    <a:gd name="connsiteX80" fmla="*/ 64574 w 364198"/>
                    <a:gd name="connsiteY80" fmla="*/ 320288 h 364198"/>
                    <a:gd name="connsiteX81" fmla="*/ 74906 w 364198"/>
                    <a:gd name="connsiteY81" fmla="*/ 330620 h 364198"/>
                    <a:gd name="connsiteX82" fmla="*/ 77489 w 364198"/>
                    <a:gd name="connsiteY82" fmla="*/ 330620 h 364198"/>
                    <a:gd name="connsiteX83" fmla="*/ 82655 w 364198"/>
                    <a:gd name="connsiteY83" fmla="*/ 335786 h 364198"/>
                    <a:gd name="connsiteX84" fmla="*/ 85238 w 364198"/>
                    <a:gd name="connsiteY84" fmla="*/ 335786 h 364198"/>
                    <a:gd name="connsiteX85" fmla="*/ 90404 w 364198"/>
                    <a:gd name="connsiteY85" fmla="*/ 340952 h 364198"/>
                    <a:gd name="connsiteX86" fmla="*/ 92987 w 364198"/>
                    <a:gd name="connsiteY86" fmla="*/ 340952 h 364198"/>
                    <a:gd name="connsiteX87" fmla="*/ 95570 w 364198"/>
                    <a:gd name="connsiteY87" fmla="*/ 343535 h 364198"/>
                    <a:gd name="connsiteX88" fmla="*/ 98153 w 364198"/>
                    <a:gd name="connsiteY88" fmla="*/ 343535 h 364198"/>
                    <a:gd name="connsiteX89" fmla="*/ 100736 w 364198"/>
                    <a:gd name="connsiteY89" fmla="*/ 346118 h 364198"/>
                    <a:gd name="connsiteX90" fmla="*/ 103319 w 364198"/>
                    <a:gd name="connsiteY90" fmla="*/ 346118 h 364198"/>
                    <a:gd name="connsiteX91" fmla="*/ 105902 w 364198"/>
                    <a:gd name="connsiteY91" fmla="*/ 348701 h 364198"/>
                    <a:gd name="connsiteX92" fmla="*/ 108485 w 364198"/>
                    <a:gd name="connsiteY92" fmla="*/ 348701 h 364198"/>
                    <a:gd name="connsiteX93" fmla="*/ 111068 w 364198"/>
                    <a:gd name="connsiteY93" fmla="*/ 351284 h 364198"/>
                    <a:gd name="connsiteX94" fmla="*/ 116234 w 364198"/>
                    <a:gd name="connsiteY94" fmla="*/ 351284 h 364198"/>
                    <a:gd name="connsiteX95" fmla="*/ 118816 w 364198"/>
                    <a:gd name="connsiteY95" fmla="*/ 353866 h 364198"/>
                    <a:gd name="connsiteX96" fmla="*/ 121399 w 364198"/>
                    <a:gd name="connsiteY96" fmla="*/ 353866 h 364198"/>
                    <a:gd name="connsiteX97" fmla="*/ 123982 w 364198"/>
                    <a:gd name="connsiteY97" fmla="*/ 356449 h 364198"/>
                    <a:gd name="connsiteX98" fmla="*/ 131731 w 364198"/>
                    <a:gd name="connsiteY98" fmla="*/ 356449 h 364198"/>
                    <a:gd name="connsiteX99" fmla="*/ 134314 w 364198"/>
                    <a:gd name="connsiteY99" fmla="*/ 359032 h 364198"/>
                    <a:gd name="connsiteX100" fmla="*/ 139480 w 364198"/>
                    <a:gd name="connsiteY100" fmla="*/ 359032 h 364198"/>
                    <a:gd name="connsiteX101" fmla="*/ 142063 w 364198"/>
                    <a:gd name="connsiteY101" fmla="*/ 361615 h 364198"/>
                    <a:gd name="connsiteX102" fmla="*/ 154978 w 364198"/>
                    <a:gd name="connsiteY102" fmla="*/ 361615 h 364198"/>
                    <a:gd name="connsiteX103" fmla="*/ 157561 w 364198"/>
                    <a:gd name="connsiteY103" fmla="*/ 364198 h 364198"/>
                    <a:gd name="connsiteX104" fmla="*/ 209220 w 364198"/>
                    <a:gd name="connsiteY104" fmla="*/ 364198 h 364198"/>
                    <a:gd name="connsiteX105" fmla="*/ 211803 w 364198"/>
                    <a:gd name="connsiteY105" fmla="*/ 361615 h 364198"/>
                    <a:gd name="connsiteX106" fmla="*/ 222135 w 364198"/>
                    <a:gd name="connsiteY106" fmla="*/ 361615 h 364198"/>
                    <a:gd name="connsiteX107" fmla="*/ 224718 w 364198"/>
                    <a:gd name="connsiteY107" fmla="*/ 359032 h 364198"/>
                    <a:gd name="connsiteX108" fmla="*/ 232467 w 364198"/>
                    <a:gd name="connsiteY108" fmla="*/ 359032 h 364198"/>
                    <a:gd name="connsiteX109" fmla="*/ 235050 w 364198"/>
                    <a:gd name="connsiteY109" fmla="*/ 356449 h 364198"/>
                    <a:gd name="connsiteX110" fmla="*/ 240216 w 364198"/>
                    <a:gd name="connsiteY110" fmla="*/ 356449 h 364198"/>
                    <a:gd name="connsiteX111" fmla="*/ 242799 w 364198"/>
                    <a:gd name="connsiteY111" fmla="*/ 353866 h 364198"/>
                    <a:gd name="connsiteX112" fmla="*/ 247965 w 364198"/>
                    <a:gd name="connsiteY112" fmla="*/ 353866 h 364198"/>
                    <a:gd name="connsiteX113" fmla="*/ 250548 w 364198"/>
                    <a:gd name="connsiteY113" fmla="*/ 351284 h 364198"/>
                    <a:gd name="connsiteX114" fmla="*/ 253131 w 364198"/>
                    <a:gd name="connsiteY114" fmla="*/ 351284 h 364198"/>
                    <a:gd name="connsiteX115" fmla="*/ 255714 w 364198"/>
                    <a:gd name="connsiteY115" fmla="*/ 348701 h 364198"/>
                    <a:gd name="connsiteX116" fmla="*/ 258297 w 364198"/>
                    <a:gd name="connsiteY116" fmla="*/ 348701 h 364198"/>
                    <a:gd name="connsiteX117" fmla="*/ 260880 w 364198"/>
                    <a:gd name="connsiteY117" fmla="*/ 346118 h 364198"/>
                    <a:gd name="connsiteX118" fmla="*/ 263463 w 364198"/>
                    <a:gd name="connsiteY118" fmla="*/ 346118 h 364198"/>
                    <a:gd name="connsiteX119" fmla="*/ 266046 w 364198"/>
                    <a:gd name="connsiteY119" fmla="*/ 343535 h 364198"/>
                    <a:gd name="connsiteX120" fmla="*/ 268629 w 364198"/>
                    <a:gd name="connsiteY120" fmla="*/ 343535 h 364198"/>
                    <a:gd name="connsiteX121" fmla="*/ 271212 w 364198"/>
                    <a:gd name="connsiteY121" fmla="*/ 340952 h 364198"/>
                    <a:gd name="connsiteX122" fmla="*/ 273794 w 364198"/>
                    <a:gd name="connsiteY122" fmla="*/ 340952 h 364198"/>
                    <a:gd name="connsiteX123" fmla="*/ 276377 w 364198"/>
                    <a:gd name="connsiteY123" fmla="*/ 338369 h 364198"/>
                    <a:gd name="connsiteX124" fmla="*/ 278960 w 364198"/>
                    <a:gd name="connsiteY124" fmla="*/ 338369 h 364198"/>
                    <a:gd name="connsiteX125" fmla="*/ 284126 w 364198"/>
                    <a:gd name="connsiteY125" fmla="*/ 333203 h 364198"/>
                    <a:gd name="connsiteX126" fmla="*/ 286709 w 364198"/>
                    <a:gd name="connsiteY126" fmla="*/ 333203 h 364198"/>
                    <a:gd name="connsiteX127" fmla="*/ 294458 w 364198"/>
                    <a:gd name="connsiteY127" fmla="*/ 325454 h 364198"/>
                    <a:gd name="connsiteX128" fmla="*/ 297041 w 364198"/>
                    <a:gd name="connsiteY128" fmla="*/ 325454 h 364198"/>
                    <a:gd name="connsiteX129" fmla="*/ 307373 w 364198"/>
                    <a:gd name="connsiteY129" fmla="*/ 315122 h 364198"/>
                    <a:gd name="connsiteX130" fmla="*/ 309956 w 364198"/>
                    <a:gd name="connsiteY130" fmla="*/ 315122 h 364198"/>
                    <a:gd name="connsiteX131" fmla="*/ 315122 w 364198"/>
                    <a:gd name="connsiteY131" fmla="*/ 309956 h 364198"/>
                    <a:gd name="connsiteX132" fmla="*/ 315122 w 364198"/>
                    <a:gd name="connsiteY132" fmla="*/ 307373 h 364198"/>
                    <a:gd name="connsiteX133" fmla="*/ 328037 w 364198"/>
                    <a:gd name="connsiteY133" fmla="*/ 294458 h 364198"/>
                    <a:gd name="connsiteX134" fmla="*/ 328037 w 364198"/>
                    <a:gd name="connsiteY134" fmla="*/ 291875 h 364198"/>
                    <a:gd name="connsiteX135" fmla="*/ 333203 w 364198"/>
                    <a:gd name="connsiteY135" fmla="*/ 286709 h 364198"/>
                    <a:gd name="connsiteX136" fmla="*/ 333203 w 364198"/>
                    <a:gd name="connsiteY136" fmla="*/ 284126 h 364198"/>
                    <a:gd name="connsiteX137" fmla="*/ 338369 w 364198"/>
                    <a:gd name="connsiteY137" fmla="*/ 278960 h 364198"/>
                    <a:gd name="connsiteX138" fmla="*/ 338369 w 364198"/>
                    <a:gd name="connsiteY138" fmla="*/ 276377 h 364198"/>
                    <a:gd name="connsiteX139" fmla="*/ 340952 w 364198"/>
                    <a:gd name="connsiteY139" fmla="*/ 273794 h 364198"/>
                    <a:gd name="connsiteX140" fmla="*/ 340952 w 364198"/>
                    <a:gd name="connsiteY140" fmla="*/ 271212 h 364198"/>
                    <a:gd name="connsiteX141" fmla="*/ 346118 w 364198"/>
                    <a:gd name="connsiteY141" fmla="*/ 266046 h 364198"/>
                    <a:gd name="connsiteX142" fmla="*/ 346118 w 364198"/>
                    <a:gd name="connsiteY142" fmla="*/ 263463 h 364198"/>
                    <a:gd name="connsiteX143" fmla="*/ 348701 w 364198"/>
                    <a:gd name="connsiteY143" fmla="*/ 260880 h 364198"/>
                    <a:gd name="connsiteX144" fmla="*/ 348701 w 364198"/>
                    <a:gd name="connsiteY144" fmla="*/ 255714 h 364198"/>
                    <a:gd name="connsiteX145" fmla="*/ 351284 w 364198"/>
                    <a:gd name="connsiteY145" fmla="*/ 253131 h 364198"/>
                    <a:gd name="connsiteX146" fmla="*/ 351284 w 364198"/>
                    <a:gd name="connsiteY146" fmla="*/ 250548 h 364198"/>
                    <a:gd name="connsiteX147" fmla="*/ 353866 w 364198"/>
                    <a:gd name="connsiteY147" fmla="*/ 247965 h 364198"/>
                    <a:gd name="connsiteX148" fmla="*/ 353866 w 364198"/>
                    <a:gd name="connsiteY148" fmla="*/ 242799 h 364198"/>
                    <a:gd name="connsiteX149" fmla="*/ 356449 w 364198"/>
                    <a:gd name="connsiteY149" fmla="*/ 240216 h 364198"/>
                    <a:gd name="connsiteX150" fmla="*/ 356449 w 364198"/>
                    <a:gd name="connsiteY150" fmla="*/ 235050 h 364198"/>
                    <a:gd name="connsiteX151" fmla="*/ 359032 w 364198"/>
                    <a:gd name="connsiteY151" fmla="*/ 232467 h 364198"/>
                    <a:gd name="connsiteX152" fmla="*/ 359032 w 364198"/>
                    <a:gd name="connsiteY152" fmla="*/ 224718 h 364198"/>
                    <a:gd name="connsiteX153" fmla="*/ 361615 w 364198"/>
                    <a:gd name="connsiteY153" fmla="*/ 222135 h 364198"/>
                    <a:gd name="connsiteX154" fmla="*/ 361615 w 364198"/>
                    <a:gd name="connsiteY154" fmla="*/ 211803 h 364198"/>
                    <a:gd name="connsiteX155" fmla="*/ 364198 w 364198"/>
                    <a:gd name="connsiteY155" fmla="*/ 209220 h 364198"/>
                    <a:gd name="connsiteX156" fmla="*/ 364198 w 364198"/>
                    <a:gd name="connsiteY156" fmla="*/ 154978 h 364198"/>
                    <a:gd name="connsiteX157" fmla="*/ 361615 w 364198"/>
                    <a:gd name="connsiteY157" fmla="*/ 152395 h 364198"/>
                    <a:gd name="connsiteX158" fmla="*/ 361615 w 364198"/>
                    <a:gd name="connsiteY158" fmla="*/ 142063 h 364198"/>
                    <a:gd name="connsiteX159" fmla="*/ 359032 w 364198"/>
                    <a:gd name="connsiteY159" fmla="*/ 139480 h 364198"/>
                    <a:gd name="connsiteX160" fmla="*/ 359032 w 364198"/>
                    <a:gd name="connsiteY160" fmla="*/ 131731 h 364198"/>
                    <a:gd name="connsiteX161" fmla="*/ 356449 w 364198"/>
                    <a:gd name="connsiteY161" fmla="*/ 129148 h 364198"/>
                    <a:gd name="connsiteX162" fmla="*/ 356449 w 364198"/>
                    <a:gd name="connsiteY162" fmla="*/ 123982 h 364198"/>
                    <a:gd name="connsiteX163" fmla="*/ 353866 w 364198"/>
                    <a:gd name="connsiteY163" fmla="*/ 121399 h 364198"/>
                    <a:gd name="connsiteX164" fmla="*/ 353866 w 364198"/>
                    <a:gd name="connsiteY164" fmla="*/ 116234 h 364198"/>
                    <a:gd name="connsiteX165" fmla="*/ 351284 w 364198"/>
                    <a:gd name="connsiteY165" fmla="*/ 113651 h 364198"/>
                    <a:gd name="connsiteX166" fmla="*/ 351284 w 364198"/>
                    <a:gd name="connsiteY166" fmla="*/ 111068 h 364198"/>
                    <a:gd name="connsiteX167" fmla="*/ 348701 w 364198"/>
                    <a:gd name="connsiteY167" fmla="*/ 108485 h 364198"/>
                    <a:gd name="connsiteX168" fmla="*/ 348701 w 364198"/>
                    <a:gd name="connsiteY168" fmla="*/ 105902 h 364198"/>
                    <a:gd name="connsiteX169" fmla="*/ 346118 w 364198"/>
                    <a:gd name="connsiteY169" fmla="*/ 103319 h 364198"/>
                    <a:gd name="connsiteX170" fmla="*/ 346118 w 364198"/>
                    <a:gd name="connsiteY170" fmla="*/ 100736 h 364198"/>
                    <a:gd name="connsiteX171" fmla="*/ 343535 w 364198"/>
                    <a:gd name="connsiteY171" fmla="*/ 98153 h 364198"/>
                    <a:gd name="connsiteX172" fmla="*/ 343535 w 364198"/>
                    <a:gd name="connsiteY172" fmla="*/ 95570 h 364198"/>
                    <a:gd name="connsiteX173" fmla="*/ 340952 w 364198"/>
                    <a:gd name="connsiteY173" fmla="*/ 92987 h 364198"/>
                    <a:gd name="connsiteX174" fmla="*/ 340952 w 364198"/>
                    <a:gd name="connsiteY174" fmla="*/ 90404 h 364198"/>
                    <a:gd name="connsiteX175" fmla="*/ 335786 w 364198"/>
                    <a:gd name="connsiteY175" fmla="*/ 85238 h 364198"/>
                    <a:gd name="connsiteX176" fmla="*/ 335786 w 364198"/>
                    <a:gd name="connsiteY176" fmla="*/ 82655 h 364198"/>
                    <a:gd name="connsiteX177" fmla="*/ 330620 w 364198"/>
                    <a:gd name="connsiteY177" fmla="*/ 77489 h 364198"/>
                    <a:gd name="connsiteX178" fmla="*/ 330620 w 364198"/>
                    <a:gd name="connsiteY178" fmla="*/ 74906 h 364198"/>
                    <a:gd name="connsiteX179" fmla="*/ 322871 w 364198"/>
                    <a:gd name="connsiteY179" fmla="*/ 67157 h 364198"/>
                    <a:gd name="connsiteX180" fmla="*/ 322871 w 364198"/>
                    <a:gd name="connsiteY180" fmla="*/ 64574 h 364198"/>
                    <a:gd name="connsiteX181" fmla="*/ 299624 w 364198"/>
                    <a:gd name="connsiteY181" fmla="*/ 41327 h 364198"/>
                    <a:gd name="connsiteX182" fmla="*/ 297041 w 364198"/>
                    <a:gd name="connsiteY182" fmla="*/ 41327 h 364198"/>
                    <a:gd name="connsiteX183" fmla="*/ 289292 w 364198"/>
                    <a:gd name="connsiteY183" fmla="*/ 33579 h 364198"/>
                    <a:gd name="connsiteX184" fmla="*/ 286709 w 364198"/>
                    <a:gd name="connsiteY184" fmla="*/ 33579 h 364198"/>
                    <a:gd name="connsiteX185" fmla="*/ 281543 w 364198"/>
                    <a:gd name="connsiteY185" fmla="*/ 28413 h 364198"/>
                    <a:gd name="connsiteX186" fmla="*/ 278960 w 364198"/>
                    <a:gd name="connsiteY186" fmla="*/ 28413 h 364198"/>
                    <a:gd name="connsiteX187" fmla="*/ 276377 w 364198"/>
                    <a:gd name="connsiteY187" fmla="*/ 25830 h 364198"/>
                    <a:gd name="connsiteX188" fmla="*/ 273794 w 364198"/>
                    <a:gd name="connsiteY188" fmla="*/ 25830 h 364198"/>
                    <a:gd name="connsiteX189" fmla="*/ 268629 w 364198"/>
                    <a:gd name="connsiteY189" fmla="*/ 20664 h 364198"/>
                    <a:gd name="connsiteX190" fmla="*/ 266046 w 364198"/>
                    <a:gd name="connsiteY190" fmla="*/ 20664 h 364198"/>
                    <a:gd name="connsiteX191" fmla="*/ 263463 w 364198"/>
                    <a:gd name="connsiteY191" fmla="*/ 18081 h 364198"/>
                    <a:gd name="connsiteX192" fmla="*/ 260880 w 364198"/>
                    <a:gd name="connsiteY192" fmla="*/ 18081 h 364198"/>
                    <a:gd name="connsiteX193" fmla="*/ 258297 w 364198"/>
                    <a:gd name="connsiteY193" fmla="*/ 15498 h 364198"/>
                    <a:gd name="connsiteX194" fmla="*/ 253131 w 364198"/>
                    <a:gd name="connsiteY194" fmla="*/ 15498 h 364198"/>
                    <a:gd name="connsiteX195" fmla="*/ 250548 w 364198"/>
                    <a:gd name="connsiteY195" fmla="*/ 12915 h 364198"/>
                    <a:gd name="connsiteX196" fmla="*/ 247965 w 364198"/>
                    <a:gd name="connsiteY196" fmla="*/ 12915 h 364198"/>
                    <a:gd name="connsiteX197" fmla="*/ 245382 w 364198"/>
                    <a:gd name="connsiteY197" fmla="*/ 10332 h 364198"/>
                    <a:gd name="connsiteX198" fmla="*/ 240216 w 364198"/>
                    <a:gd name="connsiteY198" fmla="*/ 10332 h 364198"/>
                    <a:gd name="connsiteX199" fmla="*/ 237633 w 364198"/>
                    <a:gd name="connsiteY199" fmla="*/ 7749 h 364198"/>
                    <a:gd name="connsiteX200" fmla="*/ 232467 w 364198"/>
                    <a:gd name="connsiteY200" fmla="*/ 7749 h 364198"/>
                    <a:gd name="connsiteX201" fmla="*/ 229884 w 364198"/>
                    <a:gd name="connsiteY201" fmla="*/ 5166 h 364198"/>
                    <a:gd name="connsiteX202" fmla="*/ 222135 w 364198"/>
                    <a:gd name="connsiteY202" fmla="*/ 5166 h 364198"/>
                    <a:gd name="connsiteX203" fmla="*/ 219552 w 364198"/>
                    <a:gd name="connsiteY203" fmla="*/ 2583 h 364198"/>
                    <a:gd name="connsiteX204" fmla="*/ 204054 w 364198"/>
                    <a:gd name="connsiteY204" fmla="*/ 2583 h 364198"/>
                    <a:gd name="connsiteX205" fmla="*/ 201471 w 364198"/>
                    <a:gd name="connsiteY205" fmla="*/ 0 h 364198"/>
                    <a:gd name="connsiteX206" fmla="*/ 61991 w 364198"/>
                    <a:gd name="connsiteY206" fmla="*/ 77489 h 364198"/>
                    <a:gd name="connsiteX207" fmla="*/ 49076 w 364198"/>
                    <a:gd name="connsiteY207" fmla="*/ 90404 h 364198"/>
                    <a:gd name="connsiteX208" fmla="*/ 49076 w 364198"/>
                    <a:gd name="connsiteY208" fmla="*/ 92987 h 364198"/>
                    <a:gd name="connsiteX209" fmla="*/ 43910 w 364198"/>
                    <a:gd name="connsiteY209" fmla="*/ 98153 h 364198"/>
                    <a:gd name="connsiteX210" fmla="*/ 43910 w 364198"/>
                    <a:gd name="connsiteY210" fmla="*/ 100736 h 364198"/>
                    <a:gd name="connsiteX211" fmla="*/ 41327 w 364198"/>
                    <a:gd name="connsiteY211" fmla="*/ 103319 h 364198"/>
                    <a:gd name="connsiteX212" fmla="*/ 41327 w 364198"/>
                    <a:gd name="connsiteY212" fmla="*/ 105902 h 364198"/>
                    <a:gd name="connsiteX213" fmla="*/ 38745 w 364198"/>
                    <a:gd name="connsiteY213" fmla="*/ 108485 h 364198"/>
                    <a:gd name="connsiteX214" fmla="*/ 38745 w 364198"/>
                    <a:gd name="connsiteY214" fmla="*/ 111068 h 364198"/>
                    <a:gd name="connsiteX215" fmla="*/ 36162 w 364198"/>
                    <a:gd name="connsiteY215" fmla="*/ 113651 h 364198"/>
                    <a:gd name="connsiteX216" fmla="*/ 36162 w 364198"/>
                    <a:gd name="connsiteY216" fmla="*/ 116234 h 364198"/>
                    <a:gd name="connsiteX217" fmla="*/ 33579 w 364198"/>
                    <a:gd name="connsiteY217" fmla="*/ 118816 h 364198"/>
                    <a:gd name="connsiteX218" fmla="*/ 33579 w 364198"/>
                    <a:gd name="connsiteY218" fmla="*/ 121399 h 364198"/>
                    <a:gd name="connsiteX219" fmla="*/ 30996 w 364198"/>
                    <a:gd name="connsiteY219" fmla="*/ 123982 h 364198"/>
                    <a:gd name="connsiteX220" fmla="*/ 30996 w 364198"/>
                    <a:gd name="connsiteY220" fmla="*/ 129148 h 364198"/>
                    <a:gd name="connsiteX221" fmla="*/ 28413 w 364198"/>
                    <a:gd name="connsiteY221" fmla="*/ 131731 h 364198"/>
                    <a:gd name="connsiteX222" fmla="*/ 28413 w 364198"/>
                    <a:gd name="connsiteY222" fmla="*/ 136897 h 364198"/>
                    <a:gd name="connsiteX223" fmla="*/ 25830 w 364198"/>
                    <a:gd name="connsiteY223" fmla="*/ 139480 h 364198"/>
                    <a:gd name="connsiteX224" fmla="*/ 25830 w 364198"/>
                    <a:gd name="connsiteY224" fmla="*/ 147229 h 364198"/>
                    <a:gd name="connsiteX225" fmla="*/ 23247 w 364198"/>
                    <a:gd name="connsiteY225" fmla="*/ 149812 h 364198"/>
                    <a:gd name="connsiteX226" fmla="*/ 23247 w 364198"/>
                    <a:gd name="connsiteY226" fmla="*/ 162727 h 364198"/>
                    <a:gd name="connsiteX227" fmla="*/ 20664 w 364198"/>
                    <a:gd name="connsiteY227" fmla="*/ 165310 h 364198"/>
                    <a:gd name="connsiteX228" fmla="*/ 20664 w 364198"/>
                    <a:gd name="connsiteY228" fmla="*/ 198888 h 364198"/>
                    <a:gd name="connsiteX229" fmla="*/ 23247 w 364198"/>
                    <a:gd name="connsiteY229" fmla="*/ 201471 h 364198"/>
                    <a:gd name="connsiteX230" fmla="*/ 23247 w 364198"/>
                    <a:gd name="connsiteY230" fmla="*/ 214386 h 364198"/>
                    <a:gd name="connsiteX231" fmla="*/ 25830 w 364198"/>
                    <a:gd name="connsiteY231" fmla="*/ 216969 h 364198"/>
                    <a:gd name="connsiteX232" fmla="*/ 25830 w 364198"/>
                    <a:gd name="connsiteY232" fmla="*/ 224718 h 364198"/>
                    <a:gd name="connsiteX233" fmla="*/ 28413 w 364198"/>
                    <a:gd name="connsiteY233" fmla="*/ 227301 h 364198"/>
                    <a:gd name="connsiteX234" fmla="*/ 28413 w 364198"/>
                    <a:gd name="connsiteY234" fmla="*/ 232467 h 364198"/>
                    <a:gd name="connsiteX235" fmla="*/ 30996 w 364198"/>
                    <a:gd name="connsiteY235" fmla="*/ 235050 h 364198"/>
                    <a:gd name="connsiteX236" fmla="*/ 30996 w 364198"/>
                    <a:gd name="connsiteY236" fmla="*/ 240216 h 364198"/>
                    <a:gd name="connsiteX237" fmla="*/ 33579 w 364198"/>
                    <a:gd name="connsiteY237" fmla="*/ 242799 h 364198"/>
                    <a:gd name="connsiteX238" fmla="*/ 33579 w 364198"/>
                    <a:gd name="connsiteY238" fmla="*/ 245382 h 364198"/>
                    <a:gd name="connsiteX239" fmla="*/ 36162 w 364198"/>
                    <a:gd name="connsiteY239" fmla="*/ 247965 h 364198"/>
                    <a:gd name="connsiteX240" fmla="*/ 36162 w 364198"/>
                    <a:gd name="connsiteY240" fmla="*/ 253131 h 364198"/>
                    <a:gd name="connsiteX241" fmla="*/ 38745 w 364198"/>
                    <a:gd name="connsiteY241" fmla="*/ 255714 h 364198"/>
                    <a:gd name="connsiteX242" fmla="*/ 38745 w 364198"/>
                    <a:gd name="connsiteY242" fmla="*/ 258297 h 364198"/>
                    <a:gd name="connsiteX243" fmla="*/ 43910 w 364198"/>
                    <a:gd name="connsiteY243" fmla="*/ 263463 h 364198"/>
                    <a:gd name="connsiteX244" fmla="*/ 43910 w 364198"/>
                    <a:gd name="connsiteY244" fmla="*/ 266046 h 364198"/>
                    <a:gd name="connsiteX245" fmla="*/ 46493 w 364198"/>
                    <a:gd name="connsiteY245" fmla="*/ 268629 h 364198"/>
                    <a:gd name="connsiteX246" fmla="*/ 46493 w 364198"/>
                    <a:gd name="connsiteY246" fmla="*/ 271212 h 364198"/>
                    <a:gd name="connsiteX247" fmla="*/ 54242 w 364198"/>
                    <a:gd name="connsiteY247" fmla="*/ 278960 h 364198"/>
                    <a:gd name="connsiteX248" fmla="*/ 54242 w 364198"/>
                    <a:gd name="connsiteY248" fmla="*/ 281543 h 364198"/>
                    <a:gd name="connsiteX249" fmla="*/ 85238 w 364198"/>
                    <a:gd name="connsiteY249" fmla="*/ 312539 h 364198"/>
                    <a:gd name="connsiteX250" fmla="*/ 87821 w 364198"/>
                    <a:gd name="connsiteY250" fmla="*/ 312539 h 364198"/>
                    <a:gd name="connsiteX251" fmla="*/ 92987 w 364198"/>
                    <a:gd name="connsiteY251" fmla="*/ 317705 h 364198"/>
                    <a:gd name="connsiteX252" fmla="*/ 95570 w 364198"/>
                    <a:gd name="connsiteY252" fmla="*/ 317705 h 364198"/>
                    <a:gd name="connsiteX253" fmla="*/ 100736 w 364198"/>
                    <a:gd name="connsiteY253" fmla="*/ 322871 h 364198"/>
                    <a:gd name="connsiteX254" fmla="*/ 103319 w 364198"/>
                    <a:gd name="connsiteY254" fmla="*/ 322871 h 364198"/>
                    <a:gd name="connsiteX255" fmla="*/ 105902 w 364198"/>
                    <a:gd name="connsiteY255" fmla="*/ 325454 h 364198"/>
                    <a:gd name="connsiteX256" fmla="*/ 108485 w 364198"/>
                    <a:gd name="connsiteY256" fmla="*/ 325454 h 364198"/>
                    <a:gd name="connsiteX257" fmla="*/ 111068 w 364198"/>
                    <a:gd name="connsiteY257" fmla="*/ 328037 h 364198"/>
                    <a:gd name="connsiteX258" fmla="*/ 113651 w 364198"/>
                    <a:gd name="connsiteY258" fmla="*/ 328037 h 364198"/>
                    <a:gd name="connsiteX259" fmla="*/ 116234 w 364198"/>
                    <a:gd name="connsiteY259" fmla="*/ 330620 h 364198"/>
                    <a:gd name="connsiteX260" fmla="*/ 118816 w 364198"/>
                    <a:gd name="connsiteY260" fmla="*/ 330620 h 364198"/>
                    <a:gd name="connsiteX261" fmla="*/ 121399 w 364198"/>
                    <a:gd name="connsiteY261" fmla="*/ 333203 h 364198"/>
                    <a:gd name="connsiteX262" fmla="*/ 126565 w 364198"/>
                    <a:gd name="connsiteY262" fmla="*/ 333203 h 364198"/>
                    <a:gd name="connsiteX263" fmla="*/ 129148 w 364198"/>
                    <a:gd name="connsiteY263" fmla="*/ 335786 h 364198"/>
                    <a:gd name="connsiteX264" fmla="*/ 134314 w 364198"/>
                    <a:gd name="connsiteY264" fmla="*/ 335786 h 364198"/>
                    <a:gd name="connsiteX265" fmla="*/ 136897 w 364198"/>
                    <a:gd name="connsiteY265" fmla="*/ 338369 h 364198"/>
                    <a:gd name="connsiteX266" fmla="*/ 142063 w 364198"/>
                    <a:gd name="connsiteY266" fmla="*/ 338369 h 364198"/>
                    <a:gd name="connsiteX267" fmla="*/ 144646 w 364198"/>
                    <a:gd name="connsiteY267" fmla="*/ 340952 h 364198"/>
                    <a:gd name="connsiteX268" fmla="*/ 154978 w 364198"/>
                    <a:gd name="connsiteY268" fmla="*/ 340952 h 364198"/>
                    <a:gd name="connsiteX269" fmla="*/ 157561 w 364198"/>
                    <a:gd name="connsiteY269" fmla="*/ 343535 h 364198"/>
                    <a:gd name="connsiteX270" fmla="*/ 206637 w 364198"/>
                    <a:gd name="connsiteY270" fmla="*/ 343535 h 364198"/>
                    <a:gd name="connsiteX271" fmla="*/ 209220 w 364198"/>
                    <a:gd name="connsiteY271" fmla="*/ 340952 h 364198"/>
                    <a:gd name="connsiteX272" fmla="*/ 219552 w 364198"/>
                    <a:gd name="connsiteY272" fmla="*/ 340952 h 364198"/>
                    <a:gd name="connsiteX273" fmla="*/ 222135 w 364198"/>
                    <a:gd name="connsiteY273" fmla="*/ 338369 h 364198"/>
                    <a:gd name="connsiteX274" fmla="*/ 229884 w 364198"/>
                    <a:gd name="connsiteY274" fmla="*/ 338369 h 364198"/>
                    <a:gd name="connsiteX275" fmla="*/ 232467 w 364198"/>
                    <a:gd name="connsiteY275" fmla="*/ 335786 h 364198"/>
                    <a:gd name="connsiteX276" fmla="*/ 237633 w 364198"/>
                    <a:gd name="connsiteY276" fmla="*/ 335786 h 364198"/>
                    <a:gd name="connsiteX277" fmla="*/ 240216 w 364198"/>
                    <a:gd name="connsiteY277" fmla="*/ 333203 h 364198"/>
                    <a:gd name="connsiteX278" fmla="*/ 242799 w 364198"/>
                    <a:gd name="connsiteY278" fmla="*/ 333203 h 364198"/>
                    <a:gd name="connsiteX279" fmla="*/ 245382 w 364198"/>
                    <a:gd name="connsiteY279" fmla="*/ 330620 h 364198"/>
                    <a:gd name="connsiteX280" fmla="*/ 250548 w 364198"/>
                    <a:gd name="connsiteY280" fmla="*/ 330620 h 364198"/>
                    <a:gd name="connsiteX281" fmla="*/ 253131 w 364198"/>
                    <a:gd name="connsiteY281" fmla="*/ 328037 h 364198"/>
                    <a:gd name="connsiteX282" fmla="*/ 255714 w 364198"/>
                    <a:gd name="connsiteY282" fmla="*/ 328037 h 364198"/>
                    <a:gd name="connsiteX283" fmla="*/ 258297 w 364198"/>
                    <a:gd name="connsiteY283" fmla="*/ 325454 h 364198"/>
                    <a:gd name="connsiteX284" fmla="*/ 260880 w 364198"/>
                    <a:gd name="connsiteY284" fmla="*/ 325454 h 364198"/>
                    <a:gd name="connsiteX285" fmla="*/ 266046 w 364198"/>
                    <a:gd name="connsiteY285" fmla="*/ 320288 h 364198"/>
                    <a:gd name="connsiteX286" fmla="*/ 268629 w 364198"/>
                    <a:gd name="connsiteY286" fmla="*/ 320288 h 364198"/>
                    <a:gd name="connsiteX287" fmla="*/ 273794 w 364198"/>
                    <a:gd name="connsiteY287" fmla="*/ 315122 h 364198"/>
                    <a:gd name="connsiteX288" fmla="*/ 276377 w 364198"/>
                    <a:gd name="connsiteY288" fmla="*/ 315122 h 364198"/>
                    <a:gd name="connsiteX289" fmla="*/ 286709 w 364198"/>
                    <a:gd name="connsiteY289" fmla="*/ 304790 h 364198"/>
                    <a:gd name="connsiteX290" fmla="*/ 286709 w 364198"/>
                    <a:gd name="connsiteY290" fmla="*/ 302207 h 364198"/>
                    <a:gd name="connsiteX291" fmla="*/ 211803 w 364198"/>
                    <a:gd name="connsiteY291" fmla="*/ 227301 h 364198"/>
                    <a:gd name="connsiteX292" fmla="*/ 209220 w 364198"/>
                    <a:gd name="connsiteY292" fmla="*/ 229884 h 364198"/>
                    <a:gd name="connsiteX293" fmla="*/ 198888 w 364198"/>
                    <a:gd name="connsiteY293" fmla="*/ 229884 h 364198"/>
                    <a:gd name="connsiteX294" fmla="*/ 196305 w 364198"/>
                    <a:gd name="connsiteY294" fmla="*/ 227301 h 364198"/>
                    <a:gd name="connsiteX295" fmla="*/ 196305 w 364198"/>
                    <a:gd name="connsiteY295" fmla="*/ 224718 h 364198"/>
                    <a:gd name="connsiteX296" fmla="*/ 191140 w 364198"/>
                    <a:gd name="connsiteY296" fmla="*/ 219552 h 364198"/>
                    <a:gd name="connsiteX297" fmla="*/ 191140 w 364198"/>
                    <a:gd name="connsiteY297" fmla="*/ 216969 h 364198"/>
                    <a:gd name="connsiteX298" fmla="*/ 188557 w 364198"/>
                    <a:gd name="connsiteY298" fmla="*/ 214386 h 364198"/>
                    <a:gd name="connsiteX299" fmla="*/ 188557 w 364198"/>
                    <a:gd name="connsiteY299" fmla="*/ 211803 h 364198"/>
                    <a:gd name="connsiteX300" fmla="*/ 185974 w 364198"/>
                    <a:gd name="connsiteY300" fmla="*/ 209220 h 364198"/>
                    <a:gd name="connsiteX301" fmla="*/ 185974 w 364198"/>
                    <a:gd name="connsiteY301" fmla="*/ 206637 h 364198"/>
                    <a:gd name="connsiteX302" fmla="*/ 180808 w 364198"/>
                    <a:gd name="connsiteY302" fmla="*/ 201471 h 364198"/>
                    <a:gd name="connsiteX303" fmla="*/ 180808 w 364198"/>
                    <a:gd name="connsiteY303" fmla="*/ 198888 h 364198"/>
                    <a:gd name="connsiteX304" fmla="*/ 178225 w 364198"/>
                    <a:gd name="connsiteY304" fmla="*/ 196305 h 364198"/>
                    <a:gd name="connsiteX305" fmla="*/ 178225 w 364198"/>
                    <a:gd name="connsiteY305" fmla="*/ 193723 h 364198"/>
                    <a:gd name="connsiteX306" fmla="*/ 131731 w 364198"/>
                    <a:gd name="connsiteY306" fmla="*/ 147229 h 364198"/>
                    <a:gd name="connsiteX307" fmla="*/ 121399 w 364198"/>
                    <a:gd name="connsiteY307" fmla="*/ 157561 h 364198"/>
                    <a:gd name="connsiteX308" fmla="*/ 118816 w 364198"/>
                    <a:gd name="connsiteY308" fmla="*/ 157561 h 364198"/>
                    <a:gd name="connsiteX309" fmla="*/ 113651 w 364198"/>
                    <a:gd name="connsiteY309" fmla="*/ 162727 h 364198"/>
                    <a:gd name="connsiteX310" fmla="*/ 111068 w 364198"/>
                    <a:gd name="connsiteY310" fmla="*/ 162727 h 364198"/>
                    <a:gd name="connsiteX311" fmla="*/ 105902 w 364198"/>
                    <a:gd name="connsiteY311" fmla="*/ 167893 h 364198"/>
                    <a:gd name="connsiteX312" fmla="*/ 103319 w 364198"/>
                    <a:gd name="connsiteY312" fmla="*/ 167893 h 364198"/>
                    <a:gd name="connsiteX313" fmla="*/ 98153 w 364198"/>
                    <a:gd name="connsiteY313" fmla="*/ 173059 h 364198"/>
                    <a:gd name="connsiteX314" fmla="*/ 95570 w 364198"/>
                    <a:gd name="connsiteY314" fmla="*/ 173059 h 364198"/>
                    <a:gd name="connsiteX315" fmla="*/ 92987 w 364198"/>
                    <a:gd name="connsiteY315" fmla="*/ 175642 h 364198"/>
                    <a:gd name="connsiteX316" fmla="*/ 90404 w 364198"/>
                    <a:gd name="connsiteY316" fmla="*/ 175642 h 364198"/>
                    <a:gd name="connsiteX317" fmla="*/ 85238 w 364198"/>
                    <a:gd name="connsiteY317" fmla="*/ 180808 h 364198"/>
                    <a:gd name="connsiteX318" fmla="*/ 85238 w 364198"/>
                    <a:gd name="connsiteY318" fmla="*/ 183391 h 364198"/>
                    <a:gd name="connsiteX319" fmla="*/ 92987 w 364198"/>
                    <a:gd name="connsiteY319" fmla="*/ 191140 h 364198"/>
                    <a:gd name="connsiteX320" fmla="*/ 95570 w 364198"/>
                    <a:gd name="connsiteY320" fmla="*/ 191140 h 364198"/>
                    <a:gd name="connsiteX321" fmla="*/ 100736 w 364198"/>
                    <a:gd name="connsiteY321" fmla="*/ 196305 h 364198"/>
                    <a:gd name="connsiteX322" fmla="*/ 103319 w 364198"/>
                    <a:gd name="connsiteY322" fmla="*/ 196305 h 364198"/>
                    <a:gd name="connsiteX323" fmla="*/ 105902 w 364198"/>
                    <a:gd name="connsiteY323" fmla="*/ 198888 h 364198"/>
                    <a:gd name="connsiteX324" fmla="*/ 108485 w 364198"/>
                    <a:gd name="connsiteY324" fmla="*/ 198888 h 364198"/>
                    <a:gd name="connsiteX325" fmla="*/ 113651 w 364198"/>
                    <a:gd name="connsiteY325" fmla="*/ 204054 h 364198"/>
                    <a:gd name="connsiteX326" fmla="*/ 116234 w 364198"/>
                    <a:gd name="connsiteY326" fmla="*/ 204054 h 364198"/>
                    <a:gd name="connsiteX327" fmla="*/ 121399 w 364198"/>
                    <a:gd name="connsiteY327" fmla="*/ 209220 h 364198"/>
                    <a:gd name="connsiteX328" fmla="*/ 123982 w 364198"/>
                    <a:gd name="connsiteY328" fmla="*/ 209220 h 364198"/>
                    <a:gd name="connsiteX329" fmla="*/ 129148 w 364198"/>
                    <a:gd name="connsiteY329" fmla="*/ 214386 h 364198"/>
                    <a:gd name="connsiteX330" fmla="*/ 129148 w 364198"/>
                    <a:gd name="connsiteY330" fmla="*/ 224718 h 364198"/>
                    <a:gd name="connsiteX331" fmla="*/ 123982 w 364198"/>
                    <a:gd name="connsiteY331" fmla="*/ 229884 h 364198"/>
                    <a:gd name="connsiteX332" fmla="*/ 116234 w 364198"/>
                    <a:gd name="connsiteY332" fmla="*/ 229884 h 364198"/>
                    <a:gd name="connsiteX333" fmla="*/ 113651 w 364198"/>
                    <a:gd name="connsiteY333" fmla="*/ 227301 h 364198"/>
                    <a:gd name="connsiteX334" fmla="*/ 111068 w 364198"/>
                    <a:gd name="connsiteY334" fmla="*/ 227301 h 364198"/>
                    <a:gd name="connsiteX335" fmla="*/ 105902 w 364198"/>
                    <a:gd name="connsiteY335" fmla="*/ 222135 h 364198"/>
                    <a:gd name="connsiteX336" fmla="*/ 103319 w 364198"/>
                    <a:gd name="connsiteY336" fmla="*/ 222135 h 364198"/>
                    <a:gd name="connsiteX337" fmla="*/ 98153 w 364198"/>
                    <a:gd name="connsiteY337" fmla="*/ 216969 h 364198"/>
                    <a:gd name="connsiteX338" fmla="*/ 95570 w 364198"/>
                    <a:gd name="connsiteY338" fmla="*/ 216969 h 364198"/>
                    <a:gd name="connsiteX339" fmla="*/ 90404 w 364198"/>
                    <a:gd name="connsiteY339" fmla="*/ 211803 h 364198"/>
                    <a:gd name="connsiteX340" fmla="*/ 87821 w 364198"/>
                    <a:gd name="connsiteY340" fmla="*/ 211803 h 364198"/>
                    <a:gd name="connsiteX341" fmla="*/ 82655 w 364198"/>
                    <a:gd name="connsiteY341" fmla="*/ 206637 h 364198"/>
                    <a:gd name="connsiteX342" fmla="*/ 80072 w 364198"/>
                    <a:gd name="connsiteY342" fmla="*/ 206637 h 364198"/>
                    <a:gd name="connsiteX343" fmla="*/ 77489 w 364198"/>
                    <a:gd name="connsiteY343" fmla="*/ 204054 h 364198"/>
                    <a:gd name="connsiteX344" fmla="*/ 74906 w 364198"/>
                    <a:gd name="connsiteY344" fmla="*/ 204054 h 364198"/>
                    <a:gd name="connsiteX345" fmla="*/ 69740 w 364198"/>
                    <a:gd name="connsiteY345" fmla="*/ 198888 h 364198"/>
                    <a:gd name="connsiteX346" fmla="*/ 67157 w 364198"/>
                    <a:gd name="connsiteY346" fmla="*/ 198888 h 364198"/>
                    <a:gd name="connsiteX347" fmla="*/ 61991 w 364198"/>
                    <a:gd name="connsiteY347" fmla="*/ 193723 h 364198"/>
                    <a:gd name="connsiteX348" fmla="*/ 59408 w 364198"/>
                    <a:gd name="connsiteY348" fmla="*/ 193723 h 364198"/>
                    <a:gd name="connsiteX349" fmla="*/ 54242 w 364198"/>
                    <a:gd name="connsiteY349" fmla="*/ 188557 h 364198"/>
                    <a:gd name="connsiteX350" fmla="*/ 54242 w 364198"/>
                    <a:gd name="connsiteY350" fmla="*/ 185974 h 364198"/>
                    <a:gd name="connsiteX351" fmla="*/ 51659 w 364198"/>
                    <a:gd name="connsiteY351" fmla="*/ 183391 h 364198"/>
                    <a:gd name="connsiteX352" fmla="*/ 51659 w 364198"/>
                    <a:gd name="connsiteY352" fmla="*/ 180808 h 364198"/>
                    <a:gd name="connsiteX353" fmla="*/ 54242 w 364198"/>
                    <a:gd name="connsiteY353" fmla="*/ 178225 h 364198"/>
                    <a:gd name="connsiteX354" fmla="*/ 54242 w 364198"/>
                    <a:gd name="connsiteY354" fmla="*/ 175642 h 364198"/>
                    <a:gd name="connsiteX355" fmla="*/ 56825 w 364198"/>
                    <a:gd name="connsiteY355" fmla="*/ 173059 h 364198"/>
                    <a:gd name="connsiteX356" fmla="*/ 59408 w 364198"/>
                    <a:gd name="connsiteY356" fmla="*/ 173059 h 364198"/>
                    <a:gd name="connsiteX357" fmla="*/ 64574 w 364198"/>
                    <a:gd name="connsiteY357" fmla="*/ 167893 h 364198"/>
                    <a:gd name="connsiteX358" fmla="*/ 67157 w 364198"/>
                    <a:gd name="connsiteY358" fmla="*/ 167893 h 364198"/>
                    <a:gd name="connsiteX359" fmla="*/ 69740 w 364198"/>
                    <a:gd name="connsiteY359" fmla="*/ 165310 h 364198"/>
                    <a:gd name="connsiteX360" fmla="*/ 72323 w 364198"/>
                    <a:gd name="connsiteY360" fmla="*/ 165310 h 364198"/>
                    <a:gd name="connsiteX361" fmla="*/ 77489 w 364198"/>
                    <a:gd name="connsiteY361" fmla="*/ 160144 h 364198"/>
                    <a:gd name="connsiteX362" fmla="*/ 80072 w 364198"/>
                    <a:gd name="connsiteY362" fmla="*/ 160144 h 364198"/>
                    <a:gd name="connsiteX363" fmla="*/ 85238 w 364198"/>
                    <a:gd name="connsiteY363" fmla="*/ 154978 h 364198"/>
                    <a:gd name="connsiteX364" fmla="*/ 87821 w 364198"/>
                    <a:gd name="connsiteY364" fmla="*/ 154978 h 364198"/>
                    <a:gd name="connsiteX365" fmla="*/ 92987 w 364198"/>
                    <a:gd name="connsiteY365" fmla="*/ 149812 h 364198"/>
                    <a:gd name="connsiteX366" fmla="*/ 95570 w 364198"/>
                    <a:gd name="connsiteY366" fmla="*/ 149812 h 364198"/>
                    <a:gd name="connsiteX367" fmla="*/ 100736 w 364198"/>
                    <a:gd name="connsiteY367" fmla="*/ 144646 h 364198"/>
                    <a:gd name="connsiteX368" fmla="*/ 103319 w 364198"/>
                    <a:gd name="connsiteY368" fmla="*/ 144646 h 364198"/>
                    <a:gd name="connsiteX369" fmla="*/ 108485 w 364198"/>
                    <a:gd name="connsiteY369" fmla="*/ 139480 h 364198"/>
                    <a:gd name="connsiteX370" fmla="*/ 111068 w 364198"/>
                    <a:gd name="connsiteY370" fmla="*/ 139480 h 364198"/>
                    <a:gd name="connsiteX371" fmla="*/ 116234 w 364198"/>
                    <a:gd name="connsiteY371" fmla="*/ 134314 h 364198"/>
                    <a:gd name="connsiteX372" fmla="*/ 116234 w 364198"/>
                    <a:gd name="connsiteY372" fmla="*/ 131731 h 364198"/>
                    <a:gd name="connsiteX373" fmla="*/ 90404 w 364198"/>
                    <a:gd name="connsiteY373" fmla="*/ 49076 h 364198"/>
                    <a:gd name="connsiteX374" fmla="*/ 77489 w 364198"/>
                    <a:gd name="connsiteY374" fmla="*/ 61991 h 364198"/>
                    <a:gd name="connsiteX375" fmla="*/ 152395 w 364198"/>
                    <a:gd name="connsiteY375" fmla="*/ 136897 h 364198"/>
                    <a:gd name="connsiteX376" fmla="*/ 157561 w 364198"/>
                    <a:gd name="connsiteY376" fmla="*/ 136897 h 364198"/>
                    <a:gd name="connsiteX377" fmla="*/ 160144 w 364198"/>
                    <a:gd name="connsiteY377" fmla="*/ 134314 h 364198"/>
                    <a:gd name="connsiteX378" fmla="*/ 162727 w 364198"/>
                    <a:gd name="connsiteY378" fmla="*/ 134314 h 364198"/>
                    <a:gd name="connsiteX379" fmla="*/ 165310 w 364198"/>
                    <a:gd name="connsiteY379" fmla="*/ 136897 h 364198"/>
                    <a:gd name="connsiteX380" fmla="*/ 167893 w 364198"/>
                    <a:gd name="connsiteY380" fmla="*/ 136897 h 364198"/>
                    <a:gd name="connsiteX381" fmla="*/ 170476 w 364198"/>
                    <a:gd name="connsiteY381" fmla="*/ 139480 h 364198"/>
                    <a:gd name="connsiteX382" fmla="*/ 170476 w 364198"/>
                    <a:gd name="connsiteY382" fmla="*/ 142063 h 364198"/>
                    <a:gd name="connsiteX383" fmla="*/ 173059 w 364198"/>
                    <a:gd name="connsiteY383" fmla="*/ 144646 h 364198"/>
                    <a:gd name="connsiteX384" fmla="*/ 173059 w 364198"/>
                    <a:gd name="connsiteY384" fmla="*/ 147229 h 364198"/>
                    <a:gd name="connsiteX385" fmla="*/ 178225 w 364198"/>
                    <a:gd name="connsiteY385" fmla="*/ 152395 h 364198"/>
                    <a:gd name="connsiteX386" fmla="*/ 178225 w 364198"/>
                    <a:gd name="connsiteY386" fmla="*/ 154978 h 364198"/>
                    <a:gd name="connsiteX387" fmla="*/ 180808 w 364198"/>
                    <a:gd name="connsiteY387" fmla="*/ 157561 h 364198"/>
                    <a:gd name="connsiteX388" fmla="*/ 180808 w 364198"/>
                    <a:gd name="connsiteY388" fmla="*/ 160144 h 364198"/>
                    <a:gd name="connsiteX389" fmla="*/ 185974 w 364198"/>
                    <a:gd name="connsiteY389" fmla="*/ 165310 h 364198"/>
                    <a:gd name="connsiteX390" fmla="*/ 185974 w 364198"/>
                    <a:gd name="connsiteY390" fmla="*/ 167893 h 364198"/>
                    <a:gd name="connsiteX391" fmla="*/ 188557 w 364198"/>
                    <a:gd name="connsiteY391" fmla="*/ 170476 h 364198"/>
                    <a:gd name="connsiteX392" fmla="*/ 188557 w 364198"/>
                    <a:gd name="connsiteY392" fmla="*/ 173059 h 364198"/>
                    <a:gd name="connsiteX393" fmla="*/ 232467 w 364198"/>
                    <a:gd name="connsiteY393" fmla="*/ 216969 h 364198"/>
                    <a:gd name="connsiteX394" fmla="*/ 235050 w 364198"/>
                    <a:gd name="connsiteY394" fmla="*/ 216969 h 364198"/>
                    <a:gd name="connsiteX395" fmla="*/ 245382 w 364198"/>
                    <a:gd name="connsiteY395" fmla="*/ 206637 h 364198"/>
                    <a:gd name="connsiteX396" fmla="*/ 247965 w 364198"/>
                    <a:gd name="connsiteY396" fmla="*/ 206637 h 364198"/>
                    <a:gd name="connsiteX397" fmla="*/ 253131 w 364198"/>
                    <a:gd name="connsiteY397" fmla="*/ 201471 h 364198"/>
                    <a:gd name="connsiteX398" fmla="*/ 255714 w 364198"/>
                    <a:gd name="connsiteY398" fmla="*/ 201471 h 364198"/>
                    <a:gd name="connsiteX399" fmla="*/ 258297 w 364198"/>
                    <a:gd name="connsiteY399" fmla="*/ 198888 h 364198"/>
                    <a:gd name="connsiteX400" fmla="*/ 260880 w 364198"/>
                    <a:gd name="connsiteY400" fmla="*/ 198888 h 364198"/>
                    <a:gd name="connsiteX401" fmla="*/ 266046 w 364198"/>
                    <a:gd name="connsiteY401" fmla="*/ 193723 h 364198"/>
                    <a:gd name="connsiteX402" fmla="*/ 268629 w 364198"/>
                    <a:gd name="connsiteY402" fmla="*/ 193723 h 364198"/>
                    <a:gd name="connsiteX403" fmla="*/ 273794 w 364198"/>
                    <a:gd name="connsiteY403" fmla="*/ 188557 h 364198"/>
                    <a:gd name="connsiteX404" fmla="*/ 276377 w 364198"/>
                    <a:gd name="connsiteY404" fmla="*/ 188557 h 364198"/>
                    <a:gd name="connsiteX405" fmla="*/ 281543 w 364198"/>
                    <a:gd name="connsiteY405" fmla="*/ 183391 h 364198"/>
                    <a:gd name="connsiteX406" fmla="*/ 271212 w 364198"/>
                    <a:gd name="connsiteY406" fmla="*/ 173059 h 364198"/>
                    <a:gd name="connsiteX407" fmla="*/ 268629 w 364198"/>
                    <a:gd name="connsiteY407" fmla="*/ 173059 h 364198"/>
                    <a:gd name="connsiteX408" fmla="*/ 263463 w 364198"/>
                    <a:gd name="connsiteY408" fmla="*/ 167893 h 364198"/>
                    <a:gd name="connsiteX409" fmla="*/ 260880 w 364198"/>
                    <a:gd name="connsiteY409" fmla="*/ 167893 h 364198"/>
                    <a:gd name="connsiteX410" fmla="*/ 258297 w 364198"/>
                    <a:gd name="connsiteY410" fmla="*/ 165310 h 364198"/>
                    <a:gd name="connsiteX411" fmla="*/ 255714 w 364198"/>
                    <a:gd name="connsiteY411" fmla="*/ 165310 h 364198"/>
                    <a:gd name="connsiteX412" fmla="*/ 250548 w 364198"/>
                    <a:gd name="connsiteY412" fmla="*/ 160144 h 364198"/>
                    <a:gd name="connsiteX413" fmla="*/ 247965 w 364198"/>
                    <a:gd name="connsiteY413" fmla="*/ 160144 h 364198"/>
                    <a:gd name="connsiteX414" fmla="*/ 242799 w 364198"/>
                    <a:gd name="connsiteY414" fmla="*/ 154978 h 364198"/>
                    <a:gd name="connsiteX415" fmla="*/ 240216 w 364198"/>
                    <a:gd name="connsiteY415" fmla="*/ 154978 h 364198"/>
                    <a:gd name="connsiteX416" fmla="*/ 237633 w 364198"/>
                    <a:gd name="connsiteY416" fmla="*/ 152395 h 364198"/>
                    <a:gd name="connsiteX417" fmla="*/ 237633 w 364198"/>
                    <a:gd name="connsiteY417" fmla="*/ 149812 h 364198"/>
                    <a:gd name="connsiteX418" fmla="*/ 235050 w 364198"/>
                    <a:gd name="connsiteY418" fmla="*/ 147229 h 364198"/>
                    <a:gd name="connsiteX419" fmla="*/ 235050 w 364198"/>
                    <a:gd name="connsiteY419" fmla="*/ 142063 h 364198"/>
                    <a:gd name="connsiteX420" fmla="*/ 242799 w 364198"/>
                    <a:gd name="connsiteY420" fmla="*/ 134314 h 364198"/>
                    <a:gd name="connsiteX421" fmla="*/ 247965 w 364198"/>
                    <a:gd name="connsiteY421" fmla="*/ 134314 h 364198"/>
                    <a:gd name="connsiteX422" fmla="*/ 250548 w 364198"/>
                    <a:gd name="connsiteY422" fmla="*/ 136897 h 364198"/>
                    <a:gd name="connsiteX423" fmla="*/ 253131 w 364198"/>
                    <a:gd name="connsiteY423" fmla="*/ 136897 h 364198"/>
                    <a:gd name="connsiteX424" fmla="*/ 258297 w 364198"/>
                    <a:gd name="connsiteY424" fmla="*/ 142063 h 364198"/>
                    <a:gd name="connsiteX425" fmla="*/ 260880 w 364198"/>
                    <a:gd name="connsiteY425" fmla="*/ 142063 h 364198"/>
                    <a:gd name="connsiteX426" fmla="*/ 266046 w 364198"/>
                    <a:gd name="connsiteY426" fmla="*/ 147229 h 364198"/>
                    <a:gd name="connsiteX427" fmla="*/ 268629 w 364198"/>
                    <a:gd name="connsiteY427" fmla="*/ 147229 h 364198"/>
                    <a:gd name="connsiteX428" fmla="*/ 273794 w 364198"/>
                    <a:gd name="connsiteY428" fmla="*/ 152395 h 364198"/>
                    <a:gd name="connsiteX429" fmla="*/ 276377 w 364198"/>
                    <a:gd name="connsiteY429" fmla="*/ 152395 h 364198"/>
                    <a:gd name="connsiteX430" fmla="*/ 281543 w 364198"/>
                    <a:gd name="connsiteY430" fmla="*/ 157561 h 364198"/>
                    <a:gd name="connsiteX431" fmla="*/ 284126 w 364198"/>
                    <a:gd name="connsiteY431" fmla="*/ 157561 h 364198"/>
                    <a:gd name="connsiteX432" fmla="*/ 286709 w 364198"/>
                    <a:gd name="connsiteY432" fmla="*/ 160144 h 364198"/>
                    <a:gd name="connsiteX433" fmla="*/ 289292 w 364198"/>
                    <a:gd name="connsiteY433" fmla="*/ 160144 h 364198"/>
                    <a:gd name="connsiteX434" fmla="*/ 294458 w 364198"/>
                    <a:gd name="connsiteY434" fmla="*/ 165310 h 364198"/>
                    <a:gd name="connsiteX435" fmla="*/ 297041 w 364198"/>
                    <a:gd name="connsiteY435" fmla="*/ 165310 h 364198"/>
                    <a:gd name="connsiteX436" fmla="*/ 302207 w 364198"/>
                    <a:gd name="connsiteY436" fmla="*/ 170476 h 364198"/>
                    <a:gd name="connsiteX437" fmla="*/ 304790 w 364198"/>
                    <a:gd name="connsiteY437" fmla="*/ 170476 h 364198"/>
                    <a:gd name="connsiteX438" fmla="*/ 312539 w 364198"/>
                    <a:gd name="connsiteY438" fmla="*/ 178225 h 364198"/>
                    <a:gd name="connsiteX439" fmla="*/ 312539 w 364198"/>
                    <a:gd name="connsiteY439" fmla="*/ 185974 h 364198"/>
                    <a:gd name="connsiteX440" fmla="*/ 309956 w 364198"/>
                    <a:gd name="connsiteY440" fmla="*/ 188557 h 364198"/>
                    <a:gd name="connsiteX441" fmla="*/ 309956 w 364198"/>
                    <a:gd name="connsiteY441" fmla="*/ 191140 h 364198"/>
                    <a:gd name="connsiteX442" fmla="*/ 307373 w 364198"/>
                    <a:gd name="connsiteY442" fmla="*/ 191140 h 364198"/>
                    <a:gd name="connsiteX443" fmla="*/ 302207 w 364198"/>
                    <a:gd name="connsiteY443" fmla="*/ 196305 h 364198"/>
                    <a:gd name="connsiteX444" fmla="*/ 299624 w 364198"/>
                    <a:gd name="connsiteY444" fmla="*/ 196305 h 364198"/>
                    <a:gd name="connsiteX445" fmla="*/ 294458 w 364198"/>
                    <a:gd name="connsiteY445" fmla="*/ 201471 h 364198"/>
                    <a:gd name="connsiteX446" fmla="*/ 291875 w 364198"/>
                    <a:gd name="connsiteY446" fmla="*/ 201471 h 364198"/>
                    <a:gd name="connsiteX447" fmla="*/ 286709 w 364198"/>
                    <a:gd name="connsiteY447" fmla="*/ 206637 h 364198"/>
                    <a:gd name="connsiteX448" fmla="*/ 284126 w 364198"/>
                    <a:gd name="connsiteY448" fmla="*/ 206637 h 364198"/>
                    <a:gd name="connsiteX449" fmla="*/ 281543 w 364198"/>
                    <a:gd name="connsiteY449" fmla="*/ 209220 h 364198"/>
                    <a:gd name="connsiteX450" fmla="*/ 278960 w 364198"/>
                    <a:gd name="connsiteY450" fmla="*/ 209220 h 364198"/>
                    <a:gd name="connsiteX451" fmla="*/ 273794 w 364198"/>
                    <a:gd name="connsiteY451" fmla="*/ 214386 h 364198"/>
                    <a:gd name="connsiteX452" fmla="*/ 271212 w 364198"/>
                    <a:gd name="connsiteY452" fmla="*/ 214386 h 364198"/>
                    <a:gd name="connsiteX453" fmla="*/ 266046 w 364198"/>
                    <a:gd name="connsiteY453" fmla="*/ 219552 h 364198"/>
                    <a:gd name="connsiteX454" fmla="*/ 263463 w 364198"/>
                    <a:gd name="connsiteY454" fmla="*/ 219552 h 364198"/>
                    <a:gd name="connsiteX455" fmla="*/ 258297 w 364198"/>
                    <a:gd name="connsiteY455" fmla="*/ 224718 h 364198"/>
                    <a:gd name="connsiteX456" fmla="*/ 255714 w 364198"/>
                    <a:gd name="connsiteY456" fmla="*/ 224718 h 364198"/>
                    <a:gd name="connsiteX457" fmla="*/ 247965 w 364198"/>
                    <a:gd name="connsiteY457" fmla="*/ 232467 h 364198"/>
                    <a:gd name="connsiteX458" fmla="*/ 302207 w 364198"/>
                    <a:gd name="connsiteY458" fmla="*/ 286709 h 364198"/>
                    <a:gd name="connsiteX459" fmla="*/ 304790 w 364198"/>
                    <a:gd name="connsiteY459" fmla="*/ 286709 h 364198"/>
                    <a:gd name="connsiteX460" fmla="*/ 315122 w 364198"/>
                    <a:gd name="connsiteY460" fmla="*/ 276377 h 364198"/>
                    <a:gd name="connsiteX461" fmla="*/ 315122 w 364198"/>
                    <a:gd name="connsiteY461" fmla="*/ 273794 h 364198"/>
                    <a:gd name="connsiteX462" fmla="*/ 320288 w 364198"/>
                    <a:gd name="connsiteY462" fmla="*/ 268629 h 364198"/>
                    <a:gd name="connsiteX463" fmla="*/ 320288 w 364198"/>
                    <a:gd name="connsiteY463" fmla="*/ 266046 h 364198"/>
                    <a:gd name="connsiteX464" fmla="*/ 325454 w 364198"/>
                    <a:gd name="connsiteY464" fmla="*/ 260880 h 364198"/>
                    <a:gd name="connsiteX465" fmla="*/ 325454 w 364198"/>
                    <a:gd name="connsiteY465" fmla="*/ 258297 h 364198"/>
                    <a:gd name="connsiteX466" fmla="*/ 328037 w 364198"/>
                    <a:gd name="connsiteY466" fmla="*/ 255714 h 364198"/>
                    <a:gd name="connsiteX467" fmla="*/ 328037 w 364198"/>
                    <a:gd name="connsiteY467" fmla="*/ 253131 h 364198"/>
                    <a:gd name="connsiteX468" fmla="*/ 330620 w 364198"/>
                    <a:gd name="connsiteY468" fmla="*/ 250548 h 364198"/>
                    <a:gd name="connsiteX469" fmla="*/ 330620 w 364198"/>
                    <a:gd name="connsiteY469" fmla="*/ 247965 h 364198"/>
                    <a:gd name="connsiteX470" fmla="*/ 333203 w 364198"/>
                    <a:gd name="connsiteY470" fmla="*/ 245382 h 364198"/>
                    <a:gd name="connsiteX471" fmla="*/ 333203 w 364198"/>
                    <a:gd name="connsiteY471" fmla="*/ 240216 h 364198"/>
                    <a:gd name="connsiteX472" fmla="*/ 335786 w 364198"/>
                    <a:gd name="connsiteY472" fmla="*/ 237633 h 364198"/>
                    <a:gd name="connsiteX473" fmla="*/ 335786 w 364198"/>
                    <a:gd name="connsiteY473" fmla="*/ 232467 h 364198"/>
                    <a:gd name="connsiteX474" fmla="*/ 338369 w 364198"/>
                    <a:gd name="connsiteY474" fmla="*/ 229884 h 364198"/>
                    <a:gd name="connsiteX475" fmla="*/ 338369 w 364198"/>
                    <a:gd name="connsiteY475" fmla="*/ 224718 h 364198"/>
                    <a:gd name="connsiteX476" fmla="*/ 340952 w 364198"/>
                    <a:gd name="connsiteY476" fmla="*/ 222135 h 364198"/>
                    <a:gd name="connsiteX477" fmla="*/ 340952 w 364198"/>
                    <a:gd name="connsiteY477" fmla="*/ 211803 h 364198"/>
                    <a:gd name="connsiteX478" fmla="*/ 343535 w 364198"/>
                    <a:gd name="connsiteY478" fmla="*/ 209220 h 364198"/>
                    <a:gd name="connsiteX479" fmla="*/ 343535 w 364198"/>
                    <a:gd name="connsiteY479" fmla="*/ 157561 h 364198"/>
                    <a:gd name="connsiteX480" fmla="*/ 340952 w 364198"/>
                    <a:gd name="connsiteY480" fmla="*/ 154978 h 364198"/>
                    <a:gd name="connsiteX481" fmla="*/ 340952 w 364198"/>
                    <a:gd name="connsiteY481" fmla="*/ 144646 h 364198"/>
                    <a:gd name="connsiteX482" fmla="*/ 338369 w 364198"/>
                    <a:gd name="connsiteY482" fmla="*/ 142063 h 364198"/>
                    <a:gd name="connsiteX483" fmla="*/ 338369 w 364198"/>
                    <a:gd name="connsiteY483" fmla="*/ 134314 h 364198"/>
                    <a:gd name="connsiteX484" fmla="*/ 335786 w 364198"/>
                    <a:gd name="connsiteY484" fmla="*/ 131731 h 364198"/>
                    <a:gd name="connsiteX485" fmla="*/ 335786 w 364198"/>
                    <a:gd name="connsiteY485" fmla="*/ 126565 h 364198"/>
                    <a:gd name="connsiteX486" fmla="*/ 333203 w 364198"/>
                    <a:gd name="connsiteY486" fmla="*/ 123982 h 364198"/>
                    <a:gd name="connsiteX487" fmla="*/ 333203 w 364198"/>
                    <a:gd name="connsiteY487" fmla="*/ 121399 h 364198"/>
                    <a:gd name="connsiteX488" fmla="*/ 330620 w 364198"/>
                    <a:gd name="connsiteY488" fmla="*/ 118816 h 364198"/>
                    <a:gd name="connsiteX489" fmla="*/ 330620 w 364198"/>
                    <a:gd name="connsiteY489" fmla="*/ 116234 h 364198"/>
                    <a:gd name="connsiteX490" fmla="*/ 328037 w 364198"/>
                    <a:gd name="connsiteY490" fmla="*/ 113651 h 364198"/>
                    <a:gd name="connsiteX491" fmla="*/ 328037 w 364198"/>
                    <a:gd name="connsiteY491" fmla="*/ 111068 h 364198"/>
                    <a:gd name="connsiteX492" fmla="*/ 325454 w 364198"/>
                    <a:gd name="connsiteY492" fmla="*/ 108485 h 364198"/>
                    <a:gd name="connsiteX493" fmla="*/ 325454 w 364198"/>
                    <a:gd name="connsiteY493" fmla="*/ 105902 h 364198"/>
                    <a:gd name="connsiteX494" fmla="*/ 322871 w 364198"/>
                    <a:gd name="connsiteY494" fmla="*/ 103319 h 364198"/>
                    <a:gd name="connsiteX495" fmla="*/ 322871 w 364198"/>
                    <a:gd name="connsiteY495" fmla="*/ 100736 h 364198"/>
                    <a:gd name="connsiteX496" fmla="*/ 320288 w 364198"/>
                    <a:gd name="connsiteY496" fmla="*/ 98153 h 364198"/>
                    <a:gd name="connsiteX497" fmla="*/ 320288 w 364198"/>
                    <a:gd name="connsiteY497" fmla="*/ 95570 h 364198"/>
                    <a:gd name="connsiteX498" fmla="*/ 312539 w 364198"/>
                    <a:gd name="connsiteY498" fmla="*/ 87821 h 364198"/>
                    <a:gd name="connsiteX499" fmla="*/ 312539 w 364198"/>
                    <a:gd name="connsiteY499" fmla="*/ 85238 h 364198"/>
                    <a:gd name="connsiteX500" fmla="*/ 299624 w 364198"/>
                    <a:gd name="connsiteY500" fmla="*/ 72323 h 364198"/>
                    <a:gd name="connsiteX501" fmla="*/ 299624 w 364198"/>
                    <a:gd name="connsiteY501" fmla="*/ 69740 h 364198"/>
                    <a:gd name="connsiteX502" fmla="*/ 294458 w 364198"/>
                    <a:gd name="connsiteY502" fmla="*/ 64574 h 364198"/>
                    <a:gd name="connsiteX503" fmla="*/ 291875 w 364198"/>
                    <a:gd name="connsiteY503" fmla="*/ 64574 h 364198"/>
                    <a:gd name="connsiteX504" fmla="*/ 278960 w 364198"/>
                    <a:gd name="connsiteY504" fmla="*/ 51659 h 364198"/>
                    <a:gd name="connsiteX505" fmla="*/ 276377 w 364198"/>
                    <a:gd name="connsiteY505" fmla="*/ 51659 h 364198"/>
                    <a:gd name="connsiteX506" fmla="*/ 271212 w 364198"/>
                    <a:gd name="connsiteY506" fmla="*/ 46493 h 364198"/>
                    <a:gd name="connsiteX507" fmla="*/ 268629 w 364198"/>
                    <a:gd name="connsiteY507" fmla="*/ 46493 h 364198"/>
                    <a:gd name="connsiteX508" fmla="*/ 263463 w 364198"/>
                    <a:gd name="connsiteY508" fmla="*/ 41327 h 364198"/>
                    <a:gd name="connsiteX509" fmla="*/ 260880 w 364198"/>
                    <a:gd name="connsiteY509" fmla="*/ 41327 h 364198"/>
                    <a:gd name="connsiteX510" fmla="*/ 258297 w 364198"/>
                    <a:gd name="connsiteY510" fmla="*/ 38745 h 364198"/>
                    <a:gd name="connsiteX511" fmla="*/ 255714 w 364198"/>
                    <a:gd name="connsiteY511" fmla="*/ 38745 h 364198"/>
                    <a:gd name="connsiteX512" fmla="*/ 253131 w 364198"/>
                    <a:gd name="connsiteY512" fmla="*/ 36162 h 364198"/>
                    <a:gd name="connsiteX513" fmla="*/ 250548 w 364198"/>
                    <a:gd name="connsiteY513" fmla="*/ 36162 h 364198"/>
                    <a:gd name="connsiteX514" fmla="*/ 247965 w 364198"/>
                    <a:gd name="connsiteY514" fmla="*/ 33579 h 364198"/>
                    <a:gd name="connsiteX515" fmla="*/ 242799 w 364198"/>
                    <a:gd name="connsiteY515" fmla="*/ 33579 h 364198"/>
                    <a:gd name="connsiteX516" fmla="*/ 240216 w 364198"/>
                    <a:gd name="connsiteY516" fmla="*/ 30996 h 364198"/>
                    <a:gd name="connsiteX517" fmla="*/ 237633 w 364198"/>
                    <a:gd name="connsiteY517" fmla="*/ 30996 h 364198"/>
                    <a:gd name="connsiteX518" fmla="*/ 235050 w 364198"/>
                    <a:gd name="connsiteY518" fmla="*/ 28413 h 364198"/>
                    <a:gd name="connsiteX519" fmla="*/ 229884 w 364198"/>
                    <a:gd name="connsiteY519" fmla="*/ 28413 h 364198"/>
                    <a:gd name="connsiteX520" fmla="*/ 227301 w 364198"/>
                    <a:gd name="connsiteY520" fmla="*/ 25830 h 364198"/>
                    <a:gd name="connsiteX521" fmla="*/ 219552 w 364198"/>
                    <a:gd name="connsiteY521" fmla="*/ 25830 h 364198"/>
                    <a:gd name="connsiteX522" fmla="*/ 216969 w 364198"/>
                    <a:gd name="connsiteY522" fmla="*/ 23247 h 364198"/>
                    <a:gd name="connsiteX523" fmla="*/ 204054 w 364198"/>
                    <a:gd name="connsiteY523" fmla="*/ 23247 h 364198"/>
                    <a:gd name="connsiteX524" fmla="*/ 201471 w 364198"/>
                    <a:gd name="connsiteY524" fmla="*/ 20664 h 364198"/>
                    <a:gd name="connsiteX525" fmla="*/ 165310 w 364198"/>
                    <a:gd name="connsiteY525" fmla="*/ 20664 h 364198"/>
                    <a:gd name="connsiteX526" fmla="*/ 162727 w 364198"/>
                    <a:gd name="connsiteY526" fmla="*/ 23247 h 364198"/>
                    <a:gd name="connsiteX527" fmla="*/ 149812 w 364198"/>
                    <a:gd name="connsiteY527" fmla="*/ 23247 h 364198"/>
                    <a:gd name="connsiteX528" fmla="*/ 147229 w 364198"/>
                    <a:gd name="connsiteY528" fmla="*/ 25830 h 364198"/>
                    <a:gd name="connsiteX529" fmla="*/ 139480 w 364198"/>
                    <a:gd name="connsiteY529" fmla="*/ 25830 h 364198"/>
                    <a:gd name="connsiteX530" fmla="*/ 136897 w 364198"/>
                    <a:gd name="connsiteY530" fmla="*/ 28413 h 364198"/>
                    <a:gd name="connsiteX531" fmla="*/ 131731 w 364198"/>
                    <a:gd name="connsiteY531" fmla="*/ 28413 h 364198"/>
                    <a:gd name="connsiteX532" fmla="*/ 129148 w 364198"/>
                    <a:gd name="connsiteY532" fmla="*/ 30996 h 364198"/>
                    <a:gd name="connsiteX533" fmla="*/ 123982 w 364198"/>
                    <a:gd name="connsiteY533" fmla="*/ 30996 h 364198"/>
                    <a:gd name="connsiteX534" fmla="*/ 121399 w 364198"/>
                    <a:gd name="connsiteY534" fmla="*/ 33579 h 364198"/>
                    <a:gd name="connsiteX535" fmla="*/ 118816 w 364198"/>
                    <a:gd name="connsiteY535" fmla="*/ 33579 h 364198"/>
                    <a:gd name="connsiteX536" fmla="*/ 116234 w 364198"/>
                    <a:gd name="connsiteY536" fmla="*/ 36162 h 364198"/>
                    <a:gd name="connsiteX537" fmla="*/ 113651 w 364198"/>
                    <a:gd name="connsiteY537" fmla="*/ 36162 h 364198"/>
                    <a:gd name="connsiteX538" fmla="*/ 111068 w 364198"/>
                    <a:gd name="connsiteY538" fmla="*/ 38745 h 364198"/>
                    <a:gd name="connsiteX539" fmla="*/ 108485 w 364198"/>
                    <a:gd name="connsiteY539" fmla="*/ 38745 h 364198"/>
                    <a:gd name="connsiteX540" fmla="*/ 105902 w 364198"/>
                    <a:gd name="connsiteY540" fmla="*/ 41327 h 364198"/>
                    <a:gd name="connsiteX541" fmla="*/ 103319 w 364198"/>
                    <a:gd name="connsiteY541" fmla="*/ 41327 h 364198"/>
                    <a:gd name="connsiteX542" fmla="*/ 100736 w 364198"/>
                    <a:gd name="connsiteY542" fmla="*/ 43910 h 364198"/>
                    <a:gd name="connsiteX543" fmla="*/ 98153 w 364198"/>
                    <a:gd name="connsiteY543" fmla="*/ 43910 h 364198"/>
                    <a:gd name="connsiteX544" fmla="*/ 92987 w 364198"/>
                    <a:gd name="connsiteY544" fmla="*/ 49076 h 36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  <a:cxn ang="0">
                      <a:pos x="connsiteX402" y="connsiteY402"/>
                    </a:cxn>
                    <a:cxn ang="0">
                      <a:pos x="connsiteX403" y="connsiteY403"/>
                    </a:cxn>
                    <a:cxn ang="0">
                      <a:pos x="connsiteX404" y="connsiteY404"/>
                    </a:cxn>
                    <a:cxn ang="0">
                      <a:pos x="connsiteX405" y="connsiteY405"/>
                    </a:cxn>
                    <a:cxn ang="0">
                      <a:pos x="connsiteX406" y="connsiteY406"/>
                    </a:cxn>
                    <a:cxn ang="0">
                      <a:pos x="connsiteX407" y="connsiteY407"/>
                    </a:cxn>
                    <a:cxn ang="0">
                      <a:pos x="connsiteX408" y="connsiteY408"/>
                    </a:cxn>
                    <a:cxn ang="0">
                      <a:pos x="connsiteX409" y="connsiteY409"/>
                    </a:cxn>
                    <a:cxn ang="0">
                      <a:pos x="connsiteX410" y="connsiteY410"/>
                    </a:cxn>
                    <a:cxn ang="0">
                      <a:pos x="connsiteX411" y="connsiteY411"/>
                    </a:cxn>
                    <a:cxn ang="0">
                      <a:pos x="connsiteX412" y="connsiteY412"/>
                    </a:cxn>
                    <a:cxn ang="0">
                      <a:pos x="connsiteX413" y="connsiteY413"/>
                    </a:cxn>
                    <a:cxn ang="0">
                      <a:pos x="connsiteX414" y="connsiteY414"/>
                    </a:cxn>
                    <a:cxn ang="0">
                      <a:pos x="connsiteX415" y="connsiteY415"/>
                    </a:cxn>
                    <a:cxn ang="0">
                      <a:pos x="connsiteX416" y="connsiteY416"/>
                    </a:cxn>
                    <a:cxn ang="0">
                      <a:pos x="connsiteX417" y="connsiteY417"/>
                    </a:cxn>
                    <a:cxn ang="0">
                      <a:pos x="connsiteX418" y="connsiteY418"/>
                    </a:cxn>
                    <a:cxn ang="0">
                      <a:pos x="connsiteX419" y="connsiteY419"/>
                    </a:cxn>
                    <a:cxn ang="0">
                      <a:pos x="connsiteX420" y="connsiteY420"/>
                    </a:cxn>
                    <a:cxn ang="0">
                      <a:pos x="connsiteX421" y="connsiteY421"/>
                    </a:cxn>
                    <a:cxn ang="0">
                      <a:pos x="connsiteX422" y="connsiteY422"/>
                    </a:cxn>
                    <a:cxn ang="0">
                      <a:pos x="connsiteX423" y="connsiteY423"/>
                    </a:cxn>
                    <a:cxn ang="0">
                      <a:pos x="connsiteX424" y="connsiteY424"/>
                    </a:cxn>
                    <a:cxn ang="0">
                      <a:pos x="connsiteX425" y="connsiteY425"/>
                    </a:cxn>
                    <a:cxn ang="0">
                      <a:pos x="connsiteX426" y="connsiteY426"/>
                    </a:cxn>
                    <a:cxn ang="0">
                      <a:pos x="connsiteX427" y="connsiteY427"/>
                    </a:cxn>
                    <a:cxn ang="0">
                      <a:pos x="connsiteX428" y="connsiteY428"/>
                    </a:cxn>
                    <a:cxn ang="0">
                      <a:pos x="connsiteX429" y="connsiteY429"/>
                    </a:cxn>
                    <a:cxn ang="0">
                      <a:pos x="connsiteX430" y="connsiteY430"/>
                    </a:cxn>
                    <a:cxn ang="0">
                      <a:pos x="connsiteX431" y="connsiteY431"/>
                    </a:cxn>
                    <a:cxn ang="0">
                      <a:pos x="connsiteX432" y="connsiteY432"/>
                    </a:cxn>
                    <a:cxn ang="0">
                      <a:pos x="connsiteX433" y="connsiteY433"/>
                    </a:cxn>
                    <a:cxn ang="0">
                      <a:pos x="connsiteX434" y="connsiteY434"/>
                    </a:cxn>
                    <a:cxn ang="0">
                      <a:pos x="connsiteX435" y="connsiteY435"/>
                    </a:cxn>
                    <a:cxn ang="0">
                      <a:pos x="connsiteX436" y="connsiteY436"/>
                    </a:cxn>
                    <a:cxn ang="0">
                      <a:pos x="connsiteX437" y="connsiteY437"/>
                    </a:cxn>
                    <a:cxn ang="0">
                      <a:pos x="connsiteX438" y="connsiteY438"/>
                    </a:cxn>
                    <a:cxn ang="0">
                      <a:pos x="connsiteX439" y="connsiteY439"/>
                    </a:cxn>
                    <a:cxn ang="0">
                      <a:pos x="connsiteX440" y="connsiteY440"/>
                    </a:cxn>
                    <a:cxn ang="0">
                      <a:pos x="connsiteX441" y="connsiteY441"/>
                    </a:cxn>
                    <a:cxn ang="0">
                      <a:pos x="connsiteX442" y="connsiteY442"/>
                    </a:cxn>
                    <a:cxn ang="0">
                      <a:pos x="connsiteX443" y="connsiteY443"/>
                    </a:cxn>
                    <a:cxn ang="0">
                      <a:pos x="connsiteX444" y="connsiteY444"/>
                    </a:cxn>
                    <a:cxn ang="0">
                      <a:pos x="connsiteX445" y="connsiteY445"/>
                    </a:cxn>
                    <a:cxn ang="0">
                      <a:pos x="connsiteX446" y="connsiteY446"/>
                    </a:cxn>
                    <a:cxn ang="0">
                      <a:pos x="connsiteX447" y="connsiteY447"/>
                    </a:cxn>
                    <a:cxn ang="0">
                      <a:pos x="connsiteX448" y="connsiteY448"/>
                    </a:cxn>
                    <a:cxn ang="0">
                      <a:pos x="connsiteX449" y="connsiteY449"/>
                    </a:cxn>
                    <a:cxn ang="0">
                      <a:pos x="connsiteX450" y="connsiteY450"/>
                    </a:cxn>
                    <a:cxn ang="0">
                      <a:pos x="connsiteX451" y="connsiteY451"/>
                    </a:cxn>
                    <a:cxn ang="0">
                      <a:pos x="connsiteX452" y="connsiteY452"/>
                    </a:cxn>
                    <a:cxn ang="0">
                      <a:pos x="connsiteX453" y="connsiteY453"/>
                    </a:cxn>
                    <a:cxn ang="0">
                      <a:pos x="connsiteX454" y="connsiteY454"/>
                    </a:cxn>
                    <a:cxn ang="0">
                      <a:pos x="connsiteX455" y="connsiteY455"/>
                    </a:cxn>
                    <a:cxn ang="0">
                      <a:pos x="connsiteX456" y="connsiteY456"/>
                    </a:cxn>
                    <a:cxn ang="0">
                      <a:pos x="connsiteX457" y="connsiteY457"/>
                    </a:cxn>
                    <a:cxn ang="0">
                      <a:pos x="connsiteX458" y="connsiteY458"/>
                    </a:cxn>
                    <a:cxn ang="0">
                      <a:pos x="connsiteX459" y="connsiteY459"/>
                    </a:cxn>
                    <a:cxn ang="0">
                      <a:pos x="connsiteX460" y="connsiteY460"/>
                    </a:cxn>
                    <a:cxn ang="0">
                      <a:pos x="connsiteX461" y="connsiteY461"/>
                    </a:cxn>
                    <a:cxn ang="0">
                      <a:pos x="connsiteX462" y="connsiteY462"/>
                    </a:cxn>
                    <a:cxn ang="0">
                      <a:pos x="connsiteX463" y="connsiteY463"/>
                    </a:cxn>
                    <a:cxn ang="0">
                      <a:pos x="connsiteX464" y="connsiteY464"/>
                    </a:cxn>
                    <a:cxn ang="0">
                      <a:pos x="connsiteX465" y="connsiteY465"/>
                    </a:cxn>
                    <a:cxn ang="0">
                      <a:pos x="connsiteX466" y="connsiteY466"/>
                    </a:cxn>
                    <a:cxn ang="0">
                      <a:pos x="connsiteX467" y="connsiteY467"/>
                    </a:cxn>
                    <a:cxn ang="0">
                      <a:pos x="connsiteX468" y="connsiteY468"/>
                    </a:cxn>
                    <a:cxn ang="0">
                      <a:pos x="connsiteX469" y="connsiteY469"/>
                    </a:cxn>
                    <a:cxn ang="0">
                      <a:pos x="connsiteX470" y="connsiteY470"/>
                    </a:cxn>
                    <a:cxn ang="0">
                      <a:pos x="connsiteX471" y="connsiteY471"/>
                    </a:cxn>
                    <a:cxn ang="0">
                      <a:pos x="connsiteX472" y="connsiteY472"/>
                    </a:cxn>
                    <a:cxn ang="0">
                      <a:pos x="connsiteX473" y="connsiteY473"/>
                    </a:cxn>
                    <a:cxn ang="0">
                      <a:pos x="connsiteX474" y="connsiteY474"/>
                    </a:cxn>
                    <a:cxn ang="0">
                      <a:pos x="connsiteX475" y="connsiteY475"/>
                    </a:cxn>
                    <a:cxn ang="0">
                      <a:pos x="connsiteX476" y="connsiteY476"/>
                    </a:cxn>
                    <a:cxn ang="0">
                      <a:pos x="connsiteX477" y="connsiteY477"/>
                    </a:cxn>
                    <a:cxn ang="0">
                      <a:pos x="connsiteX478" y="connsiteY478"/>
                    </a:cxn>
                    <a:cxn ang="0">
                      <a:pos x="connsiteX479" y="connsiteY479"/>
                    </a:cxn>
                    <a:cxn ang="0">
                      <a:pos x="connsiteX480" y="connsiteY480"/>
                    </a:cxn>
                    <a:cxn ang="0">
                      <a:pos x="connsiteX481" y="connsiteY481"/>
                    </a:cxn>
                    <a:cxn ang="0">
                      <a:pos x="connsiteX482" y="connsiteY482"/>
                    </a:cxn>
                    <a:cxn ang="0">
                      <a:pos x="connsiteX483" y="connsiteY483"/>
                    </a:cxn>
                    <a:cxn ang="0">
                      <a:pos x="connsiteX484" y="connsiteY484"/>
                    </a:cxn>
                    <a:cxn ang="0">
                      <a:pos x="connsiteX485" y="connsiteY485"/>
                    </a:cxn>
                    <a:cxn ang="0">
                      <a:pos x="connsiteX486" y="connsiteY486"/>
                    </a:cxn>
                    <a:cxn ang="0">
                      <a:pos x="connsiteX487" y="connsiteY487"/>
                    </a:cxn>
                    <a:cxn ang="0">
                      <a:pos x="connsiteX488" y="connsiteY488"/>
                    </a:cxn>
                    <a:cxn ang="0">
                      <a:pos x="connsiteX489" y="connsiteY489"/>
                    </a:cxn>
                    <a:cxn ang="0">
                      <a:pos x="connsiteX490" y="connsiteY490"/>
                    </a:cxn>
                    <a:cxn ang="0">
                      <a:pos x="connsiteX491" y="connsiteY491"/>
                    </a:cxn>
                    <a:cxn ang="0">
                      <a:pos x="connsiteX492" y="connsiteY492"/>
                    </a:cxn>
                    <a:cxn ang="0">
                      <a:pos x="connsiteX493" y="connsiteY493"/>
                    </a:cxn>
                    <a:cxn ang="0">
                      <a:pos x="connsiteX494" y="connsiteY494"/>
                    </a:cxn>
                    <a:cxn ang="0">
                      <a:pos x="connsiteX495" y="connsiteY495"/>
                    </a:cxn>
                    <a:cxn ang="0">
                      <a:pos x="connsiteX496" y="connsiteY496"/>
                    </a:cxn>
                    <a:cxn ang="0">
                      <a:pos x="connsiteX497" y="connsiteY497"/>
                    </a:cxn>
                    <a:cxn ang="0">
                      <a:pos x="connsiteX498" y="connsiteY498"/>
                    </a:cxn>
                    <a:cxn ang="0">
                      <a:pos x="connsiteX499" y="connsiteY499"/>
                    </a:cxn>
                    <a:cxn ang="0">
                      <a:pos x="connsiteX500" y="connsiteY500"/>
                    </a:cxn>
                    <a:cxn ang="0">
                      <a:pos x="connsiteX501" y="connsiteY501"/>
                    </a:cxn>
                    <a:cxn ang="0">
                      <a:pos x="connsiteX502" y="connsiteY502"/>
                    </a:cxn>
                    <a:cxn ang="0">
                      <a:pos x="connsiteX503" y="connsiteY503"/>
                    </a:cxn>
                    <a:cxn ang="0">
                      <a:pos x="connsiteX504" y="connsiteY504"/>
                    </a:cxn>
                    <a:cxn ang="0">
                      <a:pos x="connsiteX505" y="connsiteY505"/>
                    </a:cxn>
                    <a:cxn ang="0">
                      <a:pos x="connsiteX506" y="connsiteY506"/>
                    </a:cxn>
                    <a:cxn ang="0">
                      <a:pos x="connsiteX507" y="connsiteY507"/>
                    </a:cxn>
                    <a:cxn ang="0">
                      <a:pos x="connsiteX508" y="connsiteY508"/>
                    </a:cxn>
                    <a:cxn ang="0">
                      <a:pos x="connsiteX509" y="connsiteY509"/>
                    </a:cxn>
                    <a:cxn ang="0">
                      <a:pos x="connsiteX510" y="connsiteY510"/>
                    </a:cxn>
                    <a:cxn ang="0">
                      <a:pos x="connsiteX511" y="connsiteY511"/>
                    </a:cxn>
                    <a:cxn ang="0">
                      <a:pos x="connsiteX512" y="connsiteY512"/>
                    </a:cxn>
                    <a:cxn ang="0">
                      <a:pos x="connsiteX513" y="connsiteY513"/>
                    </a:cxn>
                    <a:cxn ang="0">
                      <a:pos x="connsiteX514" y="connsiteY514"/>
                    </a:cxn>
                    <a:cxn ang="0">
                      <a:pos x="connsiteX515" y="connsiteY515"/>
                    </a:cxn>
                    <a:cxn ang="0">
                      <a:pos x="connsiteX516" y="connsiteY516"/>
                    </a:cxn>
                    <a:cxn ang="0">
                      <a:pos x="connsiteX517" y="connsiteY517"/>
                    </a:cxn>
                    <a:cxn ang="0">
                      <a:pos x="connsiteX518" y="connsiteY518"/>
                    </a:cxn>
                    <a:cxn ang="0">
                      <a:pos x="connsiteX519" y="connsiteY519"/>
                    </a:cxn>
                    <a:cxn ang="0">
                      <a:pos x="connsiteX520" y="connsiteY520"/>
                    </a:cxn>
                    <a:cxn ang="0">
                      <a:pos x="connsiteX521" y="connsiteY521"/>
                    </a:cxn>
                    <a:cxn ang="0">
                      <a:pos x="connsiteX522" y="connsiteY522"/>
                    </a:cxn>
                    <a:cxn ang="0">
                      <a:pos x="connsiteX523" y="connsiteY523"/>
                    </a:cxn>
                    <a:cxn ang="0">
                      <a:pos x="connsiteX524" y="connsiteY524"/>
                    </a:cxn>
                    <a:cxn ang="0">
                      <a:pos x="connsiteX525" y="connsiteY525"/>
                    </a:cxn>
                    <a:cxn ang="0">
                      <a:pos x="connsiteX526" y="connsiteY526"/>
                    </a:cxn>
                    <a:cxn ang="0">
                      <a:pos x="connsiteX527" y="connsiteY527"/>
                    </a:cxn>
                    <a:cxn ang="0">
                      <a:pos x="connsiteX528" y="connsiteY528"/>
                    </a:cxn>
                    <a:cxn ang="0">
                      <a:pos x="connsiteX529" y="connsiteY529"/>
                    </a:cxn>
                    <a:cxn ang="0">
                      <a:pos x="connsiteX530" y="connsiteY530"/>
                    </a:cxn>
                    <a:cxn ang="0">
                      <a:pos x="connsiteX531" y="connsiteY531"/>
                    </a:cxn>
                    <a:cxn ang="0">
                      <a:pos x="connsiteX532" y="connsiteY532"/>
                    </a:cxn>
                    <a:cxn ang="0">
                      <a:pos x="connsiteX533" y="connsiteY533"/>
                    </a:cxn>
                    <a:cxn ang="0">
                      <a:pos x="connsiteX534" y="connsiteY534"/>
                    </a:cxn>
                    <a:cxn ang="0">
                      <a:pos x="connsiteX535" y="connsiteY535"/>
                    </a:cxn>
                    <a:cxn ang="0">
                      <a:pos x="connsiteX536" y="connsiteY536"/>
                    </a:cxn>
                    <a:cxn ang="0">
                      <a:pos x="connsiteX537" y="connsiteY537"/>
                    </a:cxn>
                    <a:cxn ang="0">
                      <a:pos x="connsiteX538" y="connsiteY538"/>
                    </a:cxn>
                    <a:cxn ang="0">
                      <a:pos x="connsiteX539" y="connsiteY539"/>
                    </a:cxn>
                    <a:cxn ang="0">
                      <a:pos x="connsiteX540" y="connsiteY540"/>
                    </a:cxn>
                    <a:cxn ang="0">
                      <a:pos x="connsiteX541" y="connsiteY541"/>
                    </a:cxn>
                    <a:cxn ang="0">
                      <a:pos x="connsiteX542" y="connsiteY542"/>
                    </a:cxn>
                    <a:cxn ang="0">
                      <a:pos x="connsiteX543" y="connsiteY543"/>
                    </a:cxn>
                    <a:cxn ang="0">
                      <a:pos x="connsiteX544" y="connsiteY544"/>
                    </a:cxn>
                  </a:cxnLst>
                  <a:rect l="l" t="t" r="r" b="b"/>
                  <a:pathLst>
                    <a:path w="364198" h="364198">
                      <a:moveTo>
                        <a:pt x="162727" y="0"/>
                      </a:moveTo>
                      <a:lnTo>
                        <a:pt x="160144" y="2583"/>
                      </a:lnTo>
                      <a:lnTo>
                        <a:pt x="147229" y="2583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7749"/>
                      </a:lnTo>
                      <a:lnTo>
                        <a:pt x="129148" y="7749"/>
                      </a:lnTo>
                      <a:lnTo>
                        <a:pt x="126565" y="10332"/>
                      </a:lnTo>
                      <a:lnTo>
                        <a:pt x="121399" y="10332"/>
                      </a:lnTo>
                      <a:lnTo>
                        <a:pt x="118816" y="12915"/>
                      </a:lnTo>
                      <a:lnTo>
                        <a:pt x="113651" y="12915"/>
                      </a:lnTo>
                      <a:lnTo>
                        <a:pt x="111068" y="15498"/>
                      </a:lnTo>
                      <a:lnTo>
                        <a:pt x="108485" y="15498"/>
                      </a:lnTo>
                      <a:lnTo>
                        <a:pt x="105902" y="18081"/>
                      </a:lnTo>
                      <a:lnTo>
                        <a:pt x="103319" y="18081"/>
                      </a:lnTo>
                      <a:lnTo>
                        <a:pt x="100736" y="20664"/>
                      </a:lnTo>
                      <a:lnTo>
                        <a:pt x="98153" y="20664"/>
                      </a:lnTo>
                      <a:lnTo>
                        <a:pt x="95570" y="23247"/>
                      </a:lnTo>
                      <a:lnTo>
                        <a:pt x="92987" y="23247"/>
                      </a:lnTo>
                      <a:lnTo>
                        <a:pt x="90404" y="25830"/>
                      </a:lnTo>
                      <a:lnTo>
                        <a:pt x="87821" y="25830"/>
                      </a:lnTo>
                      <a:lnTo>
                        <a:pt x="82655" y="30996"/>
                      </a:lnTo>
                      <a:lnTo>
                        <a:pt x="80072" y="30996"/>
                      </a:lnTo>
                      <a:lnTo>
                        <a:pt x="74906" y="36162"/>
                      </a:lnTo>
                      <a:lnTo>
                        <a:pt x="72323" y="36162"/>
                      </a:lnTo>
                      <a:lnTo>
                        <a:pt x="56825" y="51659"/>
                      </a:lnTo>
                      <a:lnTo>
                        <a:pt x="54242" y="51659"/>
                      </a:lnTo>
                      <a:lnTo>
                        <a:pt x="51659" y="54242"/>
                      </a:lnTo>
                      <a:lnTo>
                        <a:pt x="51659" y="56825"/>
                      </a:lnTo>
                      <a:lnTo>
                        <a:pt x="38745" y="69740"/>
                      </a:lnTo>
                      <a:lnTo>
                        <a:pt x="38745" y="72323"/>
                      </a:lnTo>
                      <a:lnTo>
                        <a:pt x="30996" y="80072"/>
                      </a:lnTo>
                      <a:lnTo>
                        <a:pt x="30996" y="82655"/>
                      </a:lnTo>
                      <a:lnTo>
                        <a:pt x="25830" y="87821"/>
                      </a:lnTo>
                      <a:lnTo>
                        <a:pt x="25830" y="90404"/>
                      </a:lnTo>
                      <a:lnTo>
                        <a:pt x="23247" y="92987"/>
                      </a:lnTo>
                      <a:lnTo>
                        <a:pt x="23247" y="95570"/>
                      </a:lnTo>
                      <a:lnTo>
                        <a:pt x="20664" y="98153"/>
                      </a:lnTo>
                      <a:lnTo>
                        <a:pt x="20664" y="100736"/>
                      </a:lnTo>
                      <a:lnTo>
                        <a:pt x="18081" y="103319"/>
                      </a:lnTo>
                      <a:lnTo>
                        <a:pt x="18081" y="105902"/>
                      </a:lnTo>
                      <a:lnTo>
                        <a:pt x="15498" y="108485"/>
                      </a:lnTo>
                      <a:lnTo>
                        <a:pt x="15498" y="111068"/>
                      </a:lnTo>
                      <a:lnTo>
                        <a:pt x="12915" y="113651"/>
                      </a:lnTo>
                      <a:lnTo>
                        <a:pt x="12915" y="118816"/>
                      </a:lnTo>
                      <a:lnTo>
                        <a:pt x="10332" y="121399"/>
                      </a:lnTo>
                      <a:lnTo>
                        <a:pt x="10332" y="126565"/>
                      </a:lnTo>
                      <a:lnTo>
                        <a:pt x="7749" y="129148"/>
                      </a:lnTo>
                      <a:lnTo>
                        <a:pt x="7749" y="134314"/>
                      </a:lnTo>
                      <a:lnTo>
                        <a:pt x="5166" y="136897"/>
                      </a:lnTo>
                      <a:lnTo>
                        <a:pt x="5166" y="144646"/>
                      </a:lnTo>
                      <a:lnTo>
                        <a:pt x="2583" y="147229"/>
                      </a:lnTo>
                      <a:lnTo>
                        <a:pt x="2583" y="162727"/>
                      </a:lnTo>
                      <a:lnTo>
                        <a:pt x="0" y="165310"/>
                      </a:lnTo>
                      <a:lnTo>
                        <a:pt x="0" y="198888"/>
                      </a:lnTo>
                      <a:lnTo>
                        <a:pt x="2583" y="201471"/>
                      </a:lnTo>
                      <a:lnTo>
                        <a:pt x="2583" y="216969"/>
                      </a:lnTo>
                      <a:lnTo>
                        <a:pt x="5166" y="219552"/>
                      </a:lnTo>
                      <a:lnTo>
                        <a:pt x="5166" y="227301"/>
                      </a:lnTo>
                      <a:lnTo>
                        <a:pt x="7749" y="229884"/>
                      </a:lnTo>
                      <a:lnTo>
                        <a:pt x="7749" y="237633"/>
                      </a:lnTo>
                      <a:lnTo>
                        <a:pt x="10332" y="240216"/>
                      </a:lnTo>
                      <a:lnTo>
                        <a:pt x="10332" y="245382"/>
                      </a:lnTo>
                      <a:lnTo>
                        <a:pt x="12915" y="247965"/>
                      </a:lnTo>
                      <a:lnTo>
                        <a:pt x="12915" y="250548"/>
                      </a:lnTo>
                      <a:lnTo>
                        <a:pt x="15498" y="253131"/>
                      </a:lnTo>
                      <a:lnTo>
                        <a:pt x="15498" y="255714"/>
                      </a:lnTo>
                      <a:lnTo>
                        <a:pt x="18081" y="258297"/>
                      </a:lnTo>
                      <a:lnTo>
                        <a:pt x="18081" y="263463"/>
                      </a:lnTo>
                      <a:lnTo>
                        <a:pt x="23247" y="268629"/>
                      </a:lnTo>
                      <a:lnTo>
                        <a:pt x="23247" y="271212"/>
                      </a:lnTo>
                      <a:lnTo>
                        <a:pt x="25830" y="273794"/>
                      </a:lnTo>
                      <a:lnTo>
                        <a:pt x="25830" y="276377"/>
                      </a:lnTo>
                      <a:lnTo>
                        <a:pt x="28413" y="278960"/>
                      </a:lnTo>
                      <a:lnTo>
                        <a:pt x="28413" y="281543"/>
                      </a:lnTo>
                      <a:lnTo>
                        <a:pt x="36162" y="289292"/>
                      </a:lnTo>
                      <a:lnTo>
                        <a:pt x="36162" y="291875"/>
                      </a:lnTo>
                      <a:lnTo>
                        <a:pt x="43910" y="299624"/>
                      </a:lnTo>
                      <a:lnTo>
                        <a:pt x="43910" y="302207"/>
                      </a:lnTo>
                      <a:lnTo>
                        <a:pt x="61991" y="320288"/>
                      </a:lnTo>
                      <a:lnTo>
                        <a:pt x="64574" y="320288"/>
                      </a:lnTo>
                      <a:lnTo>
                        <a:pt x="74906" y="330620"/>
                      </a:lnTo>
                      <a:lnTo>
                        <a:pt x="77489" y="330620"/>
                      </a:lnTo>
                      <a:lnTo>
                        <a:pt x="82655" y="335786"/>
                      </a:lnTo>
                      <a:lnTo>
                        <a:pt x="85238" y="335786"/>
                      </a:lnTo>
                      <a:lnTo>
                        <a:pt x="90404" y="340952"/>
                      </a:lnTo>
                      <a:lnTo>
                        <a:pt x="92987" y="340952"/>
                      </a:lnTo>
                      <a:lnTo>
                        <a:pt x="95570" y="343535"/>
                      </a:lnTo>
                      <a:lnTo>
                        <a:pt x="98153" y="343535"/>
                      </a:lnTo>
                      <a:lnTo>
                        <a:pt x="100736" y="346118"/>
                      </a:lnTo>
                      <a:lnTo>
                        <a:pt x="103319" y="346118"/>
                      </a:lnTo>
                      <a:lnTo>
                        <a:pt x="105902" y="348701"/>
                      </a:lnTo>
                      <a:lnTo>
                        <a:pt x="108485" y="348701"/>
                      </a:lnTo>
                      <a:lnTo>
                        <a:pt x="111068" y="351284"/>
                      </a:lnTo>
                      <a:lnTo>
                        <a:pt x="116234" y="351284"/>
                      </a:lnTo>
                      <a:lnTo>
                        <a:pt x="118816" y="353866"/>
                      </a:lnTo>
                      <a:lnTo>
                        <a:pt x="121399" y="353866"/>
                      </a:lnTo>
                      <a:lnTo>
                        <a:pt x="123982" y="356449"/>
                      </a:lnTo>
                      <a:lnTo>
                        <a:pt x="131731" y="356449"/>
                      </a:lnTo>
                      <a:lnTo>
                        <a:pt x="134314" y="359032"/>
                      </a:lnTo>
                      <a:lnTo>
                        <a:pt x="139480" y="359032"/>
                      </a:lnTo>
                      <a:lnTo>
                        <a:pt x="142063" y="361615"/>
                      </a:lnTo>
                      <a:lnTo>
                        <a:pt x="154978" y="361615"/>
                      </a:lnTo>
                      <a:lnTo>
                        <a:pt x="157561" y="364198"/>
                      </a:lnTo>
                      <a:lnTo>
                        <a:pt x="209220" y="364198"/>
                      </a:lnTo>
                      <a:lnTo>
                        <a:pt x="211803" y="361615"/>
                      </a:lnTo>
                      <a:lnTo>
                        <a:pt x="222135" y="361615"/>
                      </a:lnTo>
                      <a:lnTo>
                        <a:pt x="224718" y="359032"/>
                      </a:lnTo>
                      <a:lnTo>
                        <a:pt x="232467" y="359032"/>
                      </a:lnTo>
                      <a:lnTo>
                        <a:pt x="235050" y="356449"/>
                      </a:lnTo>
                      <a:lnTo>
                        <a:pt x="240216" y="356449"/>
                      </a:lnTo>
                      <a:lnTo>
                        <a:pt x="242799" y="353866"/>
                      </a:lnTo>
                      <a:lnTo>
                        <a:pt x="247965" y="353866"/>
                      </a:lnTo>
                      <a:lnTo>
                        <a:pt x="250548" y="351284"/>
                      </a:lnTo>
                      <a:lnTo>
                        <a:pt x="253131" y="351284"/>
                      </a:lnTo>
                      <a:lnTo>
                        <a:pt x="255714" y="348701"/>
                      </a:lnTo>
                      <a:lnTo>
                        <a:pt x="258297" y="348701"/>
                      </a:lnTo>
                      <a:lnTo>
                        <a:pt x="260880" y="346118"/>
                      </a:lnTo>
                      <a:lnTo>
                        <a:pt x="263463" y="346118"/>
                      </a:lnTo>
                      <a:lnTo>
                        <a:pt x="266046" y="343535"/>
                      </a:lnTo>
                      <a:lnTo>
                        <a:pt x="268629" y="343535"/>
                      </a:lnTo>
                      <a:lnTo>
                        <a:pt x="271212" y="340952"/>
                      </a:lnTo>
                      <a:lnTo>
                        <a:pt x="273794" y="340952"/>
                      </a:lnTo>
                      <a:lnTo>
                        <a:pt x="276377" y="338369"/>
                      </a:lnTo>
                      <a:lnTo>
                        <a:pt x="278960" y="338369"/>
                      </a:lnTo>
                      <a:lnTo>
                        <a:pt x="284126" y="333203"/>
                      </a:lnTo>
                      <a:lnTo>
                        <a:pt x="286709" y="333203"/>
                      </a:lnTo>
                      <a:lnTo>
                        <a:pt x="294458" y="325454"/>
                      </a:lnTo>
                      <a:lnTo>
                        <a:pt x="297041" y="325454"/>
                      </a:lnTo>
                      <a:lnTo>
                        <a:pt x="307373" y="315122"/>
                      </a:lnTo>
                      <a:lnTo>
                        <a:pt x="309956" y="315122"/>
                      </a:lnTo>
                      <a:lnTo>
                        <a:pt x="315122" y="309956"/>
                      </a:lnTo>
                      <a:lnTo>
                        <a:pt x="315122" y="307373"/>
                      </a:lnTo>
                      <a:lnTo>
                        <a:pt x="328037" y="294458"/>
                      </a:lnTo>
                      <a:lnTo>
                        <a:pt x="328037" y="291875"/>
                      </a:lnTo>
                      <a:lnTo>
                        <a:pt x="333203" y="286709"/>
                      </a:lnTo>
                      <a:lnTo>
                        <a:pt x="333203" y="284126"/>
                      </a:lnTo>
                      <a:lnTo>
                        <a:pt x="338369" y="278960"/>
                      </a:lnTo>
                      <a:lnTo>
                        <a:pt x="338369" y="276377"/>
                      </a:lnTo>
                      <a:lnTo>
                        <a:pt x="340952" y="273794"/>
                      </a:lnTo>
                      <a:lnTo>
                        <a:pt x="340952" y="271212"/>
                      </a:lnTo>
                      <a:lnTo>
                        <a:pt x="346118" y="266046"/>
                      </a:lnTo>
                      <a:lnTo>
                        <a:pt x="346118" y="263463"/>
                      </a:lnTo>
                      <a:lnTo>
                        <a:pt x="348701" y="260880"/>
                      </a:lnTo>
                      <a:lnTo>
                        <a:pt x="348701" y="255714"/>
                      </a:lnTo>
                      <a:lnTo>
                        <a:pt x="351284" y="253131"/>
                      </a:lnTo>
                      <a:lnTo>
                        <a:pt x="351284" y="250548"/>
                      </a:lnTo>
                      <a:lnTo>
                        <a:pt x="353866" y="247965"/>
                      </a:lnTo>
                      <a:lnTo>
                        <a:pt x="353866" y="242799"/>
                      </a:lnTo>
                      <a:lnTo>
                        <a:pt x="356449" y="240216"/>
                      </a:lnTo>
                      <a:lnTo>
                        <a:pt x="356449" y="235050"/>
                      </a:lnTo>
                      <a:lnTo>
                        <a:pt x="359032" y="232467"/>
                      </a:lnTo>
                      <a:lnTo>
                        <a:pt x="359032" y="224718"/>
                      </a:lnTo>
                      <a:lnTo>
                        <a:pt x="361615" y="222135"/>
                      </a:lnTo>
                      <a:lnTo>
                        <a:pt x="361615" y="211803"/>
                      </a:lnTo>
                      <a:lnTo>
                        <a:pt x="364198" y="209220"/>
                      </a:lnTo>
                      <a:lnTo>
                        <a:pt x="364198" y="154978"/>
                      </a:lnTo>
                      <a:lnTo>
                        <a:pt x="361615" y="152395"/>
                      </a:lnTo>
                      <a:lnTo>
                        <a:pt x="361615" y="142063"/>
                      </a:lnTo>
                      <a:lnTo>
                        <a:pt x="359032" y="139480"/>
                      </a:lnTo>
                      <a:lnTo>
                        <a:pt x="359032" y="131731"/>
                      </a:lnTo>
                      <a:lnTo>
                        <a:pt x="356449" y="129148"/>
                      </a:lnTo>
                      <a:lnTo>
                        <a:pt x="356449" y="123982"/>
                      </a:lnTo>
                      <a:lnTo>
                        <a:pt x="353866" y="121399"/>
                      </a:lnTo>
                      <a:lnTo>
                        <a:pt x="353866" y="116234"/>
                      </a:lnTo>
                      <a:lnTo>
                        <a:pt x="351284" y="113651"/>
                      </a:lnTo>
                      <a:lnTo>
                        <a:pt x="351284" y="111068"/>
                      </a:lnTo>
                      <a:lnTo>
                        <a:pt x="348701" y="108485"/>
                      </a:lnTo>
                      <a:lnTo>
                        <a:pt x="348701" y="105902"/>
                      </a:lnTo>
                      <a:lnTo>
                        <a:pt x="346118" y="103319"/>
                      </a:lnTo>
                      <a:lnTo>
                        <a:pt x="346118" y="100736"/>
                      </a:lnTo>
                      <a:lnTo>
                        <a:pt x="343535" y="98153"/>
                      </a:lnTo>
                      <a:lnTo>
                        <a:pt x="343535" y="95570"/>
                      </a:lnTo>
                      <a:lnTo>
                        <a:pt x="340952" y="92987"/>
                      </a:lnTo>
                      <a:lnTo>
                        <a:pt x="340952" y="90404"/>
                      </a:lnTo>
                      <a:lnTo>
                        <a:pt x="335786" y="85238"/>
                      </a:lnTo>
                      <a:lnTo>
                        <a:pt x="335786" y="82655"/>
                      </a:lnTo>
                      <a:lnTo>
                        <a:pt x="330620" y="77489"/>
                      </a:lnTo>
                      <a:lnTo>
                        <a:pt x="330620" y="74906"/>
                      </a:lnTo>
                      <a:lnTo>
                        <a:pt x="322871" y="67157"/>
                      </a:lnTo>
                      <a:lnTo>
                        <a:pt x="322871" y="64574"/>
                      </a:lnTo>
                      <a:lnTo>
                        <a:pt x="299624" y="41327"/>
                      </a:lnTo>
                      <a:lnTo>
                        <a:pt x="297041" y="41327"/>
                      </a:lnTo>
                      <a:lnTo>
                        <a:pt x="289292" y="33579"/>
                      </a:lnTo>
                      <a:lnTo>
                        <a:pt x="286709" y="33579"/>
                      </a:lnTo>
                      <a:lnTo>
                        <a:pt x="281543" y="28413"/>
                      </a:lnTo>
                      <a:lnTo>
                        <a:pt x="278960" y="28413"/>
                      </a:lnTo>
                      <a:lnTo>
                        <a:pt x="276377" y="25830"/>
                      </a:lnTo>
                      <a:lnTo>
                        <a:pt x="273794" y="25830"/>
                      </a:lnTo>
                      <a:lnTo>
                        <a:pt x="268629" y="20664"/>
                      </a:lnTo>
                      <a:lnTo>
                        <a:pt x="266046" y="20664"/>
                      </a:lnTo>
                      <a:lnTo>
                        <a:pt x="263463" y="18081"/>
                      </a:lnTo>
                      <a:lnTo>
                        <a:pt x="260880" y="18081"/>
                      </a:lnTo>
                      <a:lnTo>
                        <a:pt x="258297" y="15498"/>
                      </a:lnTo>
                      <a:lnTo>
                        <a:pt x="253131" y="15498"/>
                      </a:lnTo>
                      <a:lnTo>
                        <a:pt x="250548" y="12915"/>
                      </a:lnTo>
                      <a:lnTo>
                        <a:pt x="247965" y="12915"/>
                      </a:lnTo>
                      <a:lnTo>
                        <a:pt x="245382" y="10332"/>
                      </a:lnTo>
                      <a:lnTo>
                        <a:pt x="240216" y="10332"/>
                      </a:lnTo>
                      <a:lnTo>
                        <a:pt x="237633" y="7749"/>
                      </a:lnTo>
                      <a:lnTo>
                        <a:pt x="232467" y="7749"/>
                      </a:lnTo>
                      <a:lnTo>
                        <a:pt x="229884" y="5166"/>
                      </a:lnTo>
                      <a:lnTo>
                        <a:pt x="222135" y="5166"/>
                      </a:lnTo>
                      <a:lnTo>
                        <a:pt x="219552" y="2583"/>
                      </a:lnTo>
                      <a:lnTo>
                        <a:pt x="204054" y="2583"/>
                      </a:lnTo>
                      <a:lnTo>
                        <a:pt x="201471" y="0"/>
                      </a:lnTo>
                      <a:close/>
                      <a:moveTo>
                        <a:pt x="61991" y="77489"/>
                      </a:moveTo>
                      <a:lnTo>
                        <a:pt x="49076" y="90404"/>
                      </a:lnTo>
                      <a:lnTo>
                        <a:pt x="49076" y="92987"/>
                      </a:lnTo>
                      <a:lnTo>
                        <a:pt x="43910" y="98153"/>
                      </a:lnTo>
                      <a:lnTo>
                        <a:pt x="43910" y="100736"/>
                      </a:lnTo>
                      <a:lnTo>
                        <a:pt x="41327" y="103319"/>
                      </a:lnTo>
                      <a:lnTo>
                        <a:pt x="41327" y="105902"/>
                      </a:lnTo>
                      <a:lnTo>
                        <a:pt x="38745" y="108485"/>
                      </a:lnTo>
                      <a:lnTo>
                        <a:pt x="38745" y="111068"/>
                      </a:lnTo>
                      <a:lnTo>
                        <a:pt x="36162" y="113651"/>
                      </a:lnTo>
                      <a:lnTo>
                        <a:pt x="36162" y="116234"/>
                      </a:lnTo>
                      <a:lnTo>
                        <a:pt x="33579" y="118816"/>
                      </a:lnTo>
                      <a:lnTo>
                        <a:pt x="33579" y="121399"/>
                      </a:lnTo>
                      <a:lnTo>
                        <a:pt x="30996" y="123982"/>
                      </a:lnTo>
                      <a:lnTo>
                        <a:pt x="30996" y="129148"/>
                      </a:lnTo>
                      <a:lnTo>
                        <a:pt x="28413" y="131731"/>
                      </a:lnTo>
                      <a:lnTo>
                        <a:pt x="28413" y="136897"/>
                      </a:lnTo>
                      <a:lnTo>
                        <a:pt x="25830" y="139480"/>
                      </a:lnTo>
                      <a:lnTo>
                        <a:pt x="25830" y="147229"/>
                      </a:lnTo>
                      <a:lnTo>
                        <a:pt x="23247" y="149812"/>
                      </a:lnTo>
                      <a:lnTo>
                        <a:pt x="23247" y="162727"/>
                      </a:lnTo>
                      <a:lnTo>
                        <a:pt x="20664" y="165310"/>
                      </a:lnTo>
                      <a:lnTo>
                        <a:pt x="20664" y="198888"/>
                      </a:lnTo>
                      <a:lnTo>
                        <a:pt x="23247" y="201471"/>
                      </a:lnTo>
                      <a:lnTo>
                        <a:pt x="23247" y="214386"/>
                      </a:lnTo>
                      <a:lnTo>
                        <a:pt x="25830" y="216969"/>
                      </a:lnTo>
                      <a:lnTo>
                        <a:pt x="25830" y="224718"/>
                      </a:lnTo>
                      <a:lnTo>
                        <a:pt x="28413" y="227301"/>
                      </a:lnTo>
                      <a:lnTo>
                        <a:pt x="28413" y="232467"/>
                      </a:lnTo>
                      <a:lnTo>
                        <a:pt x="30996" y="235050"/>
                      </a:lnTo>
                      <a:lnTo>
                        <a:pt x="30996" y="240216"/>
                      </a:lnTo>
                      <a:lnTo>
                        <a:pt x="33579" y="242799"/>
                      </a:lnTo>
                      <a:lnTo>
                        <a:pt x="33579" y="245382"/>
                      </a:lnTo>
                      <a:lnTo>
                        <a:pt x="36162" y="247965"/>
                      </a:lnTo>
                      <a:lnTo>
                        <a:pt x="36162" y="253131"/>
                      </a:lnTo>
                      <a:lnTo>
                        <a:pt x="38745" y="255714"/>
                      </a:lnTo>
                      <a:lnTo>
                        <a:pt x="38745" y="258297"/>
                      </a:lnTo>
                      <a:lnTo>
                        <a:pt x="43910" y="263463"/>
                      </a:lnTo>
                      <a:lnTo>
                        <a:pt x="43910" y="266046"/>
                      </a:lnTo>
                      <a:lnTo>
                        <a:pt x="46493" y="268629"/>
                      </a:lnTo>
                      <a:lnTo>
                        <a:pt x="46493" y="271212"/>
                      </a:lnTo>
                      <a:lnTo>
                        <a:pt x="54242" y="278960"/>
                      </a:lnTo>
                      <a:lnTo>
                        <a:pt x="54242" y="281543"/>
                      </a:lnTo>
                      <a:lnTo>
                        <a:pt x="85238" y="312539"/>
                      </a:lnTo>
                      <a:lnTo>
                        <a:pt x="87821" y="312539"/>
                      </a:lnTo>
                      <a:lnTo>
                        <a:pt x="92987" y="317705"/>
                      </a:lnTo>
                      <a:lnTo>
                        <a:pt x="95570" y="317705"/>
                      </a:lnTo>
                      <a:lnTo>
                        <a:pt x="100736" y="322871"/>
                      </a:lnTo>
                      <a:lnTo>
                        <a:pt x="103319" y="322871"/>
                      </a:lnTo>
                      <a:lnTo>
                        <a:pt x="105902" y="325454"/>
                      </a:lnTo>
                      <a:lnTo>
                        <a:pt x="108485" y="325454"/>
                      </a:lnTo>
                      <a:lnTo>
                        <a:pt x="111068" y="328037"/>
                      </a:lnTo>
                      <a:lnTo>
                        <a:pt x="113651" y="328037"/>
                      </a:lnTo>
                      <a:lnTo>
                        <a:pt x="116234" y="330620"/>
                      </a:lnTo>
                      <a:lnTo>
                        <a:pt x="118816" y="330620"/>
                      </a:lnTo>
                      <a:lnTo>
                        <a:pt x="121399" y="333203"/>
                      </a:lnTo>
                      <a:lnTo>
                        <a:pt x="126565" y="333203"/>
                      </a:lnTo>
                      <a:lnTo>
                        <a:pt x="129148" y="335786"/>
                      </a:lnTo>
                      <a:lnTo>
                        <a:pt x="134314" y="335786"/>
                      </a:lnTo>
                      <a:lnTo>
                        <a:pt x="136897" y="338369"/>
                      </a:lnTo>
                      <a:lnTo>
                        <a:pt x="142063" y="338369"/>
                      </a:lnTo>
                      <a:lnTo>
                        <a:pt x="144646" y="340952"/>
                      </a:lnTo>
                      <a:lnTo>
                        <a:pt x="154978" y="340952"/>
                      </a:lnTo>
                      <a:lnTo>
                        <a:pt x="157561" y="343535"/>
                      </a:lnTo>
                      <a:lnTo>
                        <a:pt x="206637" y="343535"/>
                      </a:lnTo>
                      <a:lnTo>
                        <a:pt x="209220" y="340952"/>
                      </a:lnTo>
                      <a:lnTo>
                        <a:pt x="219552" y="340952"/>
                      </a:lnTo>
                      <a:lnTo>
                        <a:pt x="222135" y="338369"/>
                      </a:lnTo>
                      <a:lnTo>
                        <a:pt x="229884" y="338369"/>
                      </a:lnTo>
                      <a:lnTo>
                        <a:pt x="232467" y="335786"/>
                      </a:lnTo>
                      <a:lnTo>
                        <a:pt x="237633" y="335786"/>
                      </a:lnTo>
                      <a:lnTo>
                        <a:pt x="240216" y="333203"/>
                      </a:lnTo>
                      <a:lnTo>
                        <a:pt x="242799" y="333203"/>
                      </a:lnTo>
                      <a:lnTo>
                        <a:pt x="245382" y="330620"/>
                      </a:lnTo>
                      <a:lnTo>
                        <a:pt x="250548" y="330620"/>
                      </a:lnTo>
                      <a:lnTo>
                        <a:pt x="253131" y="328037"/>
                      </a:lnTo>
                      <a:lnTo>
                        <a:pt x="255714" y="328037"/>
                      </a:lnTo>
                      <a:lnTo>
                        <a:pt x="258297" y="325454"/>
                      </a:lnTo>
                      <a:lnTo>
                        <a:pt x="260880" y="325454"/>
                      </a:lnTo>
                      <a:lnTo>
                        <a:pt x="266046" y="320288"/>
                      </a:lnTo>
                      <a:lnTo>
                        <a:pt x="268629" y="320288"/>
                      </a:lnTo>
                      <a:lnTo>
                        <a:pt x="273794" y="315122"/>
                      </a:lnTo>
                      <a:lnTo>
                        <a:pt x="276377" y="315122"/>
                      </a:lnTo>
                      <a:lnTo>
                        <a:pt x="286709" y="304790"/>
                      </a:lnTo>
                      <a:lnTo>
                        <a:pt x="286709" y="302207"/>
                      </a:lnTo>
                      <a:lnTo>
                        <a:pt x="211803" y="227301"/>
                      </a:lnTo>
                      <a:lnTo>
                        <a:pt x="209220" y="229884"/>
                      </a:lnTo>
                      <a:lnTo>
                        <a:pt x="198888" y="229884"/>
                      </a:lnTo>
                      <a:lnTo>
                        <a:pt x="196305" y="227301"/>
                      </a:lnTo>
                      <a:lnTo>
                        <a:pt x="196305" y="224718"/>
                      </a:lnTo>
                      <a:lnTo>
                        <a:pt x="191140" y="219552"/>
                      </a:lnTo>
                      <a:lnTo>
                        <a:pt x="191140" y="216969"/>
                      </a:lnTo>
                      <a:lnTo>
                        <a:pt x="188557" y="214386"/>
                      </a:lnTo>
                      <a:lnTo>
                        <a:pt x="188557" y="211803"/>
                      </a:lnTo>
                      <a:lnTo>
                        <a:pt x="185974" y="209220"/>
                      </a:lnTo>
                      <a:lnTo>
                        <a:pt x="185974" y="206637"/>
                      </a:lnTo>
                      <a:lnTo>
                        <a:pt x="180808" y="201471"/>
                      </a:lnTo>
                      <a:lnTo>
                        <a:pt x="180808" y="198888"/>
                      </a:lnTo>
                      <a:lnTo>
                        <a:pt x="178225" y="196305"/>
                      </a:lnTo>
                      <a:lnTo>
                        <a:pt x="178225" y="193723"/>
                      </a:lnTo>
                      <a:lnTo>
                        <a:pt x="131731" y="147229"/>
                      </a:lnTo>
                      <a:lnTo>
                        <a:pt x="121399" y="157561"/>
                      </a:lnTo>
                      <a:lnTo>
                        <a:pt x="118816" y="157561"/>
                      </a:lnTo>
                      <a:lnTo>
                        <a:pt x="113651" y="162727"/>
                      </a:lnTo>
                      <a:lnTo>
                        <a:pt x="111068" y="162727"/>
                      </a:lnTo>
                      <a:lnTo>
                        <a:pt x="105902" y="167893"/>
                      </a:lnTo>
                      <a:lnTo>
                        <a:pt x="103319" y="167893"/>
                      </a:lnTo>
                      <a:lnTo>
                        <a:pt x="98153" y="173059"/>
                      </a:lnTo>
                      <a:lnTo>
                        <a:pt x="95570" y="173059"/>
                      </a:lnTo>
                      <a:lnTo>
                        <a:pt x="92987" y="175642"/>
                      </a:lnTo>
                      <a:lnTo>
                        <a:pt x="90404" y="175642"/>
                      </a:lnTo>
                      <a:lnTo>
                        <a:pt x="85238" y="180808"/>
                      </a:lnTo>
                      <a:lnTo>
                        <a:pt x="85238" y="183391"/>
                      </a:lnTo>
                      <a:lnTo>
                        <a:pt x="92987" y="191140"/>
                      </a:lnTo>
                      <a:lnTo>
                        <a:pt x="95570" y="191140"/>
                      </a:lnTo>
                      <a:lnTo>
                        <a:pt x="100736" y="196305"/>
                      </a:lnTo>
                      <a:lnTo>
                        <a:pt x="103319" y="196305"/>
                      </a:lnTo>
                      <a:lnTo>
                        <a:pt x="105902" y="198888"/>
                      </a:lnTo>
                      <a:lnTo>
                        <a:pt x="108485" y="198888"/>
                      </a:lnTo>
                      <a:lnTo>
                        <a:pt x="113651" y="204054"/>
                      </a:lnTo>
                      <a:lnTo>
                        <a:pt x="116234" y="204054"/>
                      </a:lnTo>
                      <a:lnTo>
                        <a:pt x="121399" y="209220"/>
                      </a:lnTo>
                      <a:lnTo>
                        <a:pt x="123982" y="209220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23982" y="229884"/>
                      </a:lnTo>
                      <a:lnTo>
                        <a:pt x="116234" y="229884"/>
                      </a:lnTo>
                      <a:lnTo>
                        <a:pt x="113651" y="227301"/>
                      </a:lnTo>
                      <a:lnTo>
                        <a:pt x="111068" y="227301"/>
                      </a:lnTo>
                      <a:lnTo>
                        <a:pt x="105902" y="222135"/>
                      </a:lnTo>
                      <a:lnTo>
                        <a:pt x="103319" y="222135"/>
                      </a:lnTo>
                      <a:lnTo>
                        <a:pt x="98153" y="216969"/>
                      </a:lnTo>
                      <a:lnTo>
                        <a:pt x="95570" y="216969"/>
                      </a:lnTo>
                      <a:lnTo>
                        <a:pt x="90404" y="211803"/>
                      </a:lnTo>
                      <a:lnTo>
                        <a:pt x="87821" y="211803"/>
                      </a:lnTo>
                      <a:lnTo>
                        <a:pt x="82655" y="206637"/>
                      </a:lnTo>
                      <a:lnTo>
                        <a:pt x="80072" y="206637"/>
                      </a:lnTo>
                      <a:lnTo>
                        <a:pt x="77489" y="204054"/>
                      </a:lnTo>
                      <a:lnTo>
                        <a:pt x="74906" y="204054"/>
                      </a:lnTo>
                      <a:lnTo>
                        <a:pt x="69740" y="198888"/>
                      </a:lnTo>
                      <a:lnTo>
                        <a:pt x="67157" y="198888"/>
                      </a:lnTo>
                      <a:lnTo>
                        <a:pt x="61991" y="193723"/>
                      </a:lnTo>
                      <a:lnTo>
                        <a:pt x="59408" y="193723"/>
                      </a:lnTo>
                      <a:lnTo>
                        <a:pt x="54242" y="188557"/>
                      </a:lnTo>
                      <a:lnTo>
                        <a:pt x="54242" y="185974"/>
                      </a:lnTo>
                      <a:lnTo>
                        <a:pt x="51659" y="183391"/>
                      </a:lnTo>
                      <a:lnTo>
                        <a:pt x="51659" y="180808"/>
                      </a:lnTo>
                      <a:lnTo>
                        <a:pt x="54242" y="178225"/>
                      </a:lnTo>
                      <a:lnTo>
                        <a:pt x="54242" y="175642"/>
                      </a:lnTo>
                      <a:lnTo>
                        <a:pt x="56825" y="173059"/>
                      </a:lnTo>
                      <a:lnTo>
                        <a:pt x="59408" y="173059"/>
                      </a:lnTo>
                      <a:lnTo>
                        <a:pt x="64574" y="167893"/>
                      </a:lnTo>
                      <a:lnTo>
                        <a:pt x="67157" y="167893"/>
                      </a:lnTo>
                      <a:lnTo>
                        <a:pt x="69740" y="165310"/>
                      </a:lnTo>
                      <a:lnTo>
                        <a:pt x="72323" y="165310"/>
                      </a:lnTo>
                      <a:lnTo>
                        <a:pt x="77489" y="160144"/>
                      </a:lnTo>
                      <a:lnTo>
                        <a:pt x="80072" y="160144"/>
                      </a:lnTo>
                      <a:lnTo>
                        <a:pt x="85238" y="154978"/>
                      </a:lnTo>
                      <a:lnTo>
                        <a:pt x="87821" y="154978"/>
                      </a:lnTo>
                      <a:lnTo>
                        <a:pt x="92987" y="149812"/>
                      </a:lnTo>
                      <a:lnTo>
                        <a:pt x="95570" y="149812"/>
                      </a:lnTo>
                      <a:lnTo>
                        <a:pt x="100736" y="144646"/>
                      </a:lnTo>
                      <a:lnTo>
                        <a:pt x="103319" y="144646"/>
                      </a:lnTo>
                      <a:lnTo>
                        <a:pt x="108485" y="139480"/>
                      </a:lnTo>
                      <a:lnTo>
                        <a:pt x="111068" y="139480"/>
                      </a:lnTo>
                      <a:lnTo>
                        <a:pt x="116234" y="134314"/>
                      </a:lnTo>
                      <a:lnTo>
                        <a:pt x="116234" y="131731"/>
                      </a:lnTo>
                      <a:close/>
                      <a:moveTo>
                        <a:pt x="90404" y="49076"/>
                      </a:moveTo>
                      <a:lnTo>
                        <a:pt x="77489" y="61991"/>
                      </a:lnTo>
                      <a:lnTo>
                        <a:pt x="152395" y="136897"/>
                      </a:lnTo>
                      <a:lnTo>
                        <a:pt x="157561" y="136897"/>
                      </a:lnTo>
                      <a:lnTo>
                        <a:pt x="160144" y="134314"/>
                      </a:lnTo>
                      <a:lnTo>
                        <a:pt x="162727" y="134314"/>
                      </a:lnTo>
                      <a:lnTo>
                        <a:pt x="165310" y="136897"/>
                      </a:lnTo>
                      <a:lnTo>
                        <a:pt x="167893" y="136897"/>
                      </a:lnTo>
                      <a:lnTo>
                        <a:pt x="170476" y="139480"/>
                      </a:lnTo>
                      <a:lnTo>
                        <a:pt x="170476" y="142063"/>
                      </a:lnTo>
                      <a:lnTo>
                        <a:pt x="173059" y="144646"/>
                      </a:lnTo>
                      <a:lnTo>
                        <a:pt x="173059" y="147229"/>
                      </a:lnTo>
                      <a:lnTo>
                        <a:pt x="178225" y="152395"/>
                      </a:lnTo>
                      <a:lnTo>
                        <a:pt x="178225" y="154978"/>
                      </a:lnTo>
                      <a:lnTo>
                        <a:pt x="180808" y="157561"/>
                      </a:lnTo>
                      <a:lnTo>
                        <a:pt x="180808" y="160144"/>
                      </a:lnTo>
                      <a:lnTo>
                        <a:pt x="185974" y="165310"/>
                      </a:lnTo>
                      <a:lnTo>
                        <a:pt x="185974" y="167893"/>
                      </a:lnTo>
                      <a:lnTo>
                        <a:pt x="188557" y="170476"/>
                      </a:lnTo>
                      <a:lnTo>
                        <a:pt x="188557" y="173059"/>
                      </a:lnTo>
                      <a:lnTo>
                        <a:pt x="232467" y="216969"/>
                      </a:lnTo>
                      <a:lnTo>
                        <a:pt x="235050" y="216969"/>
                      </a:lnTo>
                      <a:lnTo>
                        <a:pt x="245382" y="206637"/>
                      </a:lnTo>
                      <a:lnTo>
                        <a:pt x="247965" y="206637"/>
                      </a:lnTo>
                      <a:lnTo>
                        <a:pt x="253131" y="201471"/>
                      </a:lnTo>
                      <a:lnTo>
                        <a:pt x="255714" y="201471"/>
                      </a:lnTo>
                      <a:lnTo>
                        <a:pt x="258297" y="198888"/>
                      </a:lnTo>
                      <a:lnTo>
                        <a:pt x="260880" y="198888"/>
                      </a:lnTo>
                      <a:lnTo>
                        <a:pt x="266046" y="193723"/>
                      </a:lnTo>
                      <a:lnTo>
                        <a:pt x="268629" y="193723"/>
                      </a:lnTo>
                      <a:lnTo>
                        <a:pt x="273794" y="188557"/>
                      </a:lnTo>
                      <a:lnTo>
                        <a:pt x="276377" y="188557"/>
                      </a:lnTo>
                      <a:lnTo>
                        <a:pt x="281543" y="183391"/>
                      </a:lnTo>
                      <a:lnTo>
                        <a:pt x="271212" y="173059"/>
                      </a:lnTo>
                      <a:lnTo>
                        <a:pt x="268629" y="173059"/>
                      </a:lnTo>
                      <a:lnTo>
                        <a:pt x="263463" y="167893"/>
                      </a:lnTo>
                      <a:lnTo>
                        <a:pt x="260880" y="167893"/>
                      </a:lnTo>
                      <a:lnTo>
                        <a:pt x="258297" y="165310"/>
                      </a:lnTo>
                      <a:lnTo>
                        <a:pt x="255714" y="165310"/>
                      </a:lnTo>
                      <a:lnTo>
                        <a:pt x="250548" y="160144"/>
                      </a:lnTo>
                      <a:lnTo>
                        <a:pt x="247965" y="160144"/>
                      </a:lnTo>
                      <a:lnTo>
                        <a:pt x="242799" y="154978"/>
                      </a:lnTo>
                      <a:lnTo>
                        <a:pt x="240216" y="154978"/>
                      </a:lnTo>
                      <a:lnTo>
                        <a:pt x="237633" y="152395"/>
                      </a:lnTo>
                      <a:lnTo>
                        <a:pt x="237633" y="149812"/>
                      </a:lnTo>
                      <a:lnTo>
                        <a:pt x="235050" y="147229"/>
                      </a:lnTo>
                      <a:lnTo>
                        <a:pt x="235050" y="142063"/>
                      </a:lnTo>
                      <a:lnTo>
                        <a:pt x="242799" y="134314"/>
                      </a:lnTo>
                      <a:lnTo>
                        <a:pt x="247965" y="134314"/>
                      </a:lnTo>
                      <a:lnTo>
                        <a:pt x="250548" y="136897"/>
                      </a:lnTo>
                      <a:lnTo>
                        <a:pt x="253131" y="136897"/>
                      </a:lnTo>
                      <a:lnTo>
                        <a:pt x="258297" y="142063"/>
                      </a:lnTo>
                      <a:lnTo>
                        <a:pt x="260880" y="142063"/>
                      </a:lnTo>
                      <a:lnTo>
                        <a:pt x="266046" y="147229"/>
                      </a:lnTo>
                      <a:lnTo>
                        <a:pt x="268629" y="147229"/>
                      </a:lnTo>
                      <a:lnTo>
                        <a:pt x="273794" y="152395"/>
                      </a:lnTo>
                      <a:lnTo>
                        <a:pt x="276377" y="152395"/>
                      </a:lnTo>
                      <a:lnTo>
                        <a:pt x="281543" y="157561"/>
                      </a:lnTo>
                      <a:lnTo>
                        <a:pt x="284126" y="157561"/>
                      </a:lnTo>
                      <a:lnTo>
                        <a:pt x="286709" y="160144"/>
                      </a:lnTo>
                      <a:lnTo>
                        <a:pt x="289292" y="160144"/>
                      </a:lnTo>
                      <a:lnTo>
                        <a:pt x="294458" y="165310"/>
                      </a:lnTo>
                      <a:lnTo>
                        <a:pt x="297041" y="165310"/>
                      </a:lnTo>
                      <a:lnTo>
                        <a:pt x="302207" y="170476"/>
                      </a:lnTo>
                      <a:lnTo>
                        <a:pt x="304790" y="170476"/>
                      </a:lnTo>
                      <a:lnTo>
                        <a:pt x="312539" y="178225"/>
                      </a:lnTo>
                      <a:lnTo>
                        <a:pt x="312539" y="185974"/>
                      </a:lnTo>
                      <a:lnTo>
                        <a:pt x="309956" y="188557"/>
                      </a:lnTo>
                      <a:lnTo>
                        <a:pt x="309956" y="191140"/>
                      </a:lnTo>
                      <a:lnTo>
                        <a:pt x="307373" y="191140"/>
                      </a:lnTo>
                      <a:lnTo>
                        <a:pt x="302207" y="196305"/>
                      </a:lnTo>
                      <a:lnTo>
                        <a:pt x="299624" y="196305"/>
                      </a:lnTo>
                      <a:lnTo>
                        <a:pt x="294458" y="201471"/>
                      </a:lnTo>
                      <a:lnTo>
                        <a:pt x="291875" y="201471"/>
                      </a:lnTo>
                      <a:lnTo>
                        <a:pt x="286709" y="206637"/>
                      </a:lnTo>
                      <a:lnTo>
                        <a:pt x="284126" y="206637"/>
                      </a:lnTo>
                      <a:lnTo>
                        <a:pt x="281543" y="209220"/>
                      </a:lnTo>
                      <a:lnTo>
                        <a:pt x="278960" y="209220"/>
                      </a:lnTo>
                      <a:lnTo>
                        <a:pt x="273794" y="214386"/>
                      </a:lnTo>
                      <a:lnTo>
                        <a:pt x="271212" y="214386"/>
                      </a:lnTo>
                      <a:lnTo>
                        <a:pt x="266046" y="219552"/>
                      </a:lnTo>
                      <a:lnTo>
                        <a:pt x="263463" y="219552"/>
                      </a:lnTo>
                      <a:lnTo>
                        <a:pt x="258297" y="224718"/>
                      </a:lnTo>
                      <a:lnTo>
                        <a:pt x="255714" y="224718"/>
                      </a:lnTo>
                      <a:lnTo>
                        <a:pt x="247965" y="232467"/>
                      </a:lnTo>
                      <a:lnTo>
                        <a:pt x="302207" y="286709"/>
                      </a:lnTo>
                      <a:lnTo>
                        <a:pt x="304790" y="286709"/>
                      </a:lnTo>
                      <a:lnTo>
                        <a:pt x="315122" y="276377"/>
                      </a:lnTo>
                      <a:lnTo>
                        <a:pt x="315122" y="273794"/>
                      </a:lnTo>
                      <a:lnTo>
                        <a:pt x="320288" y="268629"/>
                      </a:lnTo>
                      <a:lnTo>
                        <a:pt x="320288" y="266046"/>
                      </a:lnTo>
                      <a:lnTo>
                        <a:pt x="325454" y="260880"/>
                      </a:lnTo>
                      <a:lnTo>
                        <a:pt x="325454" y="258297"/>
                      </a:lnTo>
                      <a:lnTo>
                        <a:pt x="328037" y="255714"/>
                      </a:lnTo>
                      <a:lnTo>
                        <a:pt x="328037" y="253131"/>
                      </a:lnTo>
                      <a:lnTo>
                        <a:pt x="330620" y="250548"/>
                      </a:lnTo>
                      <a:lnTo>
                        <a:pt x="330620" y="247965"/>
                      </a:lnTo>
                      <a:lnTo>
                        <a:pt x="333203" y="245382"/>
                      </a:lnTo>
                      <a:lnTo>
                        <a:pt x="333203" y="240216"/>
                      </a:lnTo>
                      <a:lnTo>
                        <a:pt x="335786" y="237633"/>
                      </a:lnTo>
                      <a:lnTo>
                        <a:pt x="335786" y="232467"/>
                      </a:lnTo>
                      <a:lnTo>
                        <a:pt x="338369" y="229884"/>
                      </a:lnTo>
                      <a:lnTo>
                        <a:pt x="338369" y="224718"/>
                      </a:lnTo>
                      <a:lnTo>
                        <a:pt x="340952" y="222135"/>
                      </a:lnTo>
                      <a:lnTo>
                        <a:pt x="340952" y="211803"/>
                      </a:lnTo>
                      <a:lnTo>
                        <a:pt x="343535" y="209220"/>
                      </a:lnTo>
                      <a:lnTo>
                        <a:pt x="343535" y="157561"/>
                      </a:lnTo>
                      <a:lnTo>
                        <a:pt x="340952" y="154978"/>
                      </a:lnTo>
                      <a:lnTo>
                        <a:pt x="340952" y="144646"/>
                      </a:lnTo>
                      <a:lnTo>
                        <a:pt x="338369" y="142063"/>
                      </a:lnTo>
                      <a:lnTo>
                        <a:pt x="338369" y="134314"/>
                      </a:lnTo>
                      <a:lnTo>
                        <a:pt x="335786" y="131731"/>
                      </a:lnTo>
                      <a:lnTo>
                        <a:pt x="335786" y="126565"/>
                      </a:lnTo>
                      <a:lnTo>
                        <a:pt x="333203" y="123982"/>
                      </a:lnTo>
                      <a:lnTo>
                        <a:pt x="333203" y="121399"/>
                      </a:lnTo>
                      <a:lnTo>
                        <a:pt x="330620" y="118816"/>
                      </a:lnTo>
                      <a:lnTo>
                        <a:pt x="330620" y="116234"/>
                      </a:lnTo>
                      <a:lnTo>
                        <a:pt x="328037" y="113651"/>
                      </a:lnTo>
                      <a:lnTo>
                        <a:pt x="328037" y="111068"/>
                      </a:lnTo>
                      <a:lnTo>
                        <a:pt x="325454" y="108485"/>
                      </a:lnTo>
                      <a:lnTo>
                        <a:pt x="325454" y="105902"/>
                      </a:lnTo>
                      <a:lnTo>
                        <a:pt x="322871" y="103319"/>
                      </a:lnTo>
                      <a:lnTo>
                        <a:pt x="322871" y="100736"/>
                      </a:lnTo>
                      <a:lnTo>
                        <a:pt x="320288" y="98153"/>
                      </a:lnTo>
                      <a:lnTo>
                        <a:pt x="320288" y="95570"/>
                      </a:lnTo>
                      <a:lnTo>
                        <a:pt x="312539" y="87821"/>
                      </a:lnTo>
                      <a:lnTo>
                        <a:pt x="312539" y="85238"/>
                      </a:lnTo>
                      <a:lnTo>
                        <a:pt x="299624" y="72323"/>
                      </a:lnTo>
                      <a:lnTo>
                        <a:pt x="299624" y="69740"/>
                      </a:lnTo>
                      <a:lnTo>
                        <a:pt x="294458" y="64574"/>
                      </a:lnTo>
                      <a:lnTo>
                        <a:pt x="291875" y="64574"/>
                      </a:lnTo>
                      <a:lnTo>
                        <a:pt x="278960" y="51659"/>
                      </a:lnTo>
                      <a:lnTo>
                        <a:pt x="276377" y="51659"/>
                      </a:lnTo>
                      <a:lnTo>
                        <a:pt x="271212" y="46493"/>
                      </a:lnTo>
                      <a:lnTo>
                        <a:pt x="268629" y="46493"/>
                      </a:lnTo>
                      <a:lnTo>
                        <a:pt x="263463" y="41327"/>
                      </a:lnTo>
                      <a:lnTo>
                        <a:pt x="260880" y="41327"/>
                      </a:lnTo>
                      <a:lnTo>
                        <a:pt x="258297" y="38745"/>
                      </a:lnTo>
                      <a:lnTo>
                        <a:pt x="255714" y="38745"/>
                      </a:lnTo>
                      <a:lnTo>
                        <a:pt x="253131" y="36162"/>
                      </a:lnTo>
                      <a:lnTo>
                        <a:pt x="250548" y="36162"/>
                      </a:lnTo>
                      <a:lnTo>
                        <a:pt x="247965" y="33579"/>
                      </a:lnTo>
                      <a:lnTo>
                        <a:pt x="242799" y="33579"/>
                      </a:lnTo>
                      <a:lnTo>
                        <a:pt x="240216" y="30996"/>
                      </a:lnTo>
                      <a:lnTo>
                        <a:pt x="237633" y="30996"/>
                      </a:lnTo>
                      <a:lnTo>
                        <a:pt x="235050" y="28413"/>
                      </a:lnTo>
                      <a:lnTo>
                        <a:pt x="229884" y="28413"/>
                      </a:lnTo>
                      <a:lnTo>
                        <a:pt x="227301" y="25830"/>
                      </a:lnTo>
                      <a:lnTo>
                        <a:pt x="219552" y="25830"/>
                      </a:lnTo>
                      <a:lnTo>
                        <a:pt x="216969" y="23247"/>
                      </a:lnTo>
                      <a:lnTo>
                        <a:pt x="204054" y="23247"/>
                      </a:lnTo>
                      <a:lnTo>
                        <a:pt x="201471" y="20664"/>
                      </a:lnTo>
                      <a:lnTo>
                        <a:pt x="165310" y="20664"/>
                      </a:lnTo>
                      <a:lnTo>
                        <a:pt x="162727" y="23247"/>
                      </a:lnTo>
                      <a:lnTo>
                        <a:pt x="149812" y="23247"/>
                      </a:lnTo>
                      <a:lnTo>
                        <a:pt x="147229" y="25830"/>
                      </a:lnTo>
                      <a:lnTo>
                        <a:pt x="139480" y="25830"/>
                      </a:lnTo>
                      <a:lnTo>
                        <a:pt x="136897" y="28413"/>
                      </a:lnTo>
                      <a:lnTo>
                        <a:pt x="131731" y="28413"/>
                      </a:lnTo>
                      <a:lnTo>
                        <a:pt x="129148" y="30996"/>
                      </a:lnTo>
                      <a:lnTo>
                        <a:pt x="123982" y="30996"/>
                      </a:lnTo>
                      <a:lnTo>
                        <a:pt x="121399" y="33579"/>
                      </a:lnTo>
                      <a:lnTo>
                        <a:pt x="118816" y="33579"/>
                      </a:lnTo>
                      <a:lnTo>
                        <a:pt x="116234" y="36162"/>
                      </a:lnTo>
                      <a:lnTo>
                        <a:pt x="113651" y="36162"/>
                      </a:lnTo>
                      <a:lnTo>
                        <a:pt x="111068" y="38745"/>
                      </a:lnTo>
                      <a:lnTo>
                        <a:pt x="108485" y="38745"/>
                      </a:lnTo>
                      <a:lnTo>
                        <a:pt x="105902" y="41327"/>
                      </a:lnTo>
                      <a:lnTo>
                        <a:pt x="103319" y="41327"/>
                      </a:lnTo>
                      <a:lnTo>
                        <a:pt x="100736" y="43910"/>
                      </a:lnTo>
                      <a:lnTo>
                        <a:pt x="98153" y="43910"/>
                      </a:lnTo>
                      <a:lnTo>
                        <a:pt x="92987" y="49076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5" name="任意形状 7004">
                  <a:extLst>
                    <a:ext uri="{FF2B5EF4-FFF2-40B4-BE49-F238E27FC236}">
                      <a16:creationId xmlns:a16="http://schemas.microsoft.com/office/drawing/2014/main" id="{C4797CE4-39D8-F118-3FEF-20A3DF9EECA5}"/>
                    </a:ext>
                  </a:extLst>
                </p:cNvPr>
                <p:cNvSpPr/>
                <p:nvPr/>
              </p:nvSpPr>
              <p:spPr>
                <a:xfrm>
                  <a:off x="4786448" y="5285451"/>
                  <a:ext cx="676737" cy="676737"/>
                </a:xfrm>
                <a:custGeom>
                  <a:avLst/>
                  <a:gdLst>
                    <a:gd name="connsiteX0" fmla="*/ 260880 w 676737"/>
                    <a:gd name="connsiteY0" fmla="*/ 0 h 676737"/>
                    <a:gd name="connsiteX1" fmla="*/ 255714 w 676737"/>
                    <a:gd name="connsiteY1" fmla="*/ 7749 h 676737"/>
                    <a:gd name="connsiteX2" fmla="*/ 255714 w 676737"/>
                    <a:gd name="connsiteY2" fmla="*/ 90404 h 676737"/>
                    <a:gd name="connsiteX3" fmla="*/ 250548 w 676737"/>
                    <a:gd name="connsiteY3" fmla="*/ 95570 h 676737"/>
                    <a:gd name="connsiteX4" fmla="*/ 240216 w 676737"/>
                    <a:gd name="connsiteY4" fmla="*/ 98153 h 676737"/>
                    <a:gd name="connsiteX5" fmla="*/ 227301 w 676737"/>
                    <a:gd name="connsiteY5" fmla="*/ 105902 h 676737"/>
                    <a:gd name="connsiteX6" fmla="*/ 219552 w 676737"/>
                    <a:gd name="connsiteY6" fmla="*/ 105902 h 676737"/>
                    <a:gd name="connsiteX7" fmla="*/ 160144 w 676737"/>
                    <a:gd name="connsiteY7" fmla="*/ 46493 h 676737"/>
                    <a:gd name="connsiteX8" fmla="*/ 149812 w 676737"/>
                    <a:gd name="connsiteY8" fmla="*/ 46493 h 676737"/>
                    <a:gd name="connsiteX9" fmla="*/ 46493 w 676737"/>
                    <a:gd name="connsiteY9" fmla="*/ 149812 h 676737"/>
                    <a:gd name="connsiteX10" fmla="*/ 46493 w 676737"/>
                    <a:gd name="connsiteY10" fmla="*/ 160144 h 676737"/>
                    <a:gd name="connsiteX11" fmla="*/ 105902 w 676737"/>
                    <a:gd name="connsiteY11" fmla="*/ 219552 h 676737"/>
                    <a:gd name="connsiteX12" fmla="*/ 105902 w 676737"/>
                    <a:gd name="connsiteY12" fmla="*/ 227301 h 676737"/>
                    <a:gd name="connsiteX13" fmla="*/ 98153 w 676737"/>
                    <a:gd name="connsiteY13" fmla="*/ 240216 h 676737"/>
                    <a:gd name="connsiteX14" fmla="*/ 95570 w 676737"/>
                    <a:gd name="connsiteY14" fmla="*/ 250548 h 676737"/>
                    <a:gd name="connsiteX15" fmla="*/ 90404 w 676737"/>
                    <a:gd name="connsiteY15" fmla="*/ 255714 h 676737"/>
                    <a:gd name="connsiteX16" fmla="*/ 7749 w 676737"/>
                    <a:gd name="connsiteY16" fmla="*/ 255714 h 676737"/>
                    <a:gd name="connsiteX17" fmla="*/ 0 w 676737"/>
                    <a:gd name="connsiteY17" fmla="*/ 260880 h 676737"/>
                    <a:gd name="connsiteX18" fmla="*/ 0 w 676737"/>
                    <a:gd name="connsiteY18" fmla="*/ 413275 h 676737"/>
                    <a:gd name="connsiteX19" fmla="*/ 5166 w 676737"/>
                    <a:gd name="connsiteY19" fmla="*/ 418441 h 676737"/>
                    <a:gd name="connsiteX20" fmla="*/ 90404 w 676737"/>
                    <a:gd name="connsiteY20" fmla="*/ 418441 h 676737"/>
                    <a:gd name="connsiteX21" fmla="*/ 95570 w 676737"/>
                    <a:gd name="connsiteY21" fmla="*/ 423607 h 676737"/>
                    <a:gd name="connsiteX22" fmla="*/ 98153 w 676737"/>
                    <a:gd name="connsiteY22" fmla="*/ 433938 h 676737"/>
                    <a:gd name="connsiteX23" fmla="*/ 105902 w 676737"/>
                    <a:gd name="connsiteY23" fmla="*/ 446853 h 676737"/>
                    <a:gd name="connsiteX24" fmla="*/ 105902 w 676737"/>
                    <a:gd name="connsiteY24" fmla="*/ 454602 h 676737"/>
                    <a:gd name="connsiteX25" fmla="*/ 46493 w 676737"/>
                    <a:gd name="connsiteY25" fmla="*/ 514010 h 676737"/>
                    <a:gd name="connsiteX26" fmla="*/ 46493 w 676737"/>
                    <a:gd name="connsiteY26" fmla="*/ 524342 h 676737"/>
                    <a:gd name="connsiteX27" fmla="*/ 152395 w 676737"/>
                    <a:gd name="connsiteY27" fmla="*/ 630244 h 676737"/>
                    <a:gd name="connsiteX28" fmla="*/ 162727 w 676737"/>
                    <a:gd name="connsiteY28" fmla="*/ 627661 h 676737"/>
                    <a:gd name="connsiteX29" fmla="*/ 222135 w 676737"/>
                    <a:gd name="connsiteY29" fmla="*/ 568253 h 676737"/>
                    <a:gd name="connsiteX30" fmla="*/ 224718 w 676737"/>
                    <a:gd name="connsiteY30" fmla="*/ 568253 h 676737"/>
                    <a:gd name="connsiteX31" fmla="*/ 237633 w 676737"/>
                    <a:gd name="connsiteY31" fmla="*/ 576002 h 676737"/>
                    <a:gd name="connsiteX32" fmla="*/ 250548 w 676737"/>
                    <a:gd name="connsiteY32" fmla="*/ 578585 h 676737"/>
                    <a:gd name="connsiteX33" fmla="*/ 255714 w 676737"/>
                    <a:gd name="connsiteY33" fmla="*/ 583751 h 676737"/>
                    <a:gd name="connsiteX34" fmla="*/ 255714 w 676737"/>
                    <a:gd name="connsiteY34" fmla="*/ 666405 h 676737"/>
                    <a:gd name="connsiteX35" fmla="*/ 260880 w 676737"/>
                    <a:gd name="connsiteY35" fmla="*/ 674154 h 676737"/>
                    <a:gd name="connsiteX36" fmla="*/ 266046 w 676737"/>
                    <a:gd name="connsiteY36" fmla="*/ 676737 h 676737"/>
                    <a:gd name="connsiteX37" fmla="*/ 410692 w 676737"/>
                    <a:gd name="connsiteY37" fmla="*/ 676737 h 676737"/>
                    <a:gd name="connsiteX38" fmla="*/ 415858 w 676737"/>
                    <a:gd name="connsiteY38" fmla="*/ 674154 h 676737"/>
                    <a:gd name="connsiteX39" fmla="*/ 418441 w 676737"/>
                    <a:gd name="connsiteY39" fmla="*/ 668988 h 676737"/>
                    <a:gd name="connsiteX40" fmla="*/ 418441 w 676737"/>
                    <a:gd name="connsiteY40" fmla="*/ 586333 h 676737"/>
                    <a:gd name="connsiteX41" fmla="*/ 426190 w 676737"/>
                    <a:gd name="connsiteY41" fmla="*/ 578585 h 676737"/>
                    <a:gd name="connsiteX42" fmla="*/ 431355 w 676737"/>
                    <a:gd name="connsiteY42" fmla="*/ 578585 h 676737"/>
                    <a:gd name="connsiteX43" fmla="*/ 444270 w 676737"/>
                    <a:gd name="connsiteY43" fmla="*/ 570836 h 676737"/>
                    <a:gd name="connsiteX44" fmla="*/ 454602 w 676737"/>
                    <a:gd name="connsiteY44" fmla="*/ 568253 h 676737"/>
                    <a:gd name="connsiteX45" fmla="*/ 516593 w 676737"/>
                    <a:gd name="connsiteY45" fmla="*/ 630244 h 676737"/>
                    <a:gd name="connsiteX46" fmla="*/ 521759 w 676737"/>
                    <a:gd name="connsiteY46" fmla="*/ 630244 h 676737"/>
                    <a:gd name="connsiteX47" fmla="*/ 526925 w 676737"/>
                    <a:gd name="connsiteY47" fmla="*/ 627661 h 676737"/>
                    <a:gd name="connsiteX48" fmla="*/ 627661 w 676737"/>
                    <a:gd name="connsiteY48" fmla="*/ 526925 h 676737"/>
                    <a:gd name="connsiteX49" fmla="*/ 630244 w 676737"/>
                    <a:gd name="connsiteY49" fmla="*/ 516593 h 676737"/>
                    <a:gd name="connsiteX50" fmla="*/ 568253 w 676737"/>
                    <a:gd name="connsiteY50" fmla="*/ 454602 h 676737"/>
                    <a:gd name="connsiteX51" fmla="*/ 568253 w 676737"/>
                    <a:gd name="connsiteY51" fmla="*/ 452019 h 676737"/>
                    <a:gd name="connsiteX52" fmla="*/ 573419 w 676737"/>
                    <a:gd name="connsiteY52" fmla="*/ 444270 h 676737"/>
                    <a:gd name="connsiteX53" fmla="*/ 578585 w 676737"/>
                    <a:gd name="connsiteY53" fmla="*/ 426190 h 676737"/>
                    <a:gd name="connsiteX54" fmla="*/ 586333 w 676737"/>
                    <a:gd name="connsiteY54" fmla="*/ 418441 h 676737"/>
                    <a:gd name="connsiteX55" fmla="*/ 668988 w 676737"/>
                    <a:gd name="connsiteY55" fmla="*/ 418441 h 676737"/>
                    <a:gd name="connsiteX56" fmla="*/ 674154 w 676737"/>
                    <a:gd name="connsiteY56" fmla="*/ 415858 h 676737"/>
                    <a:gd name="connsiteX57" fmla="*/ 676737 w 676737"/>
                    <a:gd name="connsiteY57" fmla="*/ 410692 h 676737"/>
                    <a:gd name="connsiteX58" fmla="*/ 676737 w 676737"/>
                    <a:gd name="connsiteY58" fmla="*/ 263463 h 676737"/>
                    <a:gd name="connsiteX59" fmla="*/ 666405 w 676737"/>
                    <a:gd name="connsiteY59" fmla="*/ 255714 h 676737"/>
                    <a:gd name="connsiteX60" fmla="*/ 586333 w 676737"/>
                    <a:gd name="connsiteY60" fmla="*/ 255714 h 676737"/>
                    <a:gd name="connsiteX61" fmla="*/ 578585 w 676737"/>
                    <a:gd name="connsiteY61" fmla="*/ 247965 h 676737"/>
                    <a:gd name="connsiteX62" fmla="*/ 568253 w 676737"/>
                    <a:gd name="connsiteY62" fmla="*/ 222135 h 676737"/>
                    <a:gd name="connsiteX63" fmla="*/ 627661 w 676737"/>
                    <a:gd name="connsiteY63" fmla="*/ 162727 h 676737"/>
                    <a:gd name="connsiteX64" fmla="*/ 630244 w 676737"/>
                    <a:gd name="connsiteY64" fmla="*/ 152395 h 676737"/>
                    <a:gd name="connsiteX65" fmla="*/ 524342 w 676737"/>
                    <a:gd name="connsiteY65" fmla="*/ 46493 h 676737"/>
                    <a:gd name="connsiteX66" fmla="*/ 514010 w 676737"/>
                    <a:gd name="connsiteY66" fmla="*/ 46493 h 676737"/>
                    <a:gd name="connsiteX67" fmla="*/ 454602 w 676737"/>
                    <a:gd name="connsiteY67" fmla="*/ 105902 h 676737"/>
                    <a:gd name="connsiteX68" fmla="*/ 449436 w 676737"/>
                    <a:gd name="connsiteY68" fmla="*/ 105902 h 676737"/>
                    <a:gd name="connsiteX69" fmla="*/ 441687 w 676737"/>
                    <a:gd name="connsiteY69" fmla="*/ 100736 h 676737"/>
                    <a:gd name="connsiteX70" fmla="*/ 423607 w 676737"/>
                    <a:gd name="connsiteY70" fmla="*/ 95570 h 676737"/>
                    <a:gd name="connsiteX71" fmla="*/ 418441 w 676737"/>
                    <a:gd name="connsiteY71" fmla="*/ 90404 h 676737"/>
                    <a:gd name="connsiteX72" fmla="*/ 418441 w 676737"/>
                    <a:gd name="connsiteY72" fmla="*/ 5166 h 676737"/>
                    <a:gd name="connsiteX73" fmla="*/ 413275 w 676737"/>
                    <a:gd name="connsiteY73" fmla="*/ 0 h 676737"/>
                    <a:gd name="connsiteX74" fmla="*/ 281543 w 676737"/>
                    <a:gd name="connsiteY74" fmla="*/ 20664 h 676737"/>
                    <a:gd name="connsiteX75" fmla="*/ 276377 w 676737"/>
                    <a:gd name="connsiteY75" fmla="*/ 25830 h 676737"/>
                    <a:gd name="connsiteX76" fmla="*/ 276377 w 676737"/>
                    <a:gd name="connsiteY76" fmla="*/ 105902 h 676737"/>
                    <a:gd name="connsiteX77" fmla="*/ 273794 w 676737"/>
                    <a:gd name="connsiteY77" fmla="*/ 108485 h 676737"/>
                    <a:gd name="connsiteX78" fmla="*/ 263463 w 676737"/>
                    <a:gd name="connsiteY78" fmla="*/ 111068 h 676737"/>
                    <a:gd name="connsiteX79" fmla="*/ 255714 w 676737"/>
                    <a:gd name="connsiteY79" fmla="*/ 116234 h 676737"/>
                    <a:gd name="connsiteX80" fmla="*/ 250548 w 676737"/>
                    <a:gd name="connsiteY80" fmla="*/ 116234 h 676737"/>
                    <a:gd name="connsiteX81" fmla="*/ 242799 w 676737"/>
                    <a:gd name="connsiteY81" fmla="*/ 121399 h 676737"/>
                    <a:gd name="connsiteX82" fmla="*/ 237633 w 676737"/>
                    <a:gd name="connsiteY82" fmla="*/ 121399 h 676737"/>
                    <a:gd name="connsiteX83" fmla="*/ 224718 w 676737"/>
                    <a:gd name="connsiteY83" fmla="*/ 129148 h 676737"/>
                    <a:gd name="connsiteX84" fmla="*/ 214386 w 676737"/>
                    <a:gd name="connsiteY84" fmla="*/ 129148 h 676737"/>
                    <a:gd name="connsiteX85" fmla="*/ 157561 w 676737"/>
                    <a:gd name="connsiteY85" fmla="*/ 72323 h 676737"/>
                    <a:gd name="connsiteX86" fmla="*/ 152395 w 676737"/>
                    <a:gd name="connsiteY86" fmla="*/ 72323 h 676737"/>
                    <a:gd name="connsiteX87" fmla="*/ 72323 w 676737"/>
                    <a:gd name="connsiteY87" fmla="*/ 152395 h 676737"/>
                    <a:gd name="connsiteX88" fmla="*/ 72323 w 676737"/>
                    <a:gd name="connsiteY88" fmla="*/ 157561 h 676737"/>
                    <a:gd name="connsiteX89" fmla="*/ 129148 w 676737"/>
                    <a:gd name="connsiteY89" fmla="*/ 214386 h 676737"/>
                    <a:gd name="connsiteX90" fmla="*/ 129148 w 676737"/>
                    <a:gd name="connsiteY90" fmla="*/ 224718 h 676737"/>
                    <a:gd name="connsiteX91" fmla="*/ 116234 w 676737"/>
                    <a:gd name="connsiteY91" fmla="*/ 250548 h 676737"/>
                    <a:gd name="connsiteX92" fmla="*/ 113651 w 676737"/>
                    <a:gd name="connsiteY92" fmla="*/ 263463 h 676737"/>
                    <a:gd name="connsiteX93" fmla="*/ 105902 w 676737"/>
                    <a:gd name="connsiteY93" fmla="*/ 276377 h 676737"/>
                    <a:gd name="connsiteX94" fmla="*/ 25830 w 676737"/>
                    <a:gd name="connsiteY94" fmla="*/ 276377 h 676737"/>
                    <a:gd name="connsiteX95" fmla="*/ 20664 w 676737"/>
                    <a:gd name="connsiteY95" fmla="*/ 281543 h 676737"/>
                    <a:gd name="connsiteX96" fmla="*/ 20664 w 676737"/>
                    <a:gd name="connsiteY96" fmla="*/ 392611 h 676737"/>
                    <a:gd name="connsiteX97" fmla="*/ 25830 w 676737"/>
                    <a:gd name="connsiteY97" fmla="*/ 397777 h 676737"/>
                    <a:gd name="connsiteX98" fmla="*/ 103319 w 676737"/>
                    <a:gd name="connsiteY98" fmla="*/ 397777 h 676737"/>
                    <a:gd name="connsiteX99" fmla="*/ 108485 w 676737"/>
                    <a:gd name="connsiteY99" fmla="*/ 400360 h 676737"/>
                    <a:gd name="connsiteX100" fmla="*/ 113651 w 676737"/>
                    <a:gd name="connsiteY100" fmla="*/ 418441 h 676737"/>
                    <a:gd name="connsiteX101" fmla="*/ 118816 w 676737"/>
                    <a:gd name="connsiteY101" fmla="*/ 426190 h 676737"/>
                    <a:gd name="connsiteX102" fmla="*/ 118816 w 676737"/>
                    <a:gd name="connsiteY102" fmla="*/ 431355 h 676737"/>
                    <a:gd name="connsiteX103" fmla="*/ 129148 w 676737"/>
                    <a:gd name="connsiteY103" fmla="*/ 449436 h 676737"/>
                    <a:gd name="connsiteX104" fmla="*/ 129148 w 676737"/>
                    <a:gd name="connsiteY104" fmla="*/ 459768 h 676737"/>
                    <a:gd name="connsiteX105" fmla="*/ 72323 w 676737"/>
                    <a:gd name="connsiteY105" fmla="*/ 516593 h 676737"/>
                    <a:gd name="connsiteX106" fmla="*/ 72323 w 676737"/>
                    <a:gd name="connsiteY106" fmla="*/ 521759 h 676737"/>
                    <a:gd name="connsiteX107" fmla="*/ 154978 w 676737"/>
                    <a:gd name="connsiteY107" fmla="*/ 604414 h 676737"/>
                    <a:gd name="connsiteX108" fmla="*/ 211803 w 676737"/>
                    <a:gd name="connsiteY108" fmla="*/ 547589 h 676737"/>
                    <a:gd name="connsiteX109" fmla="*/ 216969 w 676737"/>
                    <a:gd name="connsiteY109" fmla="*/ 545006 h 676737"/>
                    <a:gd name="connsiteX110" fmla="*/ 224718 w 676737"/>
                    <a:gd name="connsiteY110" fmla="*/ 545006 h 676737"/>
                    <a:gd name="connsiteX111" fmla="*/ 247965 w 676737"/>
                    <a:gd name="connsiteY111" fmla="*/ 557921 h 676737"/>
                    <a:gd name="connsiteX112" fmla="*/ 253131 w 676737"/>
                    <a:gd name="connsiteY112" fmla="*/ 557921 h 676737"/>
                    <a:gd name="connsiteX113" fmla="*/ 260880 w 676737"/>
                    <a:gd name="connsiteY113" fmla="*/ 563087 h 676737"/>
                    <a:gd name="connsiteX114" fmla="*/ 266046 w 676737"/>
                    <a:gd name="connsiteY114" fmla="*/ 563087 h 676737"/>
                    <a:gd name="connsiteX115" fmla="*/ 276377 w 676737"/>
                    <a:gd name="connsiteY115" fmla="*/ 568253 h 676737"/>
                    <a:gd name="connsiteX116" fmla="*/ 276377 w 676737"/>
                    <a:gd name="connsiteY116" fmla="*/ 650908 h 676737"/>
                    <a:gd name="connsiteX117" fmla="*/ 281543 w 676737"/>
                    <a:gd name="connsiteY117" fmla="*/ 656074 h 676737"/>
                    <a:gd name="connsiteX118" fmla="*/ 392611 w 676737"/>
                    <a:gd name="connsiteY118" fmla="*/ 656074 h 676737"/>
                    <a:gd name="connsiteX119" fmla="*/ 397777 w 676737"/>
                    <a:gd name="connsiteY119" fmla="*/ 650908 h 676737"/>
                    <a:gd name="connsiteX120" fmla="*/ 397777 w 676737"/>
                    <a:gd name="connsiteY120" fmla="*/ 573419 h 676737"/>
                    <a:gd name="connsiteX121" fmla="*/ 402943 w 676737"/>
                    <a:gd name="connsiteY121" fmla="*/ 565670 h 676737"/>
                    <a:gd name="connsiteX122" fmla="*/ 421024 w 676737"/>
                    <a:gd name="connsiteY122" fmla="*/ 560504 h 676737"/>
                    <a:gd name="connsiteX123" fmla="*/ 428773 w 676737"/>
                    <a:gd name="connsiteY123" fmla="*/ 555338 h 676737"/>
                    <a:gd name="connsiteX124" fmla="*/ 433938 w 676737"/>
                    <a:gd name="connsiteY124" fmla="*/ 555338 h 676737"/>
                    <a:gd name="connsiteX125" fmla="*/ 452019 w 676737"/>
                    <a:gd name="connsiteY125" fmla="*/ 545006 h 676737"/>
                    <a:gd name="connsiteX126" fmla="*/ 459768 w 676737"/>
                    <a:gd name="connsiteY126" fmla="*/ 545006 h 676737"/>
                    <a:gd name="connsiteX127" fmla="*/ 519176 w 676737"/>
                    <a:gd name="connsiteY127" fmla="*/ 604414 h 676737"/>
                    <a:gd name="connsiteX128" fmla="*/ 604414 w 676737"/>
                    <a:gd name="connsiteY128" fmla="*/ 519176 h 676737"/>
                    <a:gd name="connsiteX129" fmla="*/ 545006 w 676737"/>
                    <a:gd name="connsiteY129" fmla="*/ 459768 h 676737"/>
                    <a:gd name="connsiteX130" fmla="*/ 545006 w 676737"/>
                    <a:gd name="connsiteY130" fmla="*/ 452019 h 676737"/>
                    <a:gd name="connsiteX131" fmla="*/ 557921 w 676737"/>
                    <a:gd name="connsiteY131" fmla="*/ 428773 h 676737"/>
                    <a:gd name="connsiteX132" fmla="*/ 563087 w 676737"/>
                    <a:gd name="connsiteY132" fmla="*/ 408109 h 676737"/>
                    <a:gd name="connsiteX133" fmla="*/ 570836 w 676737"/>
                    <a:gd name="connsiteY133" fmla="*/ 397777 h 676737"/>
                    <a:gd name="connsiteX134" fmla="*/ 650908 w 676737"/>
                    <a:gd name="connsiteY134" fmla="*/ 397777 h 676737"/>
                    <a:gd name="connsiteX135" fmla="*/ 656074 w 676737"/>
                    <a:gd name="connsiteY135" fmla="*/ 392611 h 676737"/>
                    <a:gd name="connsiteX136" fmla="*/ 656074 w 676737"/>
                    <a:gd name="connsiteY136" fmla="*/ 281543 h 676737"/>
                    <a:gd name="connsiteX137" fmla="*/ 650908 w 676737"/>
                    <a:gd name="connsiteY137" fmla="*/ 276377 h 676737"/>
                    <a:gd name="connsiteX138" fmla="*/ 570836 w 676737"/>
                    <a:gd name="connsiteY138" fmla="*/ 276377 h 676737"/>
                    <a:gd name="connsiteX139" fmla="*/ 565670 w 676737"/>
                    <a:gd name="connsiteY139" fmla="*/ 271212 h 676737"/>
                    <a:gd name="connsiteX140" fmla="*/ 560504 w 676737"/>
                    <a:gd name="connsiteY140" fmla="*/ 253131 h 676737"/>
                    <a:gd name="connsiteX141" fmla="*/ 545006 w 676737"/>
                    <a:gd name="connsiteY141" fmla="*/ 222135 h 676737"/>
                    <a:gd name="connsiteX142" fmla="*/ 545006 w 676737"/>
                    <a:gd name="connsiteY142" fmla="*/ 216969 h 676737"/>
                    <a:gd name="connsiteX143" fmla="*/ 547589 w 676737"/>
                    <a:gd name="connsiteY143" fmla="*/ 211803 h 676737"/>
                    <a:gd name="connsiteX144" fmla="*/ 604414 w 676737"/>
                    <a:gd name="connsiteY144" fmla="*/ 154978 h 676737"/>
                    <a:gd name="connsiteX145" fmla="*/ 521759 w 676737"/>
                    <a:gd name="connsiteY145" fmla="*/ 72323 h 676737"/>
                    <a:gd name="connsiteX146" fmla="*/ 516593 w 676737"/>
                    <a:gd name="connsiteY146" fmla="*/ 72323 h 676737"/>
                    <a:gd name="connsiteX147" fmla="*/ 459768 w 676737"/>
                    <a:gd name="connsiteY147" fmla="*/ 129148 h 676737"/>
                    <a:gd name="connsiteX148" fmla="*/ 449436 w 676737"/>
                    <a:gd name="connsiteY148" fmla="*/ 129148 h 676737"/>
                    <a:gd name="connsiteX149" fmla="*/ 426190 w 676737"/>
                    <a:gd name="connsiteY149" fmla="*/ 116234 h 676737"/>
                    <a:gd name="connsiteX150" fmla="*/ 405526 w 676737"/>
                    <a:gd name="connsiteY150" fmla="*/ 111068 h 676737"/>
                    <a:gd name="connsiteX151" fmla="*/ 397777 w 676737"/>
                    <a:gd name="connsiteY151" fmla="*/ 103319 h 676737"/>
                    <a:gd name="connsiteX152" fmla="*/ 397777 w 676737"/>
                    <a:gd name="connsiteY152" fmla="*/ 25830 h 676737"/>
                    <a:gd name="connsiteX153" fmla="*/ 392611 w 676737"/>
                    <a:gd name="connsiteY153" fmla="*/ 20664 h 676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</a:cxnLst>
                  <a:rect l="l" t="t" r="r" b="b"/>
                  <a:pathLst>
                    <a:path w="676737" h="676737">
                      <a:moveTo>
                        <a:pt x="260880" y="0"/>
                      </a:moveTo>
                      <a:lnTo>
                        <a:pt x="255714" y="7749"/>
                      </a:lnTo>
                      <a:lnTo>
                        <a:pt x="255714" y="90404"/>
                      </a:lnTo>
                      <a:lnTo>
                        <a:pt x="250548" y="95570"/>
                      </a:lnTo>
                      <a:lnTo>
                        <a:pt x="240216" y="98153"/>
                      </a:lnTo>
                      <a:lnTo>
                        <a:pt x="227301" y="105902"/>
                      </a:lnTo>
                      <a:lnTo>
                        <a:pt x="219552" y="105902"/>
                      </a:lnTo>
                      <a:lnTo>
                        <a:pt x="160144" y="46493"/>
                      </a:lnTo>
                      <a:lnTo>
                        <a:pt x="149812" y="46493"/>
                      </a:lnTo>
                      <a:lnTo>
                        <a:pt x="46493" y="149812"/>
                      </a:lnTo>
                      <a:lnTo>
                        <a:pt x="46493" y="160144"/>
                      </a:lnTo>
                      <a:lnTo>
                        <a:pt x="105902" y="219552"/>
                      </a:lnTo>
                      <a:lnTo>
                        <a:pt x="105902" y="227301"/>
                      </a:lnTo>
                      <a:lnTo>
                        <a:pt x="98153" y="240216"/>
                      </a:lnTo>
                      <a:lnTo>
                        <a:pt x="95570" y="250548"/>
                      </a:lnTo>
                      <a:lnTo>
                        <a:pt x="90404" y="255714"/>
                      </a:lnTo>
                      <a:lnTo>
                        <a:pt x="7749" y="255714"/>
                      </a:lnTo>
                      <a:lnTo>
                        <a:pt x="0" y="260880"/>
                      </a:lnTo>
                      <a:lnTo>
                        <a:pt x="0" y="413275"/>
                      </a:lnTo>
                      <a:lnTo>
                        <a:pt x="5166" y="418441"/>
                      </a:lnTo>
                      <a:lnTo>
                        <a:pt x="90404" y="418441"/>
                      </a:lnTo>
                      <a:lnTo>
                        <a:pt x="95570" y="423607"/>
                      </a:lnTo>
                      <a:lnTo>
                        <a:pt x="98153" y="433938"/>
                      </a:lnTo>
                      <a:lnTo>
                        <a:pt x="105902" y="446853"/>
                      </a:lnTo>
                      <a:lnTo>
                        <a:pt x="105902" y="454602"/>
                      </a:lnTo>
                      <a:lnTo>
                        <a:pt x="46493" y="514010"/>
                      </a:lnTo>
                      <a:lnTo>
                        <a:pt x="46493" y="524342"/>
                      </a:lnTo>
                      <a:lnTo>
                        <a:pt x="152395" y="630244"/>
                      </a:lnTo>
                      <a:lnTo>
                        <a:pt x="162727" y="627661"/>
                      </a:lnTo>
                      <a:lnTo>
                        <a:pt x="222135" y="568253"/>
                      </a:lnTo>
                      <a:lnTo>
                        <a:pt x="224718" y="568253"/>
                      </a:lnTo>
                      <a:lnTo>
                        <a:pt x="237633" y="576002"/>
                      </a:lnTo>
                      <a:lnTo>
                        <a:pt x="250548" y="578585"/>
                      </a:lnTo>
                      <a:lnTo>
                        <a:pt x="255714" y="583751"/>
                      </a:lnTo>
                      <a:lnTo>
                        <a:pt x="255714" y="666405"/>
                      </a:lnTo>
                      <a:lnTo>
                        <a:pt x="260880" y="674154"/>
                      </a:lnTo>
                      <a:lnTo>
                        <a:pt x="266046" y="676737"/>
                      </a:lnTo>
                      <a:lnTo>
                        <a:pt x="410692" y="676737"/>
                      </a:lnTo>
                      <a:lnTo>
                        <a:pt x="415858" y="674154"/>
                      </a:lnTo>
                      <a:lnTo>
                        <a:pt x="418441" y="668988"/>
                      </a:lnTo>
                      <a:lnTo>
                        <a:pt x="418441" y="586333"/>
                      </a:lnTo>
                      <a:lnTo>
                        <a:pt x="426190" y="578585"/>
                      </a:lnTo>
                      <a:lnTo>
                        <a:pt x="431355" y="578585"/>
                      </a:lnTo>
                      <a:lnTo>
                        <a:pt x="444270" y="570836"/>
                      </a:lnTo>
                      <a:lnTo>
                        <a:pt x="454602" y="568253"/>
                      </a:lnTo>
                      <a:lnTo>
                        <a:pt x="516593" y="630244"/>
                      </a:lnTo>
                      <a:lnTo>
                        <a:pt x="521759" y="630244"/>
                      </a:lnTo>
                      <a:lnTo>
                        <a:pt x="526925" y="627661"/>
                      </a:lnTo>
                      <a:lnTo>
                        <a:pt x="627661" y="526925"/>
                      </a:lnTo>
                      <a:lnTo>
                        <a:pt x="630244" y="516593"/>
                      </a:lnTo>
                      <a:lnTo>
                        <a:pt x="568253" y="454602"/>
                      </a:lnTo>
                      <a:lnTo>
                        <a:pt x="568253" y="452019"/>
                      </a:lnTo>
                      <a:lnTo>
                        <a:pt x="573419" y="444270"/>
                      </a:lnTo>
                      <a:lnTo>
                        <a:pt x="578585" y="426190"/>
                      </a:lnTo>
                      <a:lnTo>
                        <a:pt x="586333" y="418441"/>
                      </a:lnTo>
                      <a:lnTo>
                        <a:pt x="668988" y="418441"/>
                      </a:lnTo>
                      <a:lnTo>
                        <a:pt x="674154" y="415858"/>
                      </a:lnTo>
                      <a:lnTo>
                        <a:pt x="676737" y="410692"/>
                      </a:lnTo>
                      <a:lnTo>
                        <a:pt x="676737" y="263463"/>
                      </a:lnTo>
                      <a:lnTo>
                        <a:pt x="666405" y="255714"/>
                      </a:lnTo>
                      <a:lnTo>
                        <a:pt x="586333" y="255714"/>
                      </a:lnTo>
                      <a:lnTo>
                        <a:pt x="578585" y="247965"/>
                      </a:lnTo>
                      <a:lnTo>
                        <a:pt x="568253" y="222135"/>
                      </a:lnTo>
                      <a:lnTo>
                        <a:pt x="627661" y="162727"/>
                      </a:lnTo>
                      <a:lnTo>
                        <a:pt x="630244" y="152395"/>
                      </a:lnTo>
                      <a:lnTo>
                        <a:pt x="524342" y="46493"/>
                      </a:lnTo>
                      <a:lnTo>
                        <a:pt x="514010" y="46493"/>
                      </a:lnTo>
                      <a:lnTo>
                        <a:pt x="454602" y="105902"/>
                      </a:lnTo>
                      <a:lnTo>
                        <a:pt x="449436" y="105902"/>
                      </a:lnTo>
                      <a:lnTo>
                        <a:pt x="441687" y="100736"/>
                      </a:lnTo>
                      <a:lnTo>
                        <a:pt x="423607" y="95570"/>
                      </a:lnTo>
                      <a:lnTo>
                        <a:pt x="418441" y="90404"/>
                      </a:lnTo>
                      <a:lnTo>
                        <a:pt x="418441" y="5166"/>
                      </a:lnTo>
                      <a:lnTo>
                        <a:pt x="413275" y="0"/>
                      </a:lnTo>
                      <a:close/>
                      <a:moveTo>
                        <a:pt x="281543" y="20664"/>
                      </a:moveTo>
                      <a:lnTo>
                        <a:pt x="276377" y="25830"/>
                      </a:lnTo>
                      <a:lnTo>
                        <a:pt x="276377" y="105902"/>
                      </a:lnTo>
                      <a:lnTo>
                        <a:pt x="273794" y="108485"/>
                      </a:lnTo>
                      <a:lnTo>
                        <a:pt x="263463" y="111068"/>
                      </a:lnTo>
                      <a:lnTo>
                        <a:pt x="255714" y="116234"/>
                      </a:lnTo>
                      <a:lnTo>
                        <a:pt x="250548" y="116234"/>
                      </a:lnTo>
                      <a:lnTo>
                        <a:pt x="242799" y="121399"/>
                      </a:lnTo>
                      <a:lnTo>
                        <a:pt x="237633" y="121399"/>
                      </a:lnTo>
                      <a:lnTo>
                        <a:pt x="224718" y="129148"/>
                      </a:lnTo>
                      <a:lnTo>
                        <a:pt x="214386" y="129148"/>
                      </a:lnTo>
                      <a:lnTo>
                        <a:pt x="157561" y="72323"/>
                      </a:lnTo>
                      <a:lnTo>
                        <a:pt x="152395" y="72323"/>
                      </a:lnTo>
                      <a:lnTo>
                        <a:pt x="72323" y="152395"/>
                      </a:lnTo>
                      <a:lnTo>
                        <a:pt x="72323" y="157561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16234" y="250548"/>
                      </a:lnTo>
                      <a:lnTo>
                        <a:pt x="113651" y="263463"/>
                      </a:lnTo>
                      <a:lnTo>
                        <a:pt x="105902" y="276377"/>
                      </a:lnTo>
                      <a:lnTo>
                        <a:pt x="25830" y="276377"/>
                      </a:lnTo>
                      <a:lnTo>
                        <a:pt x="20664" y="281543"/>
                      </a:lnTo>
                      <a:lnTo>
                        <a:pt x="20664" y="392611"/>
                      </a:lnTo>
                      <a:lnTo>
                        <a:pt x="25830" y="397777"/>
                      </a:lnTo>
                      <a:lnTo>
                        <a:pt x="103319" y="397777"/>
                      </a:lnTo>
                      <a:lnTo>
                        <a:pt x="108485" y="400360"/>
                      </a:lnTo>
                      <a:lnTo>
                        <a:pt x="113651" y="418441"/>
                      </a:lnTo>
                      <a:lnTo>
                        <a:pt x="118816" y="426190"/>
                      </a:lnTo>
                      <a:lnTo>
                        <a:pt x="118816" y="431355"/>
                      </a:lnTo>
                      <a:lnTo>
                        <a:pt x="129148" y="449436"/>
                      </a:lnTo>
                      <a:lnTo>
                        <a:pt x="129148" y="459768"/>
                      </a:lnTo>
                      <a:lnTo>
                        <a:pt x="72323" y="516593"/>
                      </a:lnTo>
                      <a:lnTo>
                        <a:pt x="72323" y="521759"/>
                      </a:lnTo>
                      <a:lnTo>
                        <a:pt x="154978" y="604414"/>
                      </a:lnTo>
                      <a:lnTo>
                        <a:pt x="211803" y="547589"/>
                      </a:lnTo>
                      <a:lnTo>
                        <a:pt x="216969" y="545006"/>
                      </a:lnTo>
                      <a:lnTo>
                        <a:pt x="224718" y="545006"/>
                      </a:lnTo>
                      <a:lnTo>
                        <a:pt x="247965" y="557921"/>
                      </a:lnTo>
                      <a:lnTo>
                        <a:pt x="253131" y="557921"/>
                      </a:lnTo>
                      <a:lnTo>
                        <a:pt x="260880" y="563087"/>
                      </a:lnTo>
                      <a:lnTo>
                        <a:pt x="266046" y="563087"/>
                      </a:lnTo>
                      <a:lnTo>
                        <a:pt x="276377" y="568253"/>
                      </a:lnTo>
                      <a:lnTo>
                        <a:pt x="276377" y="650908"/>
                      </a:lnTo>
                      <a:lnTo>
                        <a:pt x="281543" y="656074"/>
                      </a:lnTo>
                      <a:lnTo>
                        <a:pt x="392611" y="656074"/>
                      </a:lnTo>
                      <a:lnTo>
                        <a:pt x="397777" y="650908"/>
                      </a:lnTo>
                      <a:lnTo>
                        <a:pt x="397777" y="573419"/>
                      </a:lnTo>
                      <a:lnTo>
                        <a:pt x="402943" y="565670"/>
                      </a:lnTo>
                      <a:lnTo>
                        <a:pt x="421024" y="560504"/>
                      </a:lnTo>
                      <a:lnTo>
                        <a:pt x="428773" y="555338"/>
                      </a:lnTo>
                      <a:lnTo>
                        <a:pt x="433938" y="555338"/>
                      </a:lnTo>
                      <a:lnTo>
                        <a:pt x="452019" y="545006"/>
                      </a:lnTo>
                      <a:lnTo>
                        <a:pt x="459768" y="545006"/>
                      </a:lnTo>
                      <a:lnTo>
                        <a:pt x="519176" y="604414"/>
                      </a:lnTo>
                      <a:lnTo>
                        <a:pt x="604414" y="519176"/>
                      </a:lnTo>
                      <a:lnTo>
                        <a:pt x="545006" y="459768"/>
                      </a:lnTo>
                      <a:lnTo>
                        <a:pt x="545006" y="452019"/>
                      </a:lnTo>
                      <a:lnTo>
                        <a:pt x="557921" y="428773"/>
                      </a:lnTo>
                      <a:lnTo>
                        <a:pt x="563087" y="408109"/>
                      </a:lnTo>
                      <a:lnTo>
                        <a:pt x="570836" y="397777"/>
                      </a:lnTo>
                      <a:lnTo>
                        <a:pt x="650908" y="397777"/>
                      </a:lnTo>
                      <a:lnTo>
                        <a:pt x="656074" y="392611"/>
                      </a:lnTo>
                      <a:lnTo>
                        <a:pt x="656074" y="281543"/>
                      </a:lnTo>
                      <a:lnTo>
                        <a:pt x="650908" y="276377"/>
                      </a:lnTo>
                      <a:lnTo>
                        <a:pt x="570836" y="276377"/>
                      </a:lnTo>
                      <a:lnTo>
                        <a:pt x="565670" y="271212"/>
                      </a:lnTo>
                      <a:lnTo>
                        <a:pt x="560504" y="253131"/>
                      </a:lnTo>
                      <a:lnTo>
                        <a:pt x="545006" y="222135"/>
                      </a:lnTo>
                      <a:lnTo>
                        <a:pt x="545006" y="216969"/>
                      </a:lnTo>
                      <a:lnTo>
                        <a:pt x="547589" y="211803"/>
                      </a:lnTo>
                      <a:lnTo>
                        <a:pt x="604414" y="154978"/>
                      </a:lnTo>
                      <a:lnTo>
                        <a:pt x="521759" y="72323"/>
                      </a:lnTo>
                      <a:lnTo>
                        <a:pt x="516593" y="72323"/>
                      </a:lnTo>
                      <a:lnTo>
                        <a:pt x="459768" y="129148"/>
                      </a:lnTo>
                      <a:lnTo>
                        <a:pt x="449436" y="129148"/>
                      </a:lnTo>
                      <a:lnTo>
                        <a:pt x="426190" y="116234"/>
                      </a:lnTo>
                      <a:lnTo>
                        <a:pt x="405526" y="111068"/>
                      </a:lnTo>
                      <a:lnTo>
                        <a:pt x="397777" y="103319"/>
                      </a:lnTo>
                      <a:lnTo>
                        <a:pt x="397777" y="25830"/>
                      </a:lnTo>
                      <a:lnTo>
                        <a:pt x="392611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6" name="任意形状 7005">
                  <a:extLst>
                    <a:ext uri="{FF2B5EF4-FFF2-40B4-BE49-F238E27FC236}">
                      <a16:creationId xmlns:a16="http://schemas.microsoft.com/office/drawing/2014/main" id="{DB8A2CC4-589E-CEA9-02B7-F372A7E4A300}"/>
                    </a:ext>
                  </a:extLst>
                </p:cNvPr>
                <p:cNvSpPr/>
                <p:nvPr/>
              </p:nvSpPr>
              <p:spPr>
                <a:xfrm>
                  <a:off x="5024081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3910 h 103318"/>
                    <a:gd name="connsiteX17" fmla="*/ 0 w 103318"/>
                    <a:gd name="connsiteY17" fmla="*/ 46493 h 103318"/>
                    <a:gd name="connsiteX18" fmla="*/ 0 w 103318"/>
                    <a:gd name="connsiteY18" fmla="*/ 56825 h 103318"/>
                    <a:gd name="connsiteX19" fmla="*/ 2583 w 103318"/>
                    <a:gd name="connsiteY19" fmla="*/ 59408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7749 w 103318"/>
                    <a:gd name="connsiteY23" fmla="*/ 77489 h 103318"/>
                    <a:gd name="connsiteX24" fmla="*/ 7749 w 103318"/>
                    <a:gd name="connsiteY24" fmla="*/ 80072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41327 h 103318"/>
                    <a:gd name="connsiteX47" fmla="*/ 100736 w 103318"/>
                    <a:gd name="connsiteY47" fmla="*/ 38745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6493 h 103318"/>
                    <a:gd name="connsiteX69" fmla="*/ 20664 w 103318"/>
                    <a:gd name="connsiteY69" fmla="*/ 49076 h 103318"/>
                    <a:gd name="connsiteX70" fmla="*/ 20664 w 103318"/>
                    <a:gd name="connsiteY70" fmla="*/ 56825 h 103318"/>
                    <a:gd name="connsiteX71" fmla="*/ 23247 w 103318"/>
                    <a:gd name="connsiteY71" fmla="*/ 59408 h 103318"/>
                    <a:gd name="connsiteX72" fmla="*/ 23247 w 103318"/>
                    <a:gd name="connsiteY72" fmla="*/ 64574 h 103318"/>
                    <a:gd name="connsiteX73" fmla="*/ 25830 w 103318"/>
                    <a:gd name="connsiteY73" fmla="*/ 67157 h 103318"/>
                    <a:gd name="connsiteX74" fmla="*/ 25830 w 103318"/>
                    <a:gd name="connsiteY74" fmla="*/ 69740 h 103318"/>
                    <a:gd name="connsiteX75" fmla="*/ 33579 w 103318"/>
                    <a:gd name="connsiteY75" fmla="*/ 77489 h 103318"/>
                    <a:gd name="connsiteX76" fmla="*/ 36162 w 103318"/>
                    <a:gd name="connsiteY76" fmla="*/ 77489 h 103318"/>
                    <a:gd name="connsiteX77" fmla="*/ 38745 w 103318"/>
                    <a:gd name="connsiteY77" fmla="*/ 80072 h 103318"/>
                    <a:gd name="connsiteX78" fmla="*/ 41327 w 103318"/>
                    <a:gd name="connsiteY78" fmla="*/ 80072 h 103318"/>
                    <a:gd name="connsiteX79" fmla="*/ 43910 w 103318"/>
                    <a:gd name="connsiteY79" fmla="*/ 82655 h 103318"/>
                    <a:gd name="connsiteX80" fmla="*/ 61991 w 103318"/>
                    <a:gd name="connsiteY80" fmla="*/ 82655 h 103318"/>
                    <a:gd name="connsiteX81" fmla="*/ 64574 w 103318"/>
                    <a:gd name="connsiteY81" fmla="*/ 80072 h 103318"/>
                    <a:gd name="connsiteX82" fmla="*/ 67157 w 103318"/>
                    <a:gd name="connsiteY82" fmla="*/ 80072 h 103318"/>
                    <a:gd name="connsiteX83" fmla="*/ 80072 w 103318"/>
                    <a:gd name="connsiteY83" fmla="*/ 67157 h 103318"/>
                    <a:gd name="connsiteX84" fmla="*/ 80072 w 103318"/>
                    <a:gd name="connsiteY84" fmla="*/ 64574 h 103318"/>
                    <a:gd name="connsiteX85" fmla="*/ 82655 w 103318"/>
                    <a:gd name="connsiteY85" fmla="*/ 61991 h 103318"/>
                    <a:gd name="connsiteX86" fmla="*/ 82655 w 103318"/>
                    <a:gd name="connsiteY86" fmla="*/ 43910 h 103318"/>
                    <a:gd name="connsiteX87" fmla="*/ 80072 w 103318"/>
                    <a:gd name="connsiteY87" fmla="*/ 41327 h 103318"/>
                    <a:gd name="connsiteX88" fmla="*/ 80072 w 103318"/>
                    <a:gd name="connsiteY88" fmla="*/ 38745 h 103318"/>
                    <a:gd name="connsiteX89" fmla="*/ 77489 w 103318"/>
                    <a:gd name="connsiteY89" fmla="*/ 36162 h 103318"/>
                    <a:gd name="connsiteX90" fmla="*/ 77489 w 103318"/>
                    <a:gd name="connsiteY90" fmla="*/ 33579 h 103318"/>
                    <a:gd name="connsiteX91" fmla="*/ 69740 w 103318"/>
                    <a:gd name="connsiteY91" fmla="*/ 25830 h 103318"/>
                    <a:gd name="connsiteX92" fmla="*/ 67157 w 103318"/>
                    <a:gd name="connsiteY92" fmla="*/ 25830 h 103318"/>
                    <a:gd name="connsiteX93" fmla="*/ 64574 w 103318"/>
                    <a:gd name="connsiteY93" fmla="*/ 23247 h 103318"/>
                    <a:gd name="connsiteX94" fmla="*/ 56825 w 103318"/>
                    <a:gd name="connsiteY94" fmla="*/ 23247 h 103318"/>
                    <a:gd name="connsiteX95" fmla="*/ 54242 w 103318"/>
                    <a:gd name="connsiteY95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3910"/>
                      </a:lnTo>
                      <a:lnTo>
                        <a:pt x="0" y="46493"/>
                      </a:lnTo>
                      <a:lnTo>
                        <a:pt x="0" y="56825"/>
                      </a:lnTo>
                      <a:lnTo>
                        <a:pt x="2583" y="59408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7749" y="77489"/>
                      </a:lnTo>
                      <a:lnTo>
                        <a:pt x="7749" y="80072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41327"/>
                      </a:lnTo>
                      <a:lnTo>
                        <a:pt x="100736" y="38745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6493"/>
                      </a:lnTo>
                      <a:lnTo>
                        <a:pt x="20664" y="49076"/>
                      </a:lnTo>
                      <a:lnTo>
                        <a:pt x="20664" y="56825"/>
                      </a:lnTo>
                      <a:lnTo>
                        <a:pt x="23247" y="59408"/>
                      </a:lnTo>
                      <a:lnTo>
                        <a:pt x="23247" y="64574"/>
                      </a:lnTo>
                      <a:lnTo>
                        <a:pt x="25830" y="67157"/>
                      </a:lnTo>
                      <a:lnTo>
                        <a:pt x="25830" y="69740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7" name="任意形状 7006">
                  <a:extLst>
                    <a:ext uri="{FF2B5EF4-FFF2-40B4-BE49-F238E27FC236}">
                      <a16:creationId xmlns:a16="http://schemas.microsoft.com/office/drawing/2014/main" id="{95D32DB0-B214-7CA9-868F-C1223E5C2368}"/>
                    </a:ext>
                  </a:extLst>
                </p:cNvPr>
                <p:cNvSpPr/>
                <p:nvPr/>
              </p:nvSpPr>
              <p:spPr>
                <a:xfrm>
                  <a:off x="4889767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28413 w 103318"/>
                    <a:gd name="connsiteY4" fmla="*/ 5166 h 103318"/>
                    <a:gd name="connsiteX5" fmla="*/ 23247 w 103318"/>
                    <a:gd name="connsiteY5" fmla="*/ 10332 h 103318"/>
                    <a:gd name="connsiteX6" fmla="*/ 20664 w 103318"/>
                    <a:gd name="connsiteY6" fmla="*/ 10332 h 103318"/>
                    <a:gd name="connsiteX7" fmla="*/ 7749 w 103318"/>
                    <a:gd name="connsiteY7" fmla="*/ 23247 h 103318"/>
                    <a:gd name="connsiteX8" fmla="*/ 7749 w 103318"/>
                    <a:gd name="connsiteY8" fmla="*/ 25830 h 103318"/>
                    <a:gd name="connsiteX9" fmla="*/ 5166 w 103318"/>
                    <a:gd name="connsiteY9" fmla="*/ 28413 h 103318"/>
                    <a:gd name="connsiteX10" fmla="*/ 5166 w 103318"/>
                    <a:gd name="connsiteY10" fmla="*/ 30996 h 103318"/>
                    <a:gd name="connsiteX11" fmla="*/ 2583 w 103318"/>
                    <a:gd name="connsiteY11" fmla="*/ 33579 h 103318"/>
                    <a:gd name="connsiteX12" fmla="*/ 2583 w 103318"/>
                    <a:gd name="connsiteY12" fmla="*/ 38745 h 103318"/>
                    <a:gd name="connsiteX13" fmla="*/ 0 w 103318"/>
                    <a:gd name="connsiteY13" fmla="*/ 41327 h 103318"/>
                    <a:gd name="connsiteX14" fmla="*/ 0 w 103318"/>
                    <a:gd name="connsiteY14" fmla="*/ 64574 h 103318"/>
                    <a:gd name="connsiteX15" fmla="*/ 2583 w 103318"/>
                    <a:gd name="connsiteY15" fmla="*/ 67157 h 103318"/>
                    <a:gd name="connsiteX16" fmla="*/ 2583 w 103318"/>
                    <a:gd name="connsiteY16" fmla="*/ 72323 h 103318"/>
                    <a:gd name="connsiteX17" fmla="*/ 5166 w 103318"/>
                    <a:gd name="connsiteY17" fmla="*/ 74906 h 103318"/>
                    <a:gd name="connsiteX18" fmla="*/ 5166 w 103318"/>
                    <a:gd name="connsiteY18" fmla="*/ 77489 h 103318"/>
                    <a:gd name="connsiteX19" fmla="*/ 10332 w 103318"/>
                    <a:gd name="connsiteY19" fmla="*/ 82655 h 103318"/>
                    <a:gd name="connsiteX20" fmla="*/ 10332 w 103318"/>
                    <a:gd name="connsiteY20" fmla="*/ 85238 h 103318"/>
                    <a:gd name="connsiteX21" fmla="*/ 18081 w 103318"/>
                    <a:gd name="connsiteY21" fmla="*/ 92987 h 103318"/>
                    <a:gd name="connsiteX22" fmla="*/ 20664 w 103318"/>
                    <a:gd name="connsiteY22" fmla="*/ 92987 h 103318"/>
                    <a:gd name="connsiteX23" fmla="*/ 25830 w 103318"/>
                    <a:gd name="connsiteY23" fmla="*/ 98153 h 103318"/>
                    <a:gd name="connsiteX24" fmla="*/ 28413 w 103318"/>
                    <a:gd name="connsiteY24" fmla="*/ 98153 h 103318"/>
                    <a:gd name="connsiteX25" fmla="*/ 30996 w 103318"/>
                    <a:gd name="connsiteY25" fmla="*/ 100736 h 103318"/>
                    <a:gd name="connsiteX26" fmla="*/ 36162 w 103318"/>
                    <a:gd name="connsiteY26" fmla="*/ 100736 h 103318"/>
                    <a:gd name="connsiteX27" fmla="*/ 38745 w 103318"/>
                    <a:gd name="connsiteY27" fmla="*/ 103319 h 103318"/>
                    <a:gd name="connsiteX28" fmla="*/ 64574 w 103318"/>
                    <a:gd name="connsiteY28" fmla="*/ 103319 h 103318"/>
                    <a:gd name="connsiteX29" fmla="*/ 67157 w 103318"/>
                    <a:gd name="connsiteY29" fmla="*/ 100736 h 103318"/>
                    <a:gd name="connsiteX30" fmla="*/ 69740 w 103318"/>
                    <a:gd name="connsiteY30" fmla="*/ 100736 h 103318"/>
                    <a:gd name="connsiteX31" fmla="*/ 72323 w 103318"/>
                    <a:gd name="connsiteY31" fmla="*/ 98153 h 103318"/>
                    <a:gd name="connsiteX32" fmla="*/ 74906 w 103318"/>
                    <a:gd name="connsiteY32" fmla="*/ 98153 h 103318"/>
                    <a:gd name="connsiteX33" fmla="*/ 77489 w 103318"/>
                    <a:gd name="connsiteY33" fmla="*/ 95570 h 103318"/>
                    <a:gd name="connsiteX34" fmla="*/ 80072 w 103318"/>
                    <a:gd name="connsiteY34" fmla="*/ 95570 h 103318"/>
                    <a:gd name="connsiteX35" fmla="*/ 95570 w 103318"/>
                    <a:gd name="connsiteY35" fmla="*/ 80072 h 103318"/>
                    <a:gd name="connsiteX36" fmla="*/ 95570 w 103318"/>
                    <a:gd name="connsiteY36" fmla="*/ 77489 h 103318"/>
                    <a:gd name="connsiteX37" fmla="*/ 98153 w 103318"/>
                    <a:gd name="connsiteY37" fmla="*/ 74906 h 103318"/>
                    <a:gd name="connsiteX38" fmla="*/ 98153 w 103318"/>
                    <a:gd name="connsiteY38" fmla="*/ 72323 h 103318"/>
                    <a:gd name="connsiteX39" fmla="*/ 100736 w 103318"/>
                    <a:gd name="connsiteY39" fmla="*/ 69740 h 103318"/>
                    <a:gd name="connsiteX40" fmla="*/ 100736 w 103318"/>
                    <a:gd name="connsiteY40" fmla="*/ 61991 h 103318"/>
                    <a:gd name="connsiteX41" fmla="*/ 103319 w 103318"/>
                    <a:gd name="connsiteY41" fmla="*/ 59408 h 103318"/>
                    <a:gd name="connsiteX42" fmla="*/ 103319 w 103318"/>
                    <a:gd name="connsiteY42" fmla="*/ 46493 h 103318"/>
                    <a:gd name="connsiteX43" fmla="*/ 100736 w 103318"/>
                    <a:gd name="connsiteY43" fmla="*/ 43910 h 103318"/>
                    <a:gd name="connsiteX44" fmla="*/ 100736 w 103318"/>
                    <a:gd name="connsiteY44" fmla="*/ 36162 h 103318"/>
                    <a:gd name="connsiteX45" fmla="*/ 98153 w 103318"/>
                    <a:gd name="connsiteY45" fmla="*/ 33579 h 103318"/>
                    <a:gd name="connsiteX46" fmla="*/ 98153 w 103318"/>
                    <a:gd name="connsiteY46" fmla="*/ 30996 h 103318"/>
                    <a:gd name="connsiteX47" fmla="*/ 95570 w 103318"/>
                    <a:gd name="connsiteY47" fmla="*/ 28413 h 103318"/>
                    <a:gd name="connsiteX48" fmla="*/ 95570 w 103318"/>
                    <a:gd name="connsiteY48" fmla="*/ 25830 h 103318"/>
                    <a:gd name="connsiteX49" fmla="*/ 92987 w 103318"/>
                    <a:gd name="connsiteY49" fmla="*/ 23247 h 103318"/>
                    <a:gd name="connsiteX50" fmla="*/ 92987 w 103318"/>
                    <a:gd name="connsiteY50" fmla="*/ 20664 h 103318"/>
                    <a:gd name="connsiteX51" fmla="*/ 85238 w 103318"/>
                    <a:gd name="connsiteY51" fmla="*/ 12915 h 103318"/>
                    <a:gd name="connsiteX52" fmla="*/ 82655 w 103318"/>
                    <a:gd name="connsiteY52" fmla="*/ 12915 h 103318"/>
                    <a:gd name="connsiteX53" fmla="*/ 77489 w 103318"/>
                    <a:gd name="connsiteY53" fmla="*/ 7749 h 103318"/>
                    <a:gd name="connsiteX54" fmla="*/ 74906 w 103318"/>
                    <a:gd name="connsiteY54" fmla="*/ 7749 h 103318"/>
                    <a:gd name="connsiteX55" fmla="*/ 72323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38745 w 103318"/>
                    <a:gd name="connsiteY60" fmla="*/ 23247 h 103318"/>
                    <a:gd name="connsiteX61" fmla="*/ 33579 w 103318"/>
                    <a:gd name="connsiteY61" fmla="*/ 28413 h 103318"/>
                    <a:gd name="connsiteX62" fmla="*/ 30996 w 103318"/>
                    <a:gd name="connsiteY62" fmla="*/ 28413 h 103318"/>
                    <a:gd name="connsiteX63" fmla="*/ 25830 w 103318"/>
                    <a:gd name="connsiteY63" fmla="*/ 33579 h 103318"/>
                    <a:gd name="connsiteX64" fmla="*/ 25830 w 103318"/>
                    <a:gd name="connsiteY64" fmla="*/ 36162 h 103318"/>
                    <a:gd name="connsiteX65" fmla="*/ 23247 w 103318"/>
                    <a:gd name="connsiteY65" fmla="*/ 38745 h 103318"/>
                    <a:gd name="connsiteX66" fmla="*/ 23247 w 103318"/>
                    <a:gd name="connsiteY66" fmla="*/ 41327 h 103318"/>
                    <a:gd name="connsiteX67" fmla="*/ 20664 w 103318"/>
                    <a:gd name="connsiteY67" fmla="*/ 43910 h 103318"/>
                    <a:gd name="connsiteX68" fmla="*/ 20664 w 103318"/>
                    <a:gd name="connsiteY68" fmla="*/ 59408 h 103318"/>
                    <a:gd name="connsiteX69" fmla="*/ 23247 w 103318"/>
                    <a:gd name="connsiteY69" fmla="*/ 61991 h 103318"/>
                    <a:gd name="connsiteX70" fmla="*/ 23247 w 103318"/>
                    <a:gd name="connsiteY70" fmla="*/ 67157 h 103318"/>
                    <a:gd name="connsiteX71" fmla="*/ 36162 w 103318"/>
                    <a:gd name="connsiteY71" fmla="*/ 80072 h 103318"/>
                    <a:gd name="connsiteX72" fmla="*/ 38745 w 103318"/>
                    <a:gd name="connsiteY72" fmla="*/ 80072 h 103318"/>
                    <a:gd name="connsiteX73" fmla="*/ 41327 w 103318"/>
                    <a:gd name="connsiteY73" fmla="*/ 82655 h 103318"/>
                    <a:gd name="connsiteX74" fmla="*/ 59408 w 103318"/>
                    <a:gd name="connsiteY74" fmla="*/ 82655 h 103318"/>
                    <a:gd name="connsiteX75" fmla="*/ 61991 w 103318"/>
                    <a:gd name="connsiteY75" fmla="*/ 80072 h 103318"/>
                    <a:gd name="connsiteX76" fmla="*/ 64574 w 103318"/>
                    <a:gd name="connsiteY76" fmla="*/ 80072 h 103318"/>
                    <a:gd name="connsiteX77" fmla="*/ 67157 w 103318"/>
                    <a:gd name="connsiteY77" fmla="*/ 77489 h 103318"/>
                    <a:gd name="connsiteX78" fmla="*/ 69740 w 103318"/>
                    <a:gd name="connsiteY78" fmla="*/ 77489 h 103318"/>
                    <a:gd name="connsiteX79" fmla="*/ 77489 w 103318"/>
                    <a:gd name="connsiteY79" fmla="*/ 69740 h 103318"/>
                    <a:gd name="connsiteX80" fmla="*/ 77489 w 103318"/>
                    <a:gd name="connsiteY80" fmla="*/ 67157 h 103318"/>
                    <a:gd name="connsiteX81" fmla="*/ 80072 w 103318"/>
                    <a:gd name="connsiteY81" fmla="*/ 64574 h 103318"/>
                    <a:gd name="connsiteX82" fmla="*/ 80072 w 103318"/>
                    <a:gd name="connsiteY82" fmla="*/ 59408 h 103318"/>
                    <a:gd name="connsiteX83" fmla="*/ 82655 w 103318"/>
                    <a:gd name="connsiteY83" fmla="*/ 56825 h 103318"/>
                    <a:gd name="connsiteX84" fmla="*/ 82655 w 103318"/>
                    <a:gd name="connsiteY84" fmla="*/ 49076 h 103318"/>
                    <a:gd name="connsiteX85" fmla="*/ 80072 w 103318"/>
                    <a:gd name="connsiteY85" fmla="*/ 46493 h 103318"/>
                    <a:gd name="connsiteX86" fmla="*/ 80072 w 103318"/>
                    <a:gd name="connsiteY86" fmla="*/ 41327 h 103318"/>
                    <a:gd name="connsiteX87" fmla="*/ 77489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67157 w 103318"/>
                    <a:gd name="connsiteY89" fmla="*/ 25830 h 103318"/>
                    <a:gd name="connsiteX90" fmla="*/ 64574 w 103318"/>
                    <a:gd name="connsiteY90" fmla="*/ 25830 h 103318"/>
                    <a:gd name="connsiteX91" fmla="*/ 61991 w 103318"/>
                    <a:gd name="connsiteY91" fmla="*/ 23247 h 103318"/>
                    <a:gd name="connsiteX92" fmla="*/ 56825 w 103318"/>
                    <a:gd name="connsiteY92" fmla="*/ 23247 h 103318"/>
                    <a:gd name="connsiteX93" fmla="*/ 54242 w 103318"/>
                    <a:gd name="connsiteY93" fmla="*/ 20664 h 103318"/>
                    <a:gd name="connsiteX94" fmla="*/ 49076 w 103318"/>
                    <a:gd name="connsiteY94" fmla="*/ 20664 h 103318"/>
                    <a:gd name="connsiteX95" fmla="*/ 46493 w 103318"/>
                    <a:gd name="connsiteY95" fmla="*/ 23247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28413" y="5166"/>
                      </a:lnTo>
                      <a:lnTo>
                        <a:pt x="23247" y="10332"/>
                      </a:lnTo>
                      <a:lnTo>
                        <a:pt x="20664" y="10332"/>
                      </a:lnTo>
                      <a:lnTo>
                        <a:pt x="7749" y="23247"/>
                      </a:lnTo>
                      <a:lnTo>
                        <a:pt x="7749" y="25830"/>
                      </a:lnTo>
                      <a:lnTo>
                        <a:pt x="5166" y="28413"/>
                      </a:lnTo>
                      <a:lnTo>
                        <a:pt x="5166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0" y="41327"/>
                      </a:lnTo>
                      <a:lnTo>
                        <a:pt x="0" y="64574"/>
                      </a:lnTo>
                      <a:lnTo>
                        <a:pt x="2583" y="67157"/>
                      </a:lnTo>
                      <a:lnTo>
                        <a:pt x="2583" y="72323"/>
                      </a:lnTo>
                      <a:lnTo>
                        <a:pt x="5166" y="74906"/>
                      </a:lnTo>
                      <a:lnTo>
                        <a:pt x="5166" y="77489"/>
                      </a:lnTo>
                      <a:lnTo>
                        <a:pt x="10332" y="82655"/>
                      </a:lnTo>
                      <a:lnTo>
                        <a:pt x="10332" y="85238"/>
                      </a:lnTo>
                      <a:lnTo>
                        <a:pt x="18081" y="92987"/>
                      </a:lnTo>
                      <a:lnTo>
                        <a:pt x="20664" y="92987"/>
                      </a:lnTo>
                      <a:lnTo>
                        <a:pt x="25830" y="98153"/>
                      </a:lnTo>
                      <a:lnTo>
                        <a:pt x="28413" y="98153"/>
                      </a:lnTo>
                      <a:lnTo>
                        <a:pt x="30996" y="100736"/>
                      </a:lnTo>
                      <a:lnTo>
                        <a:pt x="36162" y="100736"/>
                      </a:lnTo>
                      <a:lnTo>
                        <a:pt x="38745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69740" y="100736"/>
                      </a:lnTo>
                      <a:lnTo>
                        <a:pt x="72323" y="98153"/>
                      </a:lnTo>
                      <a:lnTo>
                        <a:pt x="74906" y="98153"/>
                      </a:lnTo>
                      <a:lnTo>
                        <a:pt x="77489" y="95570"/>
                      </a:lnTo>
                      <a:lnTo>
                        <a:pt x="80072" y="95570"/>
                      </a:lnTo>
                      <a:lnTo>
                        <a:pt x="95570" y="80072"/>
                      </a:lnTo>
                      <a:lnTo>
                        <a:pt x="95570" y="77489"/>
                      </a:lnTo>
                      <a:lnTo>
                        <a:pt x="98153" y="74906"/>
                      </a:lnTo>
                      <a:lnTo>
                        <a:pt x="98153" y="72323"/>
                      </a:lnTo>
                      <a:lnTo>
                        <a:pt x="100736" y="69740"/>
                      </a:lnTo>
                      <a:lnTo>
                        <a:pt x="100736" y="61991"/>
                      </a:lnTo>
                      <a:lnTo>
                        <a:pt x="103319" y="59408"/>
                      </a:lnTo>
                      <a:lnTo>
                        <a:pt x="103319" y="46493"/>
                      </a:lnTo>
                      <a:lnTo>
                        <a:pt x="100736" y="43910"/>
                      </a:lnTo>
                      <a:lnTo>
                        <a:pt x="100736" y="36162"/>
                      </a:lnTo>
                      <a:lnTo>
                        <a:pt x="98153" y="33579"/>
                      </a:lnTo>
                      <a:lnTo>
                        <a:pt x="98153" y="30996"/>
                      </a:lnTo>
                      <a:lnTo>
                        <a:pt x="95570" y="28413"/>
                      </a:lnTo>
                      <a:lnTo>
                        <a:pt x="95570" y="25830"/>
                      </a:lnTo>
                      <a:lnTo>
                        <a:pt x="92987" y="23247"/>
                      </a:lnTo>
                      <a:lnTo>
                        <a:pt x="92987" y="20664"/>
                      </a:lnTo>
                      <a:lnTo>
                        <a:pt x="85238" y="12915"/>
                      </a:lnTo>
                      <a:lnTo>
                        <a:pt x="82655" y="12915"/>
                      </a:lnTo>
                      <a:lnTo>
                        <a:pt x="77489" y="7749"/>
                      </a:lnTo>
                      <a:lnTo>
                        <a:pt x="74906" y="7749"/>
                      </a:lnTo>
                      <a:lnTo>
                        <a:pt x="72323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38745" y="23247"/>
                      </a:moveTo>
                      <a:lnTo>
                        <a:pt x="33579" y="28413"/>
                      </a:lnTo>
                      <a:lnTo>
                        <a:pt x="30996" y="28413"/>
                      </a:lnTo>
                      <a:lnTo>
                        <a:pt x="25830" y="33579"/>
                      </a:lnTo>
                      <a:lnTo>
                        <a:pt x="25830" y="36162"/>
                      </a:lnTo>
                      <a:lnTo>
                        <a:pt x="23247" y="38745"/>
                      </a:lnTo>
                      <a:lnTo>
                        <a:pt x="23247" y="41327"/>
                      </a:lnTo>
                      <a:lnTo>
                        <a:pt x="20664" y="43910"/>
                      </a:lnTo>
                      <a:lnTo>
                        <a:pt x="20664" y="59408"/>
                      </a:lnTo>
                      <a:lnTo>
                        <a:pt x="23247" y="61991"/>
                      </a:lnTo>
                      <a:lnTo>
                        <a:pt x="23247" y="67157"/>
                      </a:lnTo>
                      <a:lnTo>
                        <a:pt x="36162" y="80072"/>
                      </a:lnTo>
                      <a:lnTo>
                        <a:pt x="38745" y="80072"/>
                      </a:lnTo>
                      <a:lnTo>
                        <a:pt x="41327" y="82655"/>
                      </a:lnTo>
                      <a:lnTo>
                        <a:pt x="59408" y="82655"/>
                      </a:lnTo>
                      <a:lnTo>
                        <a:pt x="61991" y="80072"/>
                      </a:lnTo>
                      <a:lnTo>
                        <a:pt x="64574" y="80072"/>
                      </a:lnTo>
                      <a:lnTo>
                        <a:pt x="67157" y="77489"/>
                      </a:lnTo>
                      <a:lnTo>
                        <a:pt x="69740" y="77489"/>
                      </a:lnTo>
                      <a:lnTo>
                        <a:pt x="77489" y="69740"/>
                      </a:lnTo>
                      <a:lnTo>
                        <a:pt x="77489" y="67157"/>
                      </a:lnTo>
                      <a:lnTo>
                        <a:pt x="80072" y="64574"/>
                      </a:lnTo>
                      <a:lnTo>
                        <a:pt x="80072" y="59408"/>
                      </a:lnTo>
                      <a:lnTo>
                        <a:pt x="82655" y="56825"/>
                      </a:lnTo>
                      <a:lnTo>
                        <a:pt x="82655" y="49076"/>
                      </a:lnTo>
                      <a:lnTo>
                        <a:pt x="80072" y="46493"/>
                      </a:lnTo>
                      <a:lnTo>
                        <a:pt x="80072" y="41327"/>
                      </a:lnTo>
                      <a:lnTo>
                        <a:pt x="77489" y="38745"/>
                      </a:lnTo>
                      <a:lnTo>
                        <a:pt x="77489" y="36162"/>
                      </a:lnTo>
                      <a:lnTo>
                        <a:pt x="67157" y="25830"/>
                      </a:lnTo>
                      <a:lnTo>
                        <a:pt x="64574" y="25830"/>
                      </a:lnTo>
                      <a:lnTo>
                        <a:pt x="61991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lnTo>
                        <a:pt x="49076" y="20664"/>
                      </a:lnTo>
                      <a:lnTo>
                        <a:pt x="46493" y="23247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8" name="任意形状 7007">
                  <a:extLst>
                    <a:ext uri="{FF2B5EF4-FFF2-40B4-BE49-F238E27FC236}">
                      <a16:creationId xmlns:a16="http://schemas.microsoft.com/office/drawing/2014/main" id="{E82896DF-6D84-BFDC-F2CC-6E462AE4B3DE}"/>
                    </a:ext>
                  </a:extLst>
                </p:cNvPr>
                <p:cNvSpPr/>
                <p:nvPr/>
              </p:nvSpPr>
              <p:spPr>
                <a:xfrm>
                  <a:off x="4752870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6493 h 103318"/>
                    <a:gd name="connsiteX17" fmla="*/ 0 w 103318"/>
                    <a:gd name="connsiteY17" fmla="*/ 49076 h 103318"/>
                    <a:gd name="connsiteX18" fmla="*/ 0 w 103318"/>
                    <a:gd name="connsiteY18" fmla="*/ 54242 h 103318"/>
                    <a:gd name="connsiteX19" fmla="*/ 2583 w 103318"/>
                    <a:gd name="connsiteY19" fmla="*/ 56825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10332 w 103318"/>
                    <a:gd name="connsiteY23" fmla="*/ 80072 h 103318"/>
                    <a:gd name="connsiteX24" fmla="*/ 10332 w 103318"/>
                    <a:gd name="connsiteY24" fmla="*/ 82655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38745 h 103318"/>
                    <a:gd name="connsiteX47" fmla="*/ 100736 w 103318"/>
                    <a:gd name="connsiteY47" fmla="*/ 36162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9076 h 103318"/>
                    <a:gd name="connsiteX69" fmla="*/ 20664 w 103318"/>
                    <a:gd name="connsiteY69" fmla="*/ 51659 h 103318"/>
                    <a:gd name="connsiteX70" fmla="*/ 23247 w 103318"/>
                    <a:gd name="connsiteY70" fmla="*/ 54242 h 103318"/>
                    <a:gd name="connsiteX71" fmla="*/ 23247 w 103318"/>
                    <a:gd name="connsiteY71" fmla="*/ 64574 h 103318"/>
                    <a:gd name="connsiteX72" fmla="*/ 28413 w 103318"/>
                    <a:gd name="connsiteY72" fmla="*/ 69740 h 103318"/>
                    <a:gd name="connsiteX73" fmla="*/ 28413 w 103318"/>
                    <a:gd name="connsiteY73" fmla="*/ 72323 h 103318"/>
                    <a:gd name="connsiteX74" fmla="*/ 33579 w 103318"/>
                    <a:gd name="connsiteY74" fmla="*/ 77489 h 103318"/>
                    <a:gd name="connsiteX75" fmla="*/ 36162 w 103318"/>
                    <a:gd name="connsiteY75" fmla="*/ 77489 h 103318"/>
                    <a:gd name="connsiteX76" fmla="*/ 38745 w 103318"/>
                    <a:gd name="connsiteY76" fmla="*/ 80072 h 103318"/>
                    <a:gd name="connsiteX77" fmla="*/ 41327 w 103318"/>
                    <a:gd name="connsiteY77" fmla="*/ 80072 h 103318"/>
                    <a:gd name="connsiteX78" fmla="*/ 43910 w 103318"/>
                    <a:gd name="connsiteY78" fmla="*/ 82655 h 103318"/>
                    <a:gd name="connsiteX79" fmla="*/ 61991 w 103318"/>
                    <a:gd name="connsiteY79" fmla="*/ 82655 h 103318"/>
                    <a:gd name="connsiteX80" fmla="*/ 64574 w 103318"/>
                    <a:gd name="connsiteY80" fmla="*/ 80072 h 103318"/>
                    <a:gd name="connsiteX81" fmla="*/ 67157 w 103318"/>
                    <a:gd name="connsiteY81" fmla="*/ 80072 h 103318"/>
                    <a:gd name="connsiteX82" fmla="*/ 80072 w 103318"/>
                    <a:gd name="connsiteY82" fmla="*/ 67157 h 103318"/>
                    <a:gd name="connsiteX83" fmla="*/ 80072 w 103318"/>
                    <a:gd name="connsiteY83" fmla="*/ 64574 h 103318"/>
                    <a:gd name="connsiteX84" fmla="*/ 82655 w 103318"/>
                    <a:gd name="connsiteY84" fmla="*/ 61991 h 103318"/>
                    <a:gd name="connsiteX85" fmla="*/ 82655 w 103318"/>
                    <a:gd name="connsiteY85" fmla="*/ 43910 h 103318"/>
                    <a:gd name="connsiteX86" fmla="*/ 80072 w 103318"/>
                    <a:gd name="connsiteY86" fmla="*/ 41327 h 103318"/>
                    <a:gd name="connsiteX87" fmla="*/ 80072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77489 w 103318"/>
                    <a:gd name="connsiteY89" fmla="*/ 33579 h 103318"/>
                    <a:gd name="connsiteX90" fmla="*/ 69740 w 103318"/>
                    <a:gd name="connsiteY90" fmla="*/ 25830 h 103318"/>
                    <a:gd name="connsiteX91" fmla="*/ 67157 w 103318"/>
                    <a:gd name="connsiteY91" fmla="*/ 25830 h 103318"/>
                    <a:gd name="connsiteX92" fmla="*/ 64574 w 103318"/>
                    <a:gd name="connsiteY92" fmla="*/ 23247 h 103318"/>
                    <a:gd name="connsiteX93" fmla="*/ 56825 w 103318"/>
                    <a:gd name="connsiteY93" fmla="*/ 23247 h 103318"/>
                    <a:gd name="connsiteX94" fmla="*/ 54242 w 103318"/>
                    <a:gd name="connsiteY94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6493"/>
                      </a:lnTo>
                      <a:lnTo>
                        <a:pt x="0" y="49076"/>
                      </a:lnTo>
                      <a:lnTo>
                        <a:pt x="0" y="54242"/>
                      </a:lnTo>
                      <a:lnTo>
                        <a:pt x="2583" y="56825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10332" y="80072"/>
                      </a:lnTo>
                      <a:lnTo>
                        <a:pt x="10332" y="82655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38745"/>
                      </a:lnTo>
                      <a:lnTo>
                        <a:pt x="100736" y="36162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9076"/>
                      </a:lnTo>
                      <a:lnTo>
                        <a:pt x="20664" y="51659"/>
                      </a:lnTo>
                      <a:lnTo>
                        <a:pt x="23247" y="54242"/>
                      </a:lnTo>
                      <a:lnTo>
                        <a:pt x="23247" y="64574"/>
                      </a:lnTo>
                      <a:lnTo>
                        <a:pt x="28413" y="69740"/>
                      </a:lnTo>
                      <a:lnTo>
                        <a:pt x="28413" y="72323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9" name="任意形状 7008">
                  <a:extLst>
                    <a:ext uri="{FF2B5EF4-FFF2-40B4-BE49-F238E27FC236}">
                      <a16:creationId xmlns:a16="http://schemas.microsoft.com/office/drawing/2014/main" id="{C1079314-8CC9-CABB-7710-03C2D23F2F8A}"/>
                    </a:ext>
                  </a:extLst>
                </p:cNvPr>
                <p:cNvSpPr/>
                <p:nvPr/>
              </p:nvSpPr>
              <p:spPr>
                <a:xfrm>
                  <a:off x="4659883" y="4926419"/>
                  <a:ext cx="929868" cy="1180415"/>
                </a:xfrm>
                <a:custGeom>
                  <a:avLst/>
                  <a:gdLst>
                    <a:gd name="connsiteX0" fmla="*/ 28413 w 929868"/>
                    <a:gd name="connsiteY0" fmla="*/ 10332 h 1180415"/>
                    <a:gd name="connsiteX1" fmla="*/ 10332 w 929868"/>
                    <a:gd name="connsiteY1" fmla="*/ 28413 h 1180415"/>
                    <a:gd name="connsiteX2" fmla="*/ 0 w 929868"/>
                    <a:gd name="connsiteY2" fmla="*/ 51659 h 1180415"/>
                    <a:gd name="connsiteX3" fmla="*/ 0 w 929868"/>
                    <a:gd name="connsiteY3" fmla="*/ 1128757 h 1180415"/>
                    <a:gd name="connsiteX4" fmla="*/ 12915 w 929868"/>
                    <a:gd name="connsiteY4" fmla="*/ 1154586 h 1180415"/>
                    <a:gd name="connsiteX5" fmla="*/ 25830 w 929868"/>
                    <a:gd name="connsiteY5" fmla="*/ 1167501 h 1180415"/>
                    <a:gd name="connsiteX6" fmla="*/ 56825 w 929868"/>
                    <a:gd name="connsiteY6" fmla="*/ 1180416 h 1180415"/>
                    <a:gd name="connsiteX7" fmla="*/ 873043 w 929868"/>
                    <a:gd name="connsiteY7" fmla="*/ 1180416 h 1180415"/>
                    <a:gd name="connsiteX8" fmla="*/ 898872 w 929868"/>
                    <a:gd name="connsiteY8" fmla="*/ 1170084 h 1180415"/>
                    <a:gd name="connsiteX9" fmla="*/ 919536 w 929868"/>
                    <a:gd name="connsiteY9" fmla="*/ 1149420 h 1180415"/>
                    <a:gd name="connsiteX10" fmla="*/ 929868 w 929868"/>
                    <a:gd name="connsiteY10" fmla="*/ 1123591 h 1180415"/>
                    <a:gd name="connsiteX11" fmla="*/ 929868 w 929868"/>
                    <a:gd name="connsiteY11" fmla="*/ 56825 h 1180415"/>
                    <a:gd name="connsiteX12" fmla="*/ 924702 w 929868"/>
                    <a:gd name="connsiteY12" fmla="*/ 38745 h 1180415"/>
                    <a:gd name="connsiteX13" fmla="*/ 916953 w 929868"/>
                    <a:gd name="connsiteY13" fmla="*/ 25830 h 1180415"/>
                    <a:gd name="connsiteX14" fmla="*/ 904038 w 929868"/>
                    <a:gd name="connsiteY14" fmla="*/ 12915 h 1180415"/>
                    <a:gd name="connsiteX15" fmla="*/ 878209 w 929868"/>
                    <a:gd name="connsiteY15" fmla="*/ 0 h 1180415"/>
                    <a:gd name="connsiteX16" fmla="*/ 51659 w 929868"/>
                    <a:gd name="connsiteY16" fmla="*/ 0 h 1180415"/>
                    <a:gd name="connsiteX17" fmla="*/ 28413 w 929868"/>
                    <a:gd name="connsiteY17" fmla="*/ 235050 h 1180415"/>
                    <a:gd name="connsiteX18" fmla="*/ 23247 w 929868"/>
                    <a:gd name="connsiteY18" fmla="*/ 240216 h 1180415"/>
                    <a:gd name="connsiteX19" fmla="*/ 23247 w 929868"/>
                    <a:gd name="connsiteY19" fmla="*/ 1126174 h 1180415"/>
                    <a:gd name="connsiteX20" fmla="*/ 28413 w 929868"/>
                    <a:gd name="connsiteY20" fmla="*/ 1136505 h 1180415"/>
                    <a:gd name="connsiteX21" fmla="*/ 41327 w 929868"/>
                    <a:gd name="connsiteY21" fmla="*/ 1149420 h 1180415"/>
                    <a:gd name="connsiteX22" fmla="*/ 56825 w 929868"/>
                    <a:gd name="connsiteY22" fmla="*/ 1157169 h 1180415"/>
                    <a:gd name="connsiteX23" fmla="*/ 870460 w 929868"/>
                    <a:gd name="connsiteY23" fmla="*/ 1157169 h 1180415"/>
                    <a:gd name="connsiteX24" fmla="*/ 891124 w 929868"/>
                    <a:gd name="connsiteY24" fmla="*/ 1146837 h 1180415"/>
                    <a:gd name="connsiteX25" fmla="*/ 901455 w 929868"/>
                    <a:gd name="connsiteY25" fmla="*/ 1133922 h 1180415"/>
                    <a:gd name="connsiteX26" fmla="*/ 906621 w 929868"/>
                    <a:gd name="connsiteY26" fmla="*/ 1121008 h 1180415"/>
                    <a:gd name="connsiteX27" fmla="*/ 906621 w 929868"/>
                    <a:gd name="connsiteY27" fmla="*/ 240216 h 1180415"/>
                    <a:gd name="connsiteX28" fmla="*/ 901455 w 929868"/>
                    <a:gd name="connsiteY28" fmla="*/ 235050 h 1180415"/>
                    <a:gd name="connsiteX29" fmla="*/ 23247 w 929868"/>
                    <a:gd name="connsiteY29" fmla="*/ 54242 h 1180415"/>
                    <a:gd name="connsiteX30" fmla="*/ 23247 w 929868"/>
                    <a:gd name="connsiteY30" fmla="*/ 209220 h 1180415"/>
                    <a:gd name="connsiteX31" fmla="*/ 28413 w 929868"/>
                    <a:gd name="connsiteY31" fmla="*/ 214386 h 1180415"/>
                    <a:gd name="connsiteX32" fmla="*/ 901455 w 929868"/>
                    <a:gd name="connsiteY32" fmla="*/ 214386 h 1180415"/>
                    <a:gd name="connsiteX33" fmla="*/ 906621 w 929868"/>
                    <a:gd name="connsiteY33" fmla="*/ 209220 h 1180415"/>
                    <a:gd name="connsiteX34" fmla="*/ 906621 w 929868"/>
                    <a:gd name="connsiteY34" fmla="*/ 59408 h 1180415"/>
                    <a:gd name="connsiteX35" fmla="*/ 904038 w 929868"/>
                    <a:gd name="connsiteY35" fmla="*/ 56825 h 1180415"/>
                    <a:gd name="connsiteX36" fmla="*/ 904038 w 929868"/>
                    <a:gd name="connsiteY36" fmla="*/ 51659 h 1180415"/>
                    <a:gd name="connsiteX37" fmla="*/ 901455 w 929868"/>
                    <a:gd name="connsiteY37" fmla="*/ 49076 h 1180415"/>
                    <a:gd name="connsiteX38" fmla="*/ 898872 w 929868"/>
                    <a:gd name="connsiteY38" fmla="*/ 41327 h 1180415"/>
                    <a:gd name="connsiteX39" fmla="*/ 888541 w 929868"/>
                    <a:gd name="connsiteY39" fmla="*/ 30996 h 1180415"/>
                    <a:gd name="connsiteX40" fmla="*/ 885958 w 929868"/>
                    <a:gd name="connsiteY40" fmla="*/ 30996 h 1180415"/>
                    <a:gd name="connsiteX41" fmla="*/ 880792 w 929868"/>
                    <a:gd name="connsiteY41" fmla="*/ 25830 h 1180415"/>
                    <a:gd name="connsiteX42" fmla="*/ 875626 w 929868"/>
                    <a:gd name="connsiteY42" fmla="*/ 25830 h 1180415"/>
                    <a:gd name="connsiteX43" fmla="*/ 873043 w 929868"/>
                    <a:gd name="connsiteY43" fmla="*/ 23247 h 1180415"/>
                    <a:gd name="connsiteX44" fmla="*/ 54242 w 929868"/>
                    <a:gd name="connsiteY44" fmla="*/ 23247 h 1180415"/>
                    <a:gd name="connsiteX45" fmla="*/ 51659 w 929868"/>
                    <a:gd name="connsiteY45" fmla="*/ 25830 h 1180415"/>
                    <a:gd name="connsiteX46" fmla="*/ 43910 w 929868"/>
                    <a:gd name="connsiteY46" fmla="*/ 28413 h 1180415"/>
                    <a:gd name="connsiteX47" fmla="*/ 28413 w 929868"/>
                    <a:gd name="connsiteY47" fmla="*/ 43910 h 1180415"/>
                    <a:gd name="connsiteX48" fmla="*/ 28413 w 929868"/>
                    <a:gd name="connsiteY48" fmla="*/ 46493 h 1180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929868" h="1180415">
                      <a:moveTo>
                        <a:pt x="28413" y="10332"/>
                      </a:moveTo>
                      <a:lnTo>
                        <a:pt x="10332" y="28413"/>
                      </a:lnTo>
                      <a:lnTo>
                        <a:pt x="0" y="51659"/>
                      </a:lnTo>
                      <a:lnTo>
                        <a:pt x="0" y="1128757"/>
                      </a:lnTo>
                      <a:lnTo>
                        <a:pt x="12915" y="1154586"/>
                      </a:lnTo>
                      <a:lnTo>
                        <a:pt x="25830" y="1167501"/>
                      </a:lnTo>
                      <a:lnTo>
                        <a:pt x="56825" y="1180416"/>
                      </a:lnTo>
                      <a:lnTo>
                        <a:pt x="873043" y="1180416"/>
                      </a:lnTo>
                      <a:lnTo>
                        <a:pt x="898872" y="1170084"/>
                      </a:lnTo>
                      <a:lnTo>
                        <a:pt x="919536" y="1149420"/>
                      </a:lnTo>
                      <a:lnTo>
                        <a:pt x="929868" y="1123591"/>
                      </a:lnTo>
                      <a:lnTo>
                        <a:pt x="929868" y="56825"/>
                      </a:lnTo>
                      <a:lnTo>
                        <a:pt x="924702" y="38745"/>
                      </a:lnTo>
                      <a:lnTo>
                        <a:pt x="916953" y="25830"/>
                      </a:lnTo>
                      <a:lnTo>
                        <a:pt x="904038" y="12915"/>
                      </a:lnTo>
                      <a:lnTo>
                        <a:pt x="878209" y="0"/>
                      </a:lnTo>
                      <a:lnTo>
                        <a:pt x="51659" y="0"/>
                      </a:lnTo>
                      <a:close/>
                      <a:moveTo>
                        <a:pt x="28413" y="235050"/>
                      </a:moveTo>
                      <a:lnTo>
                        <a:pt x="23247" y="240216"/>
                      </a:lnTo>
                      <a:lnTo>
                        <a:pt x="23247" y="1126174"/>
                      </a:lnTo>
                      <a:lnTo>
                        <a:pt x="28413" y="1136505"/>
                      </a:lnTo>
                      <a:lnTo>
                        <a:pt x="41327" y="1149420"/>
                      </a:lnTo>
                      <a:lnTo>
                        <a:pt x="56825" y="1157169"/>
                      </a:lnTo>
                      <a:lnTo>
                        <a:pt x="870460" y="1157169"/>
                      </a:lnTo>
                      <a:lnTo>
                        <a:pt x="891124" y="1146837"/>
                      </a:lnTo>
                      <a:lnTo>
                        <a:pt x="901455" y="1133922"/>
                      </a:lnTo>
                      <a:lnTo>
                        <a:pt x="906621" y="1121008"/>
                      </a:lnTo>
                      <a:lnTo>
                        <a:pt x="906621" y="240216"/>
                      </a:lnTo>
                      <a:lnTo>
                        <a:pt x="901455" y="235050"/>
                      </a:lnTo>
                      <a:close/>
                      <a:moveTo>
                        <a:pt x="23247" y="54242"/>
                      </a:moveTo>
                      <a:lnTo>
                        <a:pt x="23247" y="209220"/>
                      </a:lnTo>
                      <a:lnTo>
                        <a:pt x="28413" y="214386"/>
                      </a:lnTo>
                      <a:lnTo>
                        <a:pt x="901455" y="214386"/>
                      </a:lnTo>
                      <a:lnTo>
                        <a:pt x="906621" y="209220"/>
                      </a:lnTo>
                      <a:lnTo>
                        <a:pt x="906621" y="59408"/>
                      </a:lnTo>
                      <a:lnTo>
                        <a:pt x="904038" y="56825"/>
                      </a:lnTo>
                      <a:lnTo>
                        <a:pt x="904038" y="51659"/>
                      </a:lnTo>
                      <a:lnTo>
                        <a:pt x="901455" y="49076"/>
                      </a:lnTo>
                      <a:lnTo>
                        <a:pt x="898872" y="41327"/>
                      </a:lnTo>
                      <a:lnTo>
                        <a:pt x="888541" y="30996"/>
                      </a:lnTo>
                      <a:lnTo>
                        <a:pt x="885958" y="30996"/>
                      </a:lnTo>
                      <a:lnTo>
                        <a:pt x="880792" y="25830"/>
                      </a:lnTo>
                      <a:lnTo>
                        <a:pt x="875626" y="25830"/>
                      </a:lnTo>
                      <a:lnTo>
                        <a:pt x="873043" y="23247"/>
                      </a:lnTo>
                      <a:lnTo>
                        <a:pt x="54242" y="23247"/>
                      </a:lnTo>
                      <a:lnTo>
                        <a:pt x="51659" y="25830"/>
                      </a:lnTo>
                      <a:lnTo>
                        <a:pt x="43910" y="28413"/>
                      </a:lnTo>
                      <a:lnTo>
                        <a:pt x="28413" y="43910"/>
                      </a:lnTo>
                      <a:lnTo>
                        <a:pt x="28413" y="46493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0" name="任意形状 7009">
                  <a:extLst>
                    <a:ext uri="{FF2B5EF4-FFF2-40B4-BE49-F238E27FC236}">
                      <a16:creationId xmlns:a16="http://schemas.microsoft.com/office/drawing/2014/main" id="{83672C55-A8DB-76D2-0719-FB29E2487181}"/>
                    </a:ext>
                  </a:extLst>
                </p:cNvPr>
                <p:cNvSpPr/>
                <p:nvPr/>
              </p:nvSpPr>
              <p:spPr>
                <a:xfrm>
                  <a:off x="4812278" y="5311281"/>
                  <a:ext cx="625077" cy="625077"/>
                </a:xfrm>
                <a:custGeom>
                  <a:avLst/>
                  <a:gdLst>
                    <a:gd name="connsiteX0" fmla="*/ 255714 w 625077"/>
                    <a:gd name="connsiteY0" fmla="*/ 0 h 625077"/>
                    <a:gd name="connsiteX1" fmla="*/ 255714 w 625077"/>
                    <a:gd name="connsiteY1" fmla="*/ 80072 h 625077"/>
                    <a:gd name="connsiteX2" fmla="*/ 245382 w 625077"/>
                    <a:gd name="connsiteY2" fmla="*/ 90404 h 625077"/>
                    <a:gd name="connsiteX3" fmla="*/ 224718 w 625077"/>
                    <a:gd name="connsiteY3" fmla="*/ 95570 h 625077"/>
                    <a:gd name="connsiteX4" fmla="*/ 201471 w 625077"/>
                    <a:gd name="connsiteY4" fmla="*/ 108485 h 625077"/>
                    <a:gd name="connsiteX5" fmla="*/ 188557 w 625077"/>
                    <a:gd name="connsiteY5" fmla="*/ 108485 h 625077"/>
                    <a:gd name="connsiteX6" fmla="*/ 183391 w 625077"/>
                    <a:gd name="connsiteY6" fmla="*/ 105902 h 625077"/>
                    <a:gd name="connsiteX7" fmla="*/ 129148 w 625077"/>
                    <a:gd name="connsiteY7" fmla="*/ 51659 h 625077"/>
                    <a:gd name="connsiteX8" fmla="*/ 51659 w 625077"/>
                    <a:gd name="connsiteY8" fmla="*/ 129148 h 625077"/>
                    <a:gd name="connsiteX9" fmla="*/ 108485 w 625077"/>
                    <a:gd name="connsiteY9" fmla="*/ 185974 h 625077"/>
                    <a:gd name="connsiteX10" fmla="*/ 108485 w 625077"/>
                    <a:gd name="connsiteY10" fmla="*/ 201471 h 625077"/>
                    <a:gd name="connsiteX11" fmla="*/ 98153 w 625077"/>
                    <a:gd name="connsiteY11" fmla="*/ 219552 h 625077"/>
                    <a:gd name="connsiteX12" fmla="*/ 98153 w 625077"/>
                    <a:gd name="connsiteY12" fmla="*/ 224718 h 625077"/>
                    <a:gd name="connsiteX13" fmla="*/ 92987 w 625077"/>
                    <a:gd name="connsiteY13" fmla="*/ 232467 h 625077"/>
                    <a:gd name="connsiteX14" fmla="*/ 90404 w 625077"/>
                    <a:gd name="connsiteY14" fmla="*/ 245382 h 625077"/>
                    <a:gd name="connsiteX15" fmla="*/ 80072 w 625077"/>
                    <a:gd name="connsiteY15" fmla="*/ 255714 h 625077"/>
                    <a:gd name="connsiteX16" fmla="*/ 0 w 625077"/>
                    <a:gd name="connsiteY16" fmla="*/ 255714 h 625077"/>
                    <a:gd name="connsiteX17" fmla="*/ 0 w 625077"/>
                    <a:gd name="connsiteY17" fmla="*/ 366781 h 625077"/>
                    <a:gd name="connsiteX18" fmla="*/ 80072 w 625077"/>
                    <a:gd name="connsiteY18" fmla="*/ 366781 h 625077"/>
                    <a:gd name="connsiteX19" fmla="*/ 90404 w 625077"/>
                    <a:gd name="connsiteY19" fmla="*/ 377113 h 625077"/>
                    <a:gd name="connsiteX20" fmla="*/ 95570 w 625077"/>
                    <a:gd name="connsiteY20" fmla="*/ 397777 h 625077"/>
                    <a:gd name="connsiteX21" fmla="*/ 108485 w 625077"/>
                    <a:gd name="connsiteY21" fmla="*/ 421024 h 625077"/>
                    <a:gd name="connsiteX22" fmla="*/ 108485 w 625077"/>
                    <a:gd name="connsiteY22" fmla="*/ 436521 h 625077"/>
                    <a:gd name="connsiteX23" fmla="*/ 51659 w 625077"/>
                    <a:gd name="connsiteY23" fmla="*/ 493347 h 625077"/>
                    <a:gd name="connsiteX24" fmla="*/ 129148 w 625077"/>
                    <a:gd name="connsiteY24" fmla="*/ 570836 h 625077"/>
                    <a:gd name="connsiteX25" fmla="*/ 131731 w 625077"/>
                    <a:gd name="connsiteY25" fmla="*/ 570836 h 625077"/>
                    <a:gd name="connsiteX26" fmla="*/ 188557 w 625077"/>
                    <a:gd name="connsiteY26" fmla="*/ 514010 h 625077"/>
                    <a:gd name="connsiteX27" fmla="*/ 198888 w 625077"/>
                    <a:gd name="connsiteY27" fmla="*/ 514010 h 625077"/>
                    <a:gd name="connsiteX28" fmla="*/ 216969 w 625077"/>
                    <a:gd name="connsiteY28" fmla="*/ 524342 h 625077"/>
                    <a:gd name="connsiteX29" fmla="*/ 222135 w 625077"/>
                    <a:gd name="connsiteY29" fmla="*/ 524342 h 625077"/>
                    <a:gd name="connsiteX30" fmla="*/ 229884 w 625077"/>
                    <a:gd name="connsiteY30" fmla="*/ 529508 h 625077"/>
                    <a:gd name="connsiteX31" fmla="*/ 242799 w 625077"/>
                    <a:gd name="connsiteY31" fmla="*/ 532091 h 625077"/>
                    <a:gd name="connsiteX32" fmla="*/ 255714 w 625077"/>
                    <a:gd name="connsiteY32" fmla="*/ 542423 h 625077"/>
                    <a:gd name="connsiteX33" fmla="*/ 255714 w 625077"/>
                    <a:gd name="connsiteY33" fmla="*/ 625078 h 625077"/>
                    <a:gd name="connsiteX34" fmla="*/ 366781 w 625077"/>
                    <a:gd name="connsiteY34" fmla="*/ 625078 h 625077"/>
                    <a:gd name="connsiteX35" fmla="*/ 366781 w 625077"/>
                    <a:gd name="connsiteY35" fmla="*/ 545006 h 625077"/>
                    <a:gd name="connsiteX36" fmla="*/ 374530 w 625077"/>
                    <a:gd name="connsiteY36" fmla="*/ 534674 h 625077"/>
                    <a:gd name="connsiteX37" fmla="*/ 379696 w 625077"/>
                    <a:gd name="connsiteY37" fmla="*/ 534674 h 625077"/>
                    <a:gd name="connsiteX38" fmla="*/ 395194 w 625077"/>
                    <a:gd name="connsiteY38" fmla="*/ 526925 h 625077"/>
                    <a:gd name="connsiteX39" fmla="*/ 400360 w 625077"/>
                    <a:gd name="connsiteY39" fmla="*/ 526925 h 625077"/>
                    <a:gd name="connsiteX40" fmla="*/ 423607 w 625077"/>
                    <a:gd name="connsiteY40" fmla="*/ 514010 h 625077"/>
                    <a:gd name="connsiteX41" fmla="*/ 433938 w 625077"/>
                    <a:gd name="connsiteY41" fmla="*/ 514010 h 625077"/>
                    <a:gd name="connsiteX42" fmla="*/ 439104 w 625077"/>
                    <a:gd name="connsiteY42" fmla="*/ 516593 h 625077"/>
                    <a:gd name="connsiteX43" fmla="*/ 493347 w 625077"/>
                    <a:gd name="connsiteY43" fmla="*/ 570836 h 625077"/>
                    <a:gd name="connsiteX44" fmla="*/ 495930 w 625077"/>
                    <a:gd name="connsiteY44" fmla="*/ 570836 h 625077"/>
                    <a:gd name="connsiteX45" fmla="*/ 570836 w 625077"/>
                    <a:gd name="connsiteY45" fmla="*/ 495930 h 625077"/>
                    <a:gd name="connsiteX46" fmla="*/ 570836 w 625077"/>
                    <a:gd name="connsiteY46" fmla="*/ 493347 h 625077"/>
                    <a:gd name="connsiteX47" fmla="*/ 516593 w 625077"/>
                    <a:gd name="connsiteY47" fmla="*/ 439104 h 625077"/>
                    <a:gd name="connsiteX48" fmla="*/ 514010 w 625077"/>
                    <a:gd name="connsiteY48" fmla="*/ 433938 h 625077"/>
                    <a:gd name="connsiteX49" fmla="*/ 514010 w 625077"/>
                    <a:gd name="connsiteY49" fmla="*/ 426190 h 625077"/>
                    <a:gd name="connsiteX50" fmla="*/ 529508 w 625077"/>
                    <a:gd name="connsiteY50" fmla="*/ 395194 h 625077"/>
                    <a:gd name="connsiteX51" fmla="*/ 534674 w 625077"/>
                    <a:gd name="connsiteY51" fmla="*/ 374530 h 625077"/>
                    <a:gd name="connsiteX52" fmla="*/ 539840 w 625077"/>
                    <a:gd name="connsiteY52" fmla="*/ 369364 h 625077"/>
                    <a:gd name="connsiteX53" fmla="*/ 545006 w 625077"/>
                    <a:gd name="connsiteY53" fmla="*/ 366781 h 625077"/>
                    <a:gd name="connsiteX54" fmla="*/ 625078 w 625077"/>
                    <a:gd name="connsiteY54" fmla="*/ 366781 h 625077"/>
                    <a:gd name="connsiteX55" fmla="*/ 625078 w 625077"/>
                    <a:gd name="connsiteY55" fmla="*/ 255714 h 625077"/>
                    <a:gd name="connsiteX56" fmla="*/ 542423 w 625077"/>
                    <a:gd name="connsiteY56" fmla="*/ 255714 h 625077"/>
                    <a:gd name="connsiteX57" fmla="*/ 534674 w 625077"/>
                    <a:gd name="connsiteY57" fmla="*/ 247965 h 625077"/>
                    <a:gd name="connsiteX58" fmla="*/ 534674 w 625077"/>
                    <a:gd name="connsiteY58" fmla="*/ 242799 h 625077"/>
                    <a:gd name="connsiteX59" fmla="*/ 526925 w 625077"/>
                    <a:gd name="connsiteY59" fmla="*/ 227301 h 625077"/>
                    <a:gd name="connsiteX60" fmla="*/ 526925 w 625077"/>
                    <a:gd name="connsiteY60" fmla="*/ 222135 h 625077"/>
                    <a:gd name="connsiteX61" fmla="*/ 514010 w 625077"/>
                    <a:gd name="connsiteY61" fmla="*/ 198888 h 625077"/>
                    <a:gd name="connsiteX62" fmla="*/ 514010 w 625077"/>
                    <a:gd name="connsiteY62" fmla="*/ 188557 h 625077"/>
                    <a:gd name="connsiteX63" fmla="*/ 570836 w 625077"/>
                    <a:gd name="connsiteY63" fmla="*/ 131731 h 625077"/>
                    <a:gd name="connsiteX64" fmla="*/ 570836 w 625077"/>
                    <a:gd name="connsiteY64" fmla="*/ 129148 h 625077"/>
                    <a:gd name="connsiteX65" fmla="*/ 493347 w 625077"/>
                    <a:gd name="connsiteY65" fmla="*/ 51659 h 625077"/>
                    <a:gd name="connsiteX66" fmla="*/ 436521 w 625077"/>
                    <a:gd name="connsiteY66" fmla="*/ 108485 h 625077"/>
                    <a:gd name="connsiteX67" fmla="*/ 423607 w 625077"/>
                    <a:gd name="connsiteY67" fmla="*/ 108485 h 625077"/>
                    <a:gd name="connsiteX68" fmla="*/ 392611 w 625077"/>
                    <a:gd name="connsiteY68" fmla="*/ 92987 h 625077"/>
                    <a:gd name="connsiteX69" fmla="*/ 379696 w 625077"/>
                    <a:gd name="connsiteY69" fmla="*/ 90404 h 625077"/>
                    <a:gd name="connsiteX70" fmla="*/ 369364 w 625077"/>
                    <a:gd name="connsiteY70" fmla="*/ 82655 h 625077"/>
                    <a:gd name="connsiteX71" fmla="*/ 366781 w 625077"/>
                    <a:gd name="connsiteY71" fmla="*/ 77489 h 625077"/>
                    <a:gd name="connsiteX72" fmla="*/ 366781 w 625077"/>
                    <a:gd name="connsiteY72" fmla="*/ 0 h 625077"/>
                    <a:gd name="connsiteX73" fmla="*/ 291875 w 625077"/>
                    <a:gd name="connsiteY73" fmla="*/ 123982 h 625077"/>
                    <a:gd name="connsiteX74" fmla="*/ 289292 w 625077"/>
                    <a:gd name="connsiteY74" fmla="*/ 126565 h 625077"/>
                    <a:gd name="connsiteX75" fmla="*/ 276377 w 625077"/>
                    <a:gd name="connsiteY75" fmla="*/ 126565 h 625077"/>
                    <a:gd name="connsiteX76" fmla="*/ 273794 w 625077"/>
                    <a:gd name="connsiteY76" fmla="*/ 129148 h 625077"/>
                    <a:gd name="connsiteX77" fmla="*/ 266046 w 625077"/>
                    <a:gd name="connsiteY77" fmla="*/ 129148 h 625077"/>
                    <a:gd name="connsiteX78" fmla="*/ 263463 w 625077"/>
                    <a:gd name="connsiteY78" fmla="*/ 131731 h 625077"/>
                    <a:gd name="connsiteX79" fmla="*/ 255714 w 625077"/>
                    <a:gd name="connsiteY79" fmla="*/ 131731 h 625077"/>
                    <a:gd name="connsiteX80" fmla="*/ 253131 w 625077"/>
                    <a:gd name="connsiteY80" fmla="*/ 134314 h 625077"/>
                    <a:gd name="connsiteX81" fmla="*/ 247965 w 625077"/>
                    <a:gd name="connsiteY81" fmla="*/ 134314 h 625077"/>
                    <a:gd name="connsiteX82" fmla="*/ 245382 w 625077"/>
                    <a:gd name="connsiteY82" fmla="*/ 136897 h 625077"/>
                    <a:gd name="connsiteX83" fmla="*/ 242799 w 625077"/>
                    <a:gd name="connsiteY83" fmla="*/ 136897 h 625077"/>
                    <a:gd name="connsiteX84" fmla="*/ 240216 w 625077"/>
                    <a:gd name="connsiteY84" fmla="*/ 139480 h 625077"/>
                    <a:gd name="connsiteX85" fmla="*/ 235050 w 625077"/>
                    <a:gd name="connsiteY85" fmla="*/ 139480 h 625077"/>
                    <a:gd name="connsiteX86" fmla="*/ 232467 w 625077"/>
                    <a:gd name="connsiteY86" fmla="*/ 142063 h 625077"/>
                    <a:gd name="connsiteX87" fmla="*/ 229884 w 625077"/>
                    <a:gd name="connsiteY87" fmla="*/ 142063 h 625077"/>
                    <a:gd name="connsiteX88" fmla="*/ 227301 w 625077"/>
                    <a:gd name="connsiteY88" fmla="*/ 144646 h 625077"/>
                    <a:gd name="connsiteX89" fmla="*/ 224718 w 625077"/>
                    <a:gd name="connsiteY89" fmla="*/ 144646 h 625077"/>
                    <a:gd name="connsiteX90" fmla="*/ 219552 w 625077"/>
                    <a:gd name="connsiteY90" fmla="*/ 149812 h 625077"/>
                    <a:gd name="connsiteX91" fmla="*/ 216969 w 625077"/>
                    <a:gd name="connsiteY91" fmla="*/ 149812 h 625077"/>
                    <a:gd name="connsiteX92" fmla="*/ 214386 w 625077"/>
                    <a:gd name="connsiteY92" fmla="*/ 152395 h 625077"/>
                    <a:gd name="connsiteX93" fmla="*/ 211803 w 625077"/>
                    <a:gd name="connsiteY93" fmla="*/ 152395 h 625077"/>
                    <a:gd name="connsiteX94" fmla="*/ 206637 w 625077"/>
                    <a:gd name="connsiteY94" fmla="*/ 157561 h 625077"/>
                    <a:gd name="connsiteX95" fmla="*/ 204054 w 625077"/>
                    <a:gd name="connsiteY95" fmla="*/ 157561 h 625077"/>
                    <a:gd name="connsiteX96" fmla="*/ 196305 w 625077"/>
                    <a:gd name="connsiteY96" fmla="*/ 165310 h 625077"/>
                    <a:gd name="connsiteX97" fmla="*/ 193723 w 625077"/>
                    <a:gd name="connsiteY97" fmla="*/ 165310 h 625077"/>
                    <a:gd name="connsiteX98" fmla="*/ 165310 w 625077"/>
                    <a:gd name="connsiteY98" fmla="*/ 193723 h 625077"/>
                    <a:gd name="connsiteX99" fmla="*/ 165310 w 625077"/>
                    <a:gd name="connsiteY99" fmla="*/ 196305 h 625077"/>
                    <a:gd name="connsiteX100" fmla="*/ 157561 w 625077"/>
                    <a:gd name="connsiteY100" fmla="*/ 204054 h 625077"/>
                    <a:gd name="connsiteX101" fmla="*/ 157561 w 625077"/>
                    <a:gd name="connsiteY101" fmla="*/ 206637 h 625077"/>
                    <a:gd name="connsiteX102" fmla="*/ 152395 w 625077"/>
                    <a:gd name="connsiteY102" fmla="*/ 211803 h 625077"/>
                    <a:gd name="connsiteX103" fmla="*/ 152395 w 625077"/>
                    <a:gd name="connsiteY103" fmla="*/ 214386 h 625077"/>
                    <a:gd name="connsiteX104" fmla="*/ 149812 w 625077"/>
                    <a:gd name="connsiteY104" fmla="*/ 216969 h 625077"/>
                    <a:gd name="connsiteX105" fmla="*/ 149812 w 625077"/>
                    <a:gd name="connsiteY105" fmla="*/ 219552 h 625077"/>
                    <a:gd name="connsiteX106" fmla="*/ 144646 w 625077"/>
                    <a:gd name="connsiteY106" fmla="*/ 224718 h 625077"/>
                    <a:gd name="connsiteX107" fmla="*/ 144646 w 625077"/>
                    <a:gd name="connsiteY107" fmla="*/ 227301 h 625077"/>
                    <a:gd name="connsiteX108" fmla="*/ 142063 w 625077"/>
                    <a:gd name="connsiteY108" fmla="*/ 229884 h 625077"/>
                    <a:gd name="connsiteX109" fmla="*/ 142063 w 625077"/>
                    <a:gd name="connsiteY109" fmla="*/ 232467 h 625077"/>
                    <a:gd name="connsiteX110" fmla="*/ 139480 w 625077"/>
                    <a:gd name="connsiteY110" fmla="*/ 235050 h 625077"/>
                    <a:gd name="connsiteX111" fmla="*/ 139480 w 625077"/>
                    <a:gd name="connsiteY111" fmla="*/ 240216 h 625077"/>
                    <a:gd name="connsiteX112" fmla="*/ 136897 w 625077"/>
                    <a:gd name="connsiteY112" fmla="*/ 242799 h 625077"/>
                    <a:gd name="connsiteX113" fmla="*/ 136897 w 625077"/>
                    <a:gd name="connsiteY113" fmla="*/ 245382 h 625077"/>
                    <a:gd name="connsiteX114" fmla="*/ 134314 w 625077"/>
                    <a:gd name="connsiteY114" fmla="*/ 247965 h 625077"/>
                    <a:gd name="connsiteX115" fmla="*/ 134314 w 625077"/>
                    <a:gd name="connsiteY115" fmla="*/ 253131 h 625077"/>
                    <a:gd name="connsiteX116" fmla="*/ 131731 w 625077"/>
                    <a:gd name="connsiteY116" fmla="*/ 255714 h 625077"/>
                    <a:gd name="connsiteX117" fmla="*/ 131731 w 625077"/>
                    <a:gd name="connsiteY117" fmla="*/ 263463 h 625077"/>
                    <a:gd name="connsiteX118" fmla="*/ 129148 w 625077"/>
                    <a:gd name="connsiteY118" fmla="*/ 266046 h 625077"/>
                    <a:gd name="connsiteX119" fmla="*/ 129148 w 625077"/>
                    <a:gd name="connsiteY119" fmla="*/ 273794 h 625077"/>
                    <a:gd name="connsiteX120" fmla="*/ 126565 w 625077"/>
                    <a:gd name="connsiteY120" fmla="*/ 276377 h 625077"/>
                    <a:gd name="connsiteX121" fmla="*/ 126565 w 625077"/>
                    <a:gd name="connsiteY121" fmla="*/ 291875 h 625077"/>
                    <a:gd name="connsiteX122" fmla="*/ 123982 w 625077"/>
                    <a:gd name="connsiteY122" fmla="*/ 294458 h 625077"/>
                    <a:gd name="connsiteX123" fmla="*/ 123982 w 625077"/>
                    <a:gd name="connsiteY123" fmla="*/ 328037 h 625077"/>
                    <a:gd name="connsiteX124" fmla="*/ 126565 w 625077"/>
                    <a:gd name="connsiteY124" fmla="*/ 330620 h 625077"/>
                    <a:gd name="connsiteX125" fmla="*/ 126565 w 625077"/>
                    <a:gd name="connsiteY125" fmla="*/ 346118 h 625077"/>
                    <a:gd name="connsiteX126" fmla="*/ 129148 w 625077"/>
                    <a:gd name="connsiteY126" fmla="*/ 348701 h 625077"/>
                    <a:gd name="connsiteX127" fmla="*/ 129148 w 625077"/>
                    <a:gd name="connsiteY127" fmla="*/ 359032 h 625077"/>
                    <a:gd name="connsiteX128" fmla="*/ 131731 w 625077"/>
                    <a:gd name="connsiteY128" fmla="*/ 361615 h 625077"/>
                    <a:gd name="connsiteX129" fmla="*/ 131731 w 625077"/>
                    <a:gd name="connsiteY129" fmla="*/ 366781 h 625077"/>
                    <a:gd name="connsiteX130" fmla="*/ 134314 w 625077"/>
                    <a:gd name="connsiteY130" fmla="*/ 369364 h 625077"/>
                    <a:gd name="connsiteX131" fmla="*/ 134314 w 625077"/>
                    <a:gd name="connsiteY131" fmla="*/ 374530 h 625077"/>
                    <a:gd name="connsiteX132" fmla="*/ 136897 w 625077"/>
                    <a:gd name="connsiteY132" fmla="*/ 377113 h 625077"/>
                    <a:gd name="connsiteX133" fmla="*/ 136897 w 625077"/>
                    <a:gd name="connsiteY133" fmla="*/ 382279 h 625077"/>
                    <a:gd name="connsiteX134" fmla="*/ 139480 w 625077"/>
                    <a:gd name="connsiteY134" fmla="*/ 384862 h 625077"/>
                    <a:gd name="connsiteX135" fmla="*/ 139480 w 625077"/>
                    <a:gd name="connsiteY135" fmla="*/ 387445 h 625077"/>
                    <a:gd name="connsiteX136" fmla="*/ 142063 w 625077"/>
                    <a:gd name="connsiteY136" fmla="*/ 390028 h 625077"/>
                    <a:gd name="connsiteX137" fmla="*/ 142063 w 625077"/>
                    <a:gd name="connsiteY137" fmla="*/ 392611 h 625077"/>
                    <a:gd name="connsiteX138" fmla="*/ 144646 w 625077"/>
                    <a:gd name="connsiteY138" fmla="*/ 395194 h 625077"/>
                    <a:gd name="connsiteX139" fmla="*/ 144646 w 625077"/>
                    <a:gd name="connsiteY139" fmla="*/ 397777 h 625077"/>
                    <a:gd name="connsiteX140" fmla="*/ 147229 w 625077"/>
                    <a:gd name="connsiteY140" fmla="*/ 400360 h 625077"/>
                    <a:gd name="connsiteX141" fmla="*/ 147229 w 625077"/>
                    <a:gd name="connsiteY141" fmla="*/ 402943 h 625077"/>
                    <a:gd name="connsiteX142" fmla="*/ 149812 w 625077"/>
                    <a:gd name="connsiteY142" fmla="*/ 405526 h 625077"/>
                    <a:gd name="connsiteX143" fmla="*/ 149812 w 625077"/>
                    <a:gd name="connsiteY143" fmla="*/ 408109 h 625077"/>
                    <a:gd name="connsiteX144" fmla="*/ 154978 w 625077"/>
                    <a:gd name="connsiteY144" fmla="*/ 413275 h 625077"/>
                    <a:gd name="connsiteX145" fmla="*/ 154978 w 625077"/>
                    <a:gd name="connsiteY145" fmla="*/ 415858 h 625077"/>
                    <a:gd name="connsiteX146" fmla="*/ 162727 w 625077"/>
                    <a:gd name="connsiteY146" fmla="*/ 423607 h 625077"/>
                    <a:gd name="connsiteX147" fmla="*/ 162727 w 625077"/>
                    <a:gd name="connsiteY147" fmla="*/ 426190 h 625077"/>
                    <a:gd name="connsiteX148" fmla="*/ 198888 w 625077"/>
                    <a:gd name="connsiteY148" fmla="*/ 462351 h 625077"/>
                    <a:gd name="connsiteX149" fmla="*/ 201471 w 625077"/>
                    <a:gd name="connsiteY149" fmla="*/ 462351 h 625077"/>
                    <a:gd name="connsiteX150" fmla="*/ 206637 w 625077"/>
                    <a:gd name="connsiteY150" fmla="*/ 467517 h 625077"/>
                    <a:gd name="connsiteX151" fmla="*/ 209220 w 625077"/>
                    <a:gd name="connsiteY151" fmla="*/ 467517 h 625077"/>
                    <a:gd name="connsiteX152" fmla="*/ 214386 w 625077"/>
                    <a:gd name="connsiteY152" fmla="*/ 472683 h 625077"/>
                    <a:gd name="connsiteX153" fmla="*/ 216969 w 625077"/>
                    <a:gd name="connsiteY153" fmla="*/ 472683 h 625077"/>
                    <a:gd name="connsiteX154" fmla="*/ 219552 w 625077"/>
                    <a:gd name="connsiteY154" fmla="*/ 475266 h 625077"/>
                    <a:gd name="connsiteX155" fmla="*/ 222135 w 625077"/>
                    <a:gd name="connsiteY155" fmla="*/ 475266 h 625077"/>
                    <a:gd name="connsiteX156" fmla="*/ 224718 w 625077"/>
                    <a:gd name="connsiteY156" fmla="*/ 477849 h 625077"/>
                    <a:gd name="connsiteX157" fmla="*/ 227301 w 625077"/>
                    <a:gd name="connsiteY157" fmla="*/ 477849 h 625077"/>
                    <a:gd name="connsiteX158" fmla="*/ 229884 w 625077"/>
                    <a:gd name="connsiteY158" fmla="*/ 480432 h 625077"/>
                    <a:gd name="connsiteX159" fmla="*/ 232467 w 625077"/>
                    <a:gd name="connsiteY159" fmla="*/ 480432 h 625077"/>
                    <a:gd name="connsiteX160" fmla="*/ 235050 w 625077"/>
                    <a:gd name="connsiteY160" fmla="*/ 483015 h 625077"/>
                    <a:gd name="connsiteX161" fmla="*/ 237633 w 625077"/>
                    <a:gd name="connsiteY161" fmla="*/ 483015 h 625077"/>
                    <a:gd name="connsiteX162" fmla="*/ 240216 w 625077"/>
                    <a:gd name="connsiteY162" fmla="*/ 485598 h 625077"/>
                    <a:gd name="connsiteX163" fmla="*/ 242799 w 625077"/>
                    <a:gd name="connsiteY163" fmla="*/ 485598 h 625077"/>
                    <a:gd name="connsiteX164" fmla="*/ 245382 w 625077"/>
                    <a:gd name="connsiteY164" fmla="*/ 488181 h 625077"/>
                    <a:gd name="connsiteX165" fmla="*/ 250548 w 625077"/>
                    <a:gd name="connsiteY165" fmla="*/ 488181 h 625077"/>
                    <a:gd name="connsiteX166" fmla="*/ 253131 w 625077"/>
                    <a:gd name="connsiteY166" fmla="*/ 490764 h 625077"/>
                    <a:gd name="connsiteX167" fmla="*/ 258297 w 625077"/>
                    <a:gd name="connsiteY167" fmla="*/ 490764 h 625077"/>
                    <a:gd name="connsiteX168" fmla="*/ 260880 w 625077"/>
                    <a:gd name="connsiteY168" fmla="*/ 493347 h 625077"/>
                    <a:gd name="connsiteX169" fmla="*/ 268629 w 625077"/>
                    <a:gd name="connsiteY169" fmla="*/ 493347 h 625077"/>
                    <a:gd name="connsiteX170" fmla="*/ 271212 w 625077"/>
                    <a:gd name="connsiteY170" fmla="*/ 495930 h 625077"/>
                    <a:gd name="connsiteX171" fmla="*/ 281543 w 625077"/>
                    <a:gd name="connsiteY171" fmla="*/ 495930 h 625077"/>
                    <a:gd name="connsiteX172" fmla="*/ 284126 w 625077"/>
                    <a:gd name="connsiteY172" fmla="*/ 498513 h 625077"/>
                    <a:gd name="connsiteX173" fmla="*/ 338369 w 625077"/>
                    <a:gd name="connsiteY173" fmla="*/ 498513 h 625077"/>
                    <a:gd name="connsiteX174" fmla="*/ 340952 w 625077"/>
                    <a:gd name="connsiteY174" fmla="*/ 495930 h 625077"/>
                    <a:gd name="connsiteX175" fmla="*/ 351284 w 625077"/>
                    <a:gd name="connsiteY175" fmla="*/ 495930 h 625077"/>
                    <a:gd name="connsiteX176" fmla="*/ 353866 w 625077"/>
                    <a:gd name="connsiteY176" fmla="*/ 493347 h 625077"/>
                    <a:gd name="connsiteX177" fmla="*/ 361615 w 625077"/>
                    <a:gd name="connsiteY177" fmla="*/ 493347 h 625077"/>
                    <a:gd name="connsiteX178" fmla="*/ 364198 w 625077"/>
                    <a:gd name="connsiteY178" fmla="*/ 490764 h 625077"/>
                    <a:gd name="connsiteX179" fmla="*/ 369364 w 625077"/>
                    <a:gd name="connsiteY179" fmla="*/ 490764 h 625077"/>
                    <a:gd name="connsiteX180" fmla="*/ 371947 w 625077"/>
                    <a:gd name="connsiteY180" fmla="*/ 488181 h 625077"/>
                    <a:gd name="connsiteX181" fmla="*/ 377113 w 625077"/>
                    <a:gd name="connsiteY181" fmla="*/ 488181 h 625077"/>
                    <a:gd name="connsiteX182" fmla="*/ 379696 w 625077"/>
                    <a:gd name="connsiteY182" fmla="*/ 485598 h 625077"/>
                    <a:gd name="connsiteX183" fmla="*/ 384862 w 625077"/>
                    <a:gd name="connsiteY183" fmla="*/ 485598 h 625077"/>
                    <a:gd name="connsiteX184" fmla="*/ 387445 w 625077"/>
                    <a:gd name="connsiteY184" fmla="*/ 483015 h 625077"/>
                    <a:gd name="connsiteX185" fmla="*/ 390028 w 625077"/>
                    <a:gd name="connsiteY185" fmla="*/ 483015 h 625077"/>
                    <a:gd name="connsiteX186" fmla="*/ 392611 w 625077"/>
                    <a:gd name="connsiteY186" fmla="*/ 480432 h 625077"/>
                    <a:gd name="connsiteX187" fmla="*/ 395194 w 625077"/>
                    <a:gd name="connsiteY187" fmla="*/ 480432 h 625077"/>
                    <a:gd name="connsiteX188" fmla="*/ 397777 w 625077"/>
                    <a:gd name="connsiteY188" fmla="*/ 477849 h 625077"/>
                    <a:gd name="connsiteX189" fmla="*/ 400360 w 625077"/>
                    <a:gd name="connsiteY189" fmla="*/ 477849 h 625077"/>
                    <a:gd name="connsiteX190" fmla="*/ 402943 w 625077"/>
                    <a:gd name="connsiteY190" fmla="*/ 475266 h 625077"/>
                    <a:gd name="connsiteX191" fmla="*/ 405526 w 625077"/>
                    <a:gd name="connsiteY191" fmla="*/ 475266 h 625077"/>
                    <a:gd name="connsiteX192" fmla="*/ 410692 w 625077"/>
                    <a:gd name="connsiteY192" fmla="*/ 470100 h 625077"/>
                    <a:gd name="connsiteX193" fmla="*/ 413275 w 625077"/>
                    <a:gd name="connsiteY193" fmla="*/ 470100 h 625077"/>
                    <a:gd name="connsiteX194" fmla="*/ 418441 w 625077"/>
                    <a:gd name="connsiteY194" fmla="*/ 464934 h 625077"/>
                    <a:gd name="connsiteX195" fmla="*/ 421024 w 625077"/>
                    <a:gd name="connsiteY195" fmla="*/ 464934 h 625077"/>
                    <a:gd name="connsiteX196" fmla="*/ 428773 w 625077"/>
                    <a:gd name="connsiteY196" fmla="*/ 457185 h 625077"/>
                    <a:gd name="connsiteX197" fmla="*/ 431355 w 625077"/>
                    <a:gd name="connsiteY197" fmla="*/ 457185 h 625077"/>
                    <a:gd name="connsiteX198" fmla="*/ 457185 w 625077"/>
                    <a:gd name="connsiteY198" fmla="*/ 431355 h 625077"/>
                    <a:gd name="connsiteX199" fmla="*/ 457185 w 625077"/>
                    <a:gd name="connsiteY199" fmla="*/ 428773 h 625077"/>
                    <a:gd name="connsiteX200" fmla="*/ 464934 w 625077"/>
                    <a:gd name="connsiteY200" fmla="*/ 421024 h 625077"/>
                    <a:gd name="connsiteX201" fmla="*/ 464934 w 625077"/>
                    <a:gd name="connsiteY201" fmla="*/ 418441 h 625077"/>
                    <a:gd name="connsiteX202" fmla="*/ 470100 w 625077"/>
                    <a:gd name="connsiteY202" fmla="*/ 413275 h 625077"/>
                    <a:gd name="connsiteX203" fmla="*/ 470100 w 625077"/>
                    <a:gd name="connsiteY203" fmla="*/ 410692 h 625077"/>
                    <a:gd name="connsiteX204" fmla="*/ 475266 w 625077"/>
                    <a:gd name="connsiteY204" fmla="*/ 405526 h 625077"/>
                    <a:gd name="connsiteX205" fmla="*/ 475266 w 625077"/>
                    <a:gd name="connsiteY205" fmla="*/ 402943 h 625077"/>
                    <a:gd name="connsiteX206" fmla="*/ 477849 w 625077"/>
                    <a:gd name="connsiteY206" fmla="*/ 400360 h 625077"/>
                    <a:gd name="connsiteX207" fmla="*/ 477849 w 625077"/>
                    <a:gd name="connsiteY207" fmla="*/ 397777 h 625077"/>
                    <a:gd name="connsiteX208" fmla="*/ 480432 w 625077"/>
                    <a:gd name="connsiteY208" fmla="*/ 395194 h 625077"/>
                    <a:gd name="connsiteX209" fmla="*/ 480432 w 625077"/>
                    <a:gd name="connsiteY209" fmla="*/ 392611 h 625077"/>
                    <a:gd name="connsiteX210" fmla="*/ 483015 w 625077"/>
                    <a:gd name="connsiteY210" fmla="*/ 390028 h 625077"/>
                    <a:gd name="connsiteX211" fmla="*/ 483015 w 625077"/>
                    <a:gd name="connsiteY211" fmla="*/ 387445 h 625077"/>
                    <a:gd name="connsiteX212" fmla="*/ 485598 w 625077"/>
                    <a:gd name="connsiteY212" fmla="*/ 384862 h 625077"/>
                    <a:gd name="connsiteX213" fmla="*/ 485598 w 625077"/>
                    <a:gd name="connsiteY213" fmla="*/ 379696 h 625077"/>
                    <a:gd name="connsiteX214" fmla="*/ 488181 w 625077"/>
                    <a:gd name="connsiteY214" fmla="*/ 377113 h 625077"/>
                    <a:gd name="connsiteX215" fmla="*/ 488181 w 625077"/>
                    <a:gd name="connsiteY215" fmla="*/ 374530 h 625077"/>
                    <a:gd name="connsiteX216" fmla="*/ 490764 w 625077"/>
                    <a:gd name="connsiteY216" fmla="*/ 371947 h 625077"/>
                    <a:gd name="connsiteX217" fmla="*/ 490764 w 625077"/>
                    <a:gd name="connsiteY217" fmla="*/ 364198 h 625077"/>
                    <a:gd name="connsiteX218" fmla="*/ 493347 w 625077"/>
                    <a:gd name="connsiteY218" fmla="*/ 361615 h 625077"/>
                    <a:gd name="connsiteX219" fmla="*/ 493347 w 625077"/>
                    <a:gd name="connsiteY219" fmla="*/ 356449 h 625077"/>
                    <a:gd name="connsiteX220" fmla="*/ 495930 w 625077"/>
                    <a:gd name="connsiteY220" fmla="*/ 353866 h 625077"/>
                    <a:gd name="connsiteX221" fmla="*/ 495930 w 625077"/>
                    <a:gd name="connsiteY221" fmla="*/ 343535 h 625077"/>
                    <a:gd name="connsiteX222" fmla="*/ 498513 w 625077"/>
                    <a:gd name="connsiteY222" fmla="*/ 340952 h 625077"/>
                    <a:gd name="connsiteX223" fmla="*/ 498513 w 625077"/>
                    <a:gd name="connsiteY223" fmla="*/ 284126 h 625077"/>
                    <a:gd name="connsiteX224" fmla="*/ 495930 w 625077"/>
                    <a:gd name="connsiteY224" fmla="*/ 281543 h 625077"/>
                    <a:gd name="connsiteX225" fmla="*/ 495930 w 625077"/>
                    <a:gd name="connsiteY225" fmla="*/ 271212 h 625077"/>
                    <a:gd name="connsiteX226" fmla="*/ 493347 w 625077"/>
                    <a:gd name="connsiteY226" fmla="*/ 268629 h 625077"/>
                    <a:gd name="connsiteX227" fmla="*/ 493347 w 625077"/>
                    <a:gd name="connsiteY227" fmla="*/ 260880 h 625077"/>
                    <a:gd name="connsiteX228" fmla="*/ 490764 w 625077"/>
                    <a:gd name="connsiteY228" fmla="*/ 258297 h 625077"/>
                    <a:gd name="connsiteX229" fmla="*/ 490764 w 625077"/>
                    <a:gd name="connsiteY229" fmla="*/ 253131 h 625077"/>
                    <a:gd name="connsiteX230" fmla="*/ 488181 w 625077"/>
                    <a:gd name="connsiteY230" fmla="*/ 250548 h 625077"/>
                    <a:gd name="connsiteX231" fmla="*/ 488181 w 625077"/>
                    <a:gd name="connsiteY231" fmla="*/ 245382 h 625077"/>
                    <a:gd name="connsiteX232" fmla="*/ 485598 w 625077"/>
                    <a:gd name="connsiteY232" fmla="*/ 242799 h 625077"/>
                    <a:gd name="connsiteX233" fmla="*/ 485598 w 625077"/>
                    <a:gd name="connsiteY233" fmla="*/ 240216 h 625077"/>
                    <a:gd name="connsiteX234" fmla="*/ 483015 w 625077"/>
                    <a:gd name="connsiteY234" fmla="*/ 237633 h 625077"/>
                    <a:gd name="connsiteX235" fmla="*/ 483015 w 625077"/>
                    <a:gd name="connsiteY235" fmla="*/ 232467 h 625077"/>
                    <a:gd name="connsiteX236" fmla="*/ 480432 w 625077"/>
                    <a:gd name="connsiteY236" fmla="*/ 229884 h 625077"/>
                    <a:gd name="connsiteX237" fmla="*/ 480432 w 625077"/>
                    <a:gd name="connsiteY237" fmla="*/ 227301 h 625077"/>
                    <a:gd name="connsiteX238" fmla="*/ 477849 w 625077"/>
                    <a:gd name="connsiteY238" fmla="*/ 224718 h 625077"/>
                    <a:gd name="connsiteX239" fmla="*/ 477849 w 625077"/>
                    <a:gd name="connsiteY239" fmla="*/ 222135 h 625077"/>
                    <a:gd name="connsiteX240" fmla="*/ 472683 w 625077"/>
                    <a:gd name="connsiteY240" fmla="*/ 216969 h 625077"/>
                    <a:gd name="connsiteX241" fmla="*/ 472683 w 625077"/>
                    <a:gd name="connsiteY241" fmla="*/ 214386 h 625077"/>
                    <a:gd name="connsiteX242" fmla="*/ 470100 w 625077"/>
                    <a:gd name="connsiteY242" fmla="*/ 211803 h 625077"/>
                    <a:gd name="connsiteX243" fmla="*/ 470100 w 625077"/>
                    <a:gd name="connsiteY243" fmla="*/ 209220 h 625077"/>
                    <a:gd name="connsiteX244" fmla="*/ 462351 w 625077"/>
                    <a:gd name="connsiteY244" fmla="*/ 201471 h 625077"/>
                    <a:gd name="connsiteX245" fmla="*/ 462351 w 625077"/>
                    <a:gd name="connsiteY245" fmla="*/ 198888 h 625077"/>
                    <a:gd name="connsiteX246" fmla="*/ 452019 w 625077"/>
                    <a:gd name="connsiteY246" fmla="*/ 188557 h 625077"/>
                    <a:gd name="connsiteX247" fmla="*/ 452019 w 625077"/>
                    <a:gd name="connsiteY247" fmla="*/ 185974 h 625077"/>
                    <a:gd name="connsiteX248" fmla="*/ 439104 w 625077"/>
                    <a:gd name="connsiteY248" fmla="*/ 173059 h 625077"/>
                    <a:gd name="connsiteX249" fmla="*/ 436521 w 625077"/>
                    <a:gd name="connsiteY249" fmla="*/ 173059 h 625077"/>
                    <a:gd name="connsiteX250" fmla="*/ 423607 w 625077"/>
                    <a:gd name="connsiteY250" fmla="*/ 160144 h 625077"/>
                    <a:gd name="connsiteX251" fmla="*/ 421024 w 625077"/>
                    <a:gd name="connsiteY251" fmla="*/ 160144 h 625077"/>
                    <a:gd name="connsiteX252" fmla="*/ 415858 w 625077"/>
                    <a:gd name="connsiteY252" fmla="*/ 154978 h 625077"/>
                    <a:gd name="connsiteX253" fmla="*/ 413275 w 625077"/>
                    <a:gd name="connsiteY253" fmla="*/ 154978 h 625077"/>
                    <a:gd name="connsiteX254" fmla="*/ 408109 w 625077"/>
                    <a:gd name="connsiteY254" fmla="*/ 149812 h 625077"/>
                    <a:gd name="connsiteX255" fmla="*/ 405526 w 625077"/>
                    <a:gd name="connsiteY255" fmla="*/ 149812 h 625077"/>
                    <a:gd name="connsiteX256" fmla="*/ 402943 w 625077"/>
                    <a:gd name="connsiteY256" fmla="*/ 147229 h 625077"/>
                    <a:gd name="connsiteX257" fmla="*/ 400360 w 625077"/>
                    <a:gd name="connsiteY257" fmla="*/ 147229 h 625077"/>
                    <a:gd name="connsiteX258" fmla="*/ 397777 w 625077"/>
                    <a:gd name="connsiteY258" fmla="*/ 144646 h 625077"/>
                    <a:gd name="connsiteX259" fmla="*/ 395194 w 625077"/>
                    <a:gd name="connsiteY259" fmla="*/ 144646 h 625077"/>
                    <a:gd name="connsiteX260" fmla="*/ 392611 w 625077"/>
                    <a:gd name="connsiteY260" fmla="*/ 142063 h 625077"/>
                    <a:gd name="connsiteX261" fmla="*/ 390028 w 625077"/>
                    <a:gd name="connsiteY261" fmla="*/ 142063 h 625077"/>
                    <a:gd name="connsiteX262" fmla="*/ 387445 w 625077"/>
                    <a:gd name="connsiteY262" fmla="*/ 139480 h 625077"/>
                    <a:gd name="connsiteX263" fmla="*/ 384862 w 625077"/>
                    <a:gd name="connsiteY263" fmla="*/ 139480 h 625077"/>
                    <a:gd name="connsiteX264" fmla="*/ 382279 w 625077"/>
                    <a:gd name="connsiteY264" fmla="*/ 136897 h 625077"/>
                    <a:gd name="connsiteX265" fmla="*/ 377113 w 625077"/>
                    <a:gd name="connsiteY265" fmla="*/ 136897 h 625077"/>
                    <a:gd name="connsiteX266" fmla="*/ 374530 w 625077"/>
                    <a:gd name="connsiteY266" fmla="*/ 134314 h 625077"/>
                    <a:gd name="connsiteX267" fmla="*/ 369364 w 625077"/>
                    <a:gd name="connsiteY267" fmla="*/ 134314 h 625077"/>
                    <a:gd name="connsiteX268" fmla="*/ 366781 w 625077"/>
                    <a:gd name="connsiteY268" fmla="*/ 131731 h 625077"/>
                    <a:gd name="connsiteX269" fmla="*/ 361615 w 625077"/>
                    <a:gd name="connsiteY269" fmla="*/ 131731 h 625077"/>
                    <a:gd name="connsiteX270" fmla="*/ 359032 w 625077"/>
                    <a:gd name="connsiteY270" fmla="*/ 129148 h 625077"/>
                    <a:gd name="connsiteX271" fmla="*/ 351284 w 625077"/>
                    <a:gd name="connsiteY271" fmla="*/ 129148 h 625077"/>
                    <a:gd name="connsiteX272" fmla="*/ 348701 w 625077"/>
                    <a:gd name="connsiteY272" fmla="*/ 126565 h 625077"/>
                    <a:gd name="connsiteX273" fmla="*/ 333203 w 625077"/>
                    <a:gd name="connsiteY273" fmla="*/ 126565 h 625077"/>
                    <a:gd name="connsiteX274" fmla="*/ 330620 w 625077"/>
                    <a:gd name="connsiteY274" fmla="*/ 123982 h 625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</a:cxnLst>
                  <a:rect l="l" t="t" r="r" b="b"/>
                  <a:pathLst>
                    <a:path w="625077" h="625077">
                      <a:moveTo>
                        <a:pt x="255714" y="0"/>
                      </a:moveTo>
                      <a:lnTo>
                        <a:pt x="255714" y="80072"/>
                      </a:lnTo>
                      <a:lnTo>
                        <a:pt x="245382" y="90404"/>
                      </a:lnTo>
                      <a:lnTo>
                        <a:pt x="224718" y="95570"/>
                      </a:lnTo>
                      <a:lnTo>
                        <a:pt x="201471" y="108485"/>
                      </a:lnTo>
                      <a:lnTo>
                        <a:pt x="188557" y="108485"/>
                      </a:lnTo>
                      <a:lnTo>
                        <a:pt x="183391" y="105902"/>
                      </a:lnTo>
                      <a:lnTo>
                        <a:pt x="129148" y="51659"/>
                      </a:lnTo>
                      <a:lnTo>
                        <a:pt x="51659" y="129148"/>
                      </a:lnTo>
                      <a:lnTo>
                        <a:pt x="108485" y="185974"/>
                      </a:lnTo>
                      <a:lnTo>
                        <a:pt x="108485" y="201471"/>
                      </a:lnTo>
                      <a:lnTo>
                        <a:pt x="98153" y="219552"/>
                      </a:lnTo>
                      <a:lnTo>
                        <a:pt x="98153" y="224718"/>
                      </a:lnTo>
                      <a:lnTo>
                        <a:pt x="92987" y="232467"/>
                      </a:lnTo>
                      <a:lnTo>
                        <a:pt x="90404" y="245382"/>
                      </a:lnTo>
                      <a:lnTo>
                        <a:pt x="80072" y="255714"/>
                      </a:lnTo>
                      <a:lnTo>
                        <a:pt x="0" y="255714"/>
                      </a:lnTo>
                      <a:lnTo>
                        <a:pt x="0" y="366781"/>
                      </a:lnTo>
                      <a:lnTo>
                        <a:pt x="80072" y="366781"/>
                      </a:lnTo>
                      <a:lnTo>
                        <a:pt x="90404" y="377113"/>
                      </a:lnTo>
                      <a:lnTo>
                        <a:pt x="95570" y="397777"/>
                      </a:lnTo>
                      <a:lnTo>
                        <a:pt x="108485" y="421024"/>
                      </a:lnTo>
                      <a:lnTo>
                        <a:pt x="108485" y="436521"/>
                      </a:lnTo>
                      <a:lnTo>
                        <a:pt x="51659" y="493347"/>
                      </a:lnTo>
                      <a:lnTo>
                        <a:pt x="129148" y="570836"/>
                      </a:lnTo>
                      <a:lnTo>
                        <a:pt x="131731" y="570836"/>
                      </a:lnTo>
                      <a:lnTo>
                        <a:pt x="188557" y="514010"/>
                      </a:lnTo>
                      <a:lnTo>
                        <a:pt x="198888" y="514010"/>
                      </a:lnTo>
                      <a:lnTo>
                        <a:pt x="216969" y="524342"/>
                      </a:lnTo>
                      <a:lnTo>
                        <a:pt x="222135" y="524342"/>
                      </a:lnTo>
                      <a:lnTo>
                        <a:pt x="229884" y="529508"/>
                      </a:lnTo>
                      <a:lnTo>
                        <a:pt x="242799" y="532091"/>
                      </a:lnTo>
                      <a:lnTo>
                        <a:pt x="255714" y="542423"/>
                      </a:lnTo>
                      <a:lnTo>
                        <a:pt x="255714" y="625078"/>
                      </a:lnTo>
                      <a:lnTo>
                        <a:pt x="366781" y="625078"/>
                      </a:lnTo>
                      <a:lnTo>
                        <a:pt x="366781" y="545006"/>
                      </a:lnTo>
                      <a:lnTo>
                        <a:pt x="374530" y="534674"/>
                      </a:lnTo>
                      <a:lnTo>
                        <a:pt x="379696" y="534674"/>
                      </a:lnTo>
                      <a:lnTo>
                        <a:pt x="395194" y="526925"/>
                      </a:lnTo>
                      <a:lnTo>
                        <a:pt x="400360" y="526925"/>
                      </a:lnTo>
                      <a:lnTo>
                        <a:pt x="423607" y="514010"/>
                      </a:lnTo>
                      <a:lnTo>
                        <a:pt x="433938" y="514010"/>
                      </a:lnTo>
                      <a:lnTo>
                        <a:pt x="439104" y="516593"/>
                      </a:lnTo>
                      <a:lnTo>
                        <a:pt x="493347" y="570836"/>
                      </a:lnTo>
                      <a:lnTo>
                        <a:pt x="495930" y="570836"/>
                      </a:lnTo>
                      <a:lnTo>
                        <a:pt x="570836" y="495930"/>
                      </a:lnTo>
                      <a:lnTo>
                        <a:pt x="570836" y="493347"/>
                      </a:lnTo>
                      <a:lnTo>
                        <a:pt x="516593" y="439104"/>
                      </a:lnTo>
                      <a:lnTo>
                        <a:pt x="514010" y="433938"/>
                      </a:lnTo>
                      <a:lnTo>
                        <a:pt x="514010" y="426190"/>
                      </a:lnTo>
                      <a:lnTo>
                        <a:pt x="529508" y="395194"/>
                      </a:lnTo>
                      <a:lnTo>
                        <a:pt x="534674" y="374530"/>
                      </a:lnTo>
                      <a:lnTo>
                        <a:pt x="539840" y="369364"/>
                      </a:lnTo>
                      <a:lnTo>
                        <a:pt x="545006" y="366781"/>
                      </a:lnTo>
                      <a:lnTo>
                        <a:pt x="625078" y="366781"/>
                      </a:lnTo>
                      <a:lnTo>
                        <a:pt x="625078" y="255714"/>
                      </a:lnTo>
                      <a:lnTo>
                        <a:pt x="542423" y="255714"/>
                      </a:lnTo>
                      <a:lnTo>
                        <a:pt x="534674" y="247965"/>
                      </a:lnTo>
                      <a:lnTo>
                        <a:pt x="534674" y="242799"/>
                      </a:lnTo>
                      <a:lnTo>
                        <a:pt x="526925" y="227301"/>
                      </a:lnTo>
                      <a:lnTo>
                        <a:pt x="526925" y="222135"/>
                      </a:lnTo>
                      <a:lnTo>
                        <a:pt x="514010" y="198888"/>
                      </a:lnTo>
                      <a:lnTo>
                        <a:pt x="514010" y="188557"/>
                      </a:lnTo>
                      <a:lnTo>
                        <a:pt x="570836" y="131731"/>
                      </a:lnTo>
                      <a:lnTo>
                        <a:pt x="570836" y="129148"/>
                      </a:lnTo>
                      <a:lnTo>
                        <a:pt x="493347" y="51659"/>
                      </a:lnTo>
                      <a:lnTo>
                        <a:pt x="436521" y="108485"/>
                      </a:lnTo>
                      <a:lnTo>
                        <a:pt x="423607" y="108485"/>
                      </a:lnTo>
                      <a:lnTo>
                        <a:pt x="392611" y="92987"/>
                      </a:lnTo>
                      <a:lnTo>
                        <a:pt x="379696" y="90404"/>
                      </a:lnTo>
                      <a:lnTo>
                        <a:pt x="369364" y="82655"/>
                      </a:lnTo>
                      <a:lnTo>
                        <a:pt x="366781" y="77489"/>
                      </a:lnTo>
                      <a:lnTo>
                        <a:pt x="366781" y="0"/>
                      </a:lnTo>
                      <a:close/>
                      <a:moveTo>
                        <a:pt x="291875" y="123982"/>
                      </a:moveTo>
                      <a:lnTo>
                        <a:pt x="289292" y="126565"/>
                      </a:lnTo>
                      <a:lnTo>
                        <a:pt x="276377" y="126565"/>
                      </a:lnTo>
                      <a:lnTo>
                        <a:pt x="273794" y="129148"/>
                      </a:lnTo>
                      <a:lnTo>
                        <a:pt x="266046" y="129148"/>
                      </a:lnTo>
                      <a:lnTo>
                        <a:pt x="263463" y="131731"/>
                      </a:lnTo>
                      <a:lnTo>
                        <a:pt x="255714" y="131731"/>
                      </a:lnTo>
                      <a:lnTo>
                        <a:pt x="253131" y="134314"/>
                      </a:lnTo>
                      <a:lnTo>
                        <a:pt x="247965" y="134314"/>
                      </a:lnTo>
                      <a:lnTo>
                        <a:pt x="245382" y="136897"/>
                      </a:lnTo>
                      <a:lnTo>
                        <a:pt x="242799" y="136897"/>
                      </a:lnTo>
                      <a:lnTo>
                        <a:pt x="240216" y="139480"/>
                      </a:lnTo>
                      <a:lnTo>
                        <a:pt x="235050" y="139480"/>
                      </a:lnTo>
                      <a:lnTo>
                        <a:pt x="232467" y="142063"/>
                      </a:lnTo>
                      <a:lnTo>
                        <a:pt x="229884" y="142063"/>
                      </a:lnTo>
                      <a:lnTo>
                        <a:pt x="227301" y="144646"/>
                      </a:lnTo>
                      <a:lnTo>
                        <a:pt x="224718" y="144646"/>
                      </a:lnTo>
                      <a:lnTo>
                        <a:pt x="219552" y="149812"/>
                      </a:lnTo>
                      <a:lnTo>
                        <a:pt x="216969" y="149812"/>
                      </a:lnTo>
                      <a:lnTo>
                        <a:pt x="214386" y="152395"/>
                      </a:lnTo>
                      <a:lnTo>
                        <a:pt x="211803" y="152395"/>
                      </a:lnTo>
                      <a:lnTo>
                        <a:pt x="206637" y="157561"/>
                      </a:lnTo>
                      <a:lnTo>
                        <a:pt x="204054" y="157561"/>
                      </a:lnTo>
                      <a:lnTo>
                        <a:pt x="196305" y="165310"/>
                      </a:lnTo>
                      <a:lnTo>
                        <a:pt x="193723" y="165310"/>
                      </a:lnTo>
                      <a:lnTo>
                        <a:pt x="165310" y="193723"/>
                      </a:lnTo>
                      <a:lnTo>
                        <a:pt x="165310" y="196305"/>
                      </a:lnTo>
                      <a:lnTo>
                        <a:pt x="157561" y="204054"/>
                      </a:lnTo>
                      <a:lnTo>
                        <a:pt x="157561" y="206637"/>
                      </a:lnTo>
                      <a:lnTo>
                        <a:pt x="152395" y="211803"/>
                      </a:lnTo>
                      <a:lnTo>
                        <a:pt x="152395" y="214386"/>
                      </a:lnTo>
                      <a:lnTo>
                        <a:pt x="149812" y="216969"/>
                      </a:lnTo>
                      <a:lnTo>
                        <a:pt x="149812" y="219552"/>
                      </a:lnTo>
                      <a:lnTo>
                        <a:pt x="144646" y="224718"/>
                      </a:lnTo>
                      <a:lnTo>
                        <a:pt x="144646" y="227301"/>
                      </a:lnTo>
                      <a:lnTo>
                        <a:pt x="142063" y="229884"/>
                      </a:lnTo>
                      <a:lnTo>
                        <a:pt x="142063" y="232467"/>
                      </a:lnTo>
                      <a:lnTo>
                        <a:pt x="139480" y="235050"/>
                      </a:lnTo>
                      <a:lnTo>
                        <a:pt x="139480" y="240216"/>
                      </a:lnTo>
                      <a:lnTo>
                        <a:pt x="136897" y="242799"/>
                      </a:lnTo>
                      <a:lnTo>
                        <a:pt x="136897" y="245382"/>
                      </a:lnTo>
                      <a:lnTo>
                        <a:pt x="134314" y="247965"/>
                      </a:lnTo>
                      <a:lnTo>
                        <a:pt x="134314" y="253131"/>
                      </a:lnTo>
                      <a:lnTo>
                        <a:pt x="131731" y="255714"/>
                      </a:lnTo>
                      <a:lnTo>
                        <a:pt x="131731" y="263463"/>
                      </a:lnTo>
                      <a:lnTo>
                        <a:pt x="129148" y="266046"/>
                      </a:lnTo>
                      <a:lnTo>
                        <a:pt x="129148" y="273794"/>
                      </a:lnTo>
                      <a:lnTo>
                        <a:pt x="126565" y="276377"/>
                      </a:lnTo>
                      <a:lnTo>
                        <a:pt x="126565" y="291875"/>
                      </a:lnTo>
                      <a:lnTo>
                        <a:pt x="123982" y="294458"/>
                      </a:lnTo>
                      <a:lnTo>
                        <a:pt x="123982" y="328037"/>
                      </a:lnTo>
                      <a:lnTo>
                        <a:pt x="126565" y="330620"/>
                      </a:lnTo>
                      <a:lnTo>
                        <a:pt x="126565" y="346118"/>
                      </a:lnTo>
                      <a:lnTo>
                        <a:pt x="129148" y="348701"/>
                      </a:lnTo>
                      <a:lnTo>
                        <a:pt x="129148" y="359032"/>
                      </a:lnTo>
                      <a:lnTo>
                        <a:pt x="131731" y="361615"/>
                      </a:lnTo>
                      <a:lnTo>
                        <a:pt x="131731" y="366781"/>
                      </a:lnTo>
                      <a:lnTo>
                        <a:pt x="134314" y="369364"/>
                      </a:lnTo>
                      <a:lnTo>
                        <a:pt x="134314" y="374530"/>
                      </a:lnTo>
                      <a:lnTo>
                        <a:pt x="136897" y="377113"/>
                      </a:lnTo>
                      <a:lnTo>
                        <a:pt x="136897" y="382279"/>
                      </a:lnTo>
                      <a:lnTo>
                        <a:pt x="139480" y="384862"/>
                      </a:lnTo>
                      <a:lnTo>
                        <a:pt x="139480" y="387445"/>
                      </a:lnTo>
                      <a:lnTo>
                        <a:pt x="142063" y="390028"/>
                      </a:lnTo>
                      <a:lnTo>
                        <a:pt x="142063" y="392611"/>
                      </a:lnTo>
                      <a:lnTo>
                        <a:pt x="144646" y="395194"/>
                      </a:lnTo>
                      <a:lnTo>
                        <a:pt x="144646" y="397777"/>
                      </a:lnTo>
                      <a:lnTo>
                        <a:pt x="147229" y="400360"/>
                      </a:lnTo>
                      <a:lnTo>
                        <a:pt x="147229" y="402943"/>
                      </a:lnTo>
                      <a:lnTo>
                        <a:pt x="149812" y="405526"/>
                      </a:lnTo>
                      <a:lnTo>
                        <a:pt x="149812" y="408109"/>
                      </a:lnTo>
                      <a:lnTo>
                        <a:pt x="154978" y="413275"/>
                      </a:lnTo>
                      <a:lnTo>
                        <a:pt x="154978" y="415858"/>
                      </a:lnTo>
                      <a:lnTo>
                        <a:pt x="162727" y="423607"/>
                      </a:lnTo>
                      <a:lnTo>
                        <a:pt x="162727" y="426190"/>
                      </a:lnTo>
                      <a:lnTo>
                        <a:pt x="198888" y="462351"/>
                      </a:lnTo>
                      <a:lnTo>
                        <a:pt x="201471" y="462351"/>
                      </a:lnTo>
                      <a:lnTo>
                        <a:pt x="206637" y="467517"/>
                      </a:lnTo>
                      <a:lnTo>
                        <a:pt x="209220" y="467517"/>
                      </a:lnTo>
                      <a:lnTo>
                        <a:pt x="214386" y="472683"/>
                      </a:lnTo>
                      <a:lnTo>
                        <a:pt x="216969" y="472683"/>
                      </a:lnTo>
                      <a:lnTo>
                        <a:pt x="219552" y="475266"/>
                      </a:lnTo>
                      <a:lnTo>
                        <a:pt x="222135" y="475266"/>
                      </a:lnTo>
                      <a:lnTo>
                        <a:pt x="224718" y="477849"/>
                      </a:lnTo>
                      <a:lnTo>
                        <a:pt x="227301" y="477849"/>
                      </a:lnTo>
                      <a:lnTo>
                        <a:pt x="229884" y="480432"/>
                      </a:lnTo>
                      <a:lnTo>
                        <a:pt x="232467" y="480432"/>
                      </a:lnTo>
                      <a:lnTo>
                        <a:pt x="235050" y="483015"/>
                      </a:lnTo>
                      <a:lnTo>
                        <a:pt x="237633" y="483015"/>
                      </a:lnTo>
                      <a:lnTo>
                        <a:pt x="240216" y="485598"/>
                      </a:lnTo>
                      <a:lnTo>
                        <a:pt x="242799" y="485598"/>
                      </a:lnTo>
                      <a:lnTo>
                        <a:pt x="245382" y="488181"/>
                      </a:lnTo>
                      <a:lnTo>
                        <a:pt x="250548" y="488181"/>
                      </a:lnTo>
                      <a:lnTo>
                        <a:pt x="253131" y="490764"/>
                      </a:lnTo>
                      <a:lnTo>
                        <a:pt x="258297" y="490764"/>
                      </a:lnTo>
                      <a:lnTo>
                        <a:pt x="260880" y="493347"/>
                      </a:lnTo>
                      <a:lnTo>
                        <a:pt x="268629" y="493347"/>
                      </a:lnTo>
                      <a:lnTo>
                        <a:pt x="271212" y="495930"/>
                      </a:lnTo>
                      <a:lnTo>
                        <a:pt x="281543" y="495930"/>
                      </a:lnTo>
                      <a:lnTo>
                        <a:pt x="284126" y="498513"/>
                      </a:lnTo>
                      <a:lnTo>
                        <a:pt x="338369" y="498513"/>
                      </a:lnTo>
                      <a:lnTo>
                        <a:pt x="340952" y="495930"/>
                      </a:lnTo>
                      <a:lnTo>
                        <a:pt x="351284" y="495930"/>
                      </a:lnTo>
                      <a:lnTo>
                        <a:pt x="353866" y="493347"/>
                      </a:lnTo>
                      <a:lnTo>
                        <a:pt x="361615" y="493347"/>
                      </a:lnTo>
                      <a:lnTo>
                        <a:pt x="364198" y="490764"/>
                      </a:lnTo>
                      <a:lnTo>
                        <a:pt x="369364" y="490764"/>
                      </a:lnTo>
                      <a:lnTo>
                        <a:pt x="371947" y="488181"/>
                      </a:lnTo>
                      <a:lnTo>
                        <a:pt x="377113" y="488181"/>
                      </a:lnTo>
                      <a:lnTo>
                        <a:pt x="379696" y="485598"/>
                      </a:lnTo>
                      <a:lnTo>
                        <a:pt x="384862" y="485598"/>
                      </a:lnTo>
                      <a:lnTo>
                        <a:pt x="387445" y="483015"/>
                      </a:lnTo>
                      <a:lnTo>
                        <a:pt x="390028" y="483015"/>
                      </a:lnTo>
                      <a:lnTo>
                        <a:pt x="392611" y="480432"/>
                      </a:lnTo>
                      <a:lnTo>
                        <a:pt x="395194" y="480432"/>
                      </a:lnTo>
                      <a:lnTo>
                        <a:pt x="397777" y="477849"/>
                      </a:lnTo>
                      <a:lnTo>
                        <a:pt x="400360" y="477849"/>
                      </a:lnTo>
                      <a:lnTo>
                        <a:pt x="402943" y="475266"/>
                      </a:lnTo>
                      <a:lnTo>
                        <a:pt x="405526" y="475266"/>
                      </a:lnTo>
                      <a:lnTo>
                        <a:pt x="410692" y="470100"/>
                      </a:lnTo>
                      <a:lnTo>
                        <a:pt x="413275" y="470100"/>
                      </a:lnTo>
                      <a:lnTo>
                        <a:pt x="418441" y="464934"/>
                      </a:lnTo>
                      <a:lnTo>
                        <a:pt x="421024" y="464934"/>
                      </a:lnTo>
                      <a:lnTo>
                        <a:pt x="428773" y="457185"/>
                      </a:lnTo>
                      <a:lnTo>
                        <a:pt x="431355" y="457185"/>
                      </a:lnTo>
                      <a:lnTo>
                        <a:pt x="457185" y="431355"/>
                      </a:lnTo>
                      <a:lnTo>
                        <a:pt x="457185" y="428773"/>
                      </a:lnTo>
                      <a:lnTo>
                        <a:pt x="464934" y="421024"/>
                      </a:lnTo>
                      <a:lnTo>
                        <a:pt x="464934" y="418441"/>
                      </a:lnTo>
                      <a:lnTo>
                        <a:pt x="470100" y="413275"/>
                      </a:lnTo>
                      <a:lnTo>
                        <a:pt x="470100" y="410692"/>
                      </a:lnTo>
                      <a:lnTo>
                        <a:pt x="475266" y="405526"/>
                      </a:lnTo>
                      <a:lnTo>
                        <a:pt x="475266" y="402943"/>
                      </a:lnTo>
                      <a:lnTo>
                        <a:pt x="477849" y="400360"/>
                      </a:lnTo>
                      <a:lnTo>
                        <a:pt x="477849" y="397777"/>
                      </a:lnTo>
                      <a:lnTo>
                        <a:pt x="480432" y="395194"/>
                      </a:lnTo>
                      <a:lnTo>
                        <a:pt x="480432" y="392611"/>
                      </a:lnTo>
                      <a:lnTo>
                        <a:pt x="483015" y="390028"/>
                      </a:lnTo>
                      <a:lnTo>
                        <a:pt x="483015" y="387445"/>
                      </a:lnTo>
                      <a:lnTo>
                        <a:pt x="485598" y="384862"/>
                      </a:lnTo>
                      <a:lnTo>
                        <a:pt x="485598" y="379696"/>
                      </a:lnTo>
                      <a:lnTo>
                        <a:pt x="488181" y="377113"/>
                      </a:lnTo>
                      <a:lnTo>
                        <a:pt x="488181" y="374530"/>
                      </a:lnTo>
                      <a:lnTo>
                        <a:pt x="490764" y="371947"/>
                      </a:lnTo>
                      <a:lnTo>
                        <a:pt x="490764" y="364198"/>
                      </a:lnTo>
                      <a:lnTo>
                        <a:pt x="493347" y="361615"/>
                      </a:lnTo>
                      <a:lnTo>
                        <a:pt x="493347" y="356449"/>
                      </a:lnTo>
                      <a:lnTo>
                        <a:pt x="495930" y="353866"/>
                      </a:lnTo>
                      <a:lnTo>
                        <a:pt x="495930" y="343535"/>
                      </a:lnTo>
                      <a:lnTo>
                        <a:pt x="498513" y="340952"/>
                      </a:lnTo>
                      <a:lnTo>
                        <a:pt x="498513" y="284126"/>
                      </a:lnTo>
                      <a:lnTo>
                        <a:pt x="495930" y="281543"/>
                      </a:lnTo>
                      <a:lnTo>
                        <a:pt x="495930" y="271212"/>
                      </a:lnTo>
                      <a:lnTo>
                        <a:pt x="493347" y="268629"/>
                      </a:lnTo>
                      <a:lnTo>
                        <a:pt x="493347" y="260880"/>
                      </a:lnTo>
                      <a:lnTo>
                        <a:pt x="490764" y="258297"/>
                      </a:lnTo>
                      <a:lnTo>
                        <a:pt x="490764" y="253131"/>
                      </a:lnTo>
                      <a:lnTo>
                        <a:pt x="488181" y="250548"/>
                      </a:lnTo>
                      <a:lnTo>
                        <a:pt x="488181" y="245382"/>
                      </a:lnTo>
                      <a:lnTo>
                        <a:pt x="485598" y="242799"/>
                      </a:lnTo>
                      <a:lnTo>
                        <a:pt x="485598" y="240216"/>
                      </a:lnTo>
                      <a:lnTo>
                        <a:pt x="483015" y="237633"/>
                      </a:lnTo>
                      <a:lnTo>
                        <a:pt x="483015" y="232467"/>
                      </a:lnTo>
                      <a:lnTo>
                        <a:pt x="480432" y="229884"/>
                      </a:lnTo>
                      <a:lnTo>
                        <a:pt x="480432" y="227301"/>
                      </a:lnTo>
                      <a:lnTo>
                        <a:pt x="477849" y="224718"/>
                      </a:lnTo>
                      <a:lnTo>
                        <a:pt x="477849" y="222135"/>
                      </a:lnTo>
                      <a:lnTo>
                        <a:pt x="472683" y="216969"/>
                      </a:lnTo>
                      <a:lnTo>
                        <a:pt x="472683" y="214386"/>
                      </a:lnTo>
                      <a:lnTo>
                        <a:pt x="470100" y="211803"/>
                      </a:lnTo>
                      <a:lnTo>
                        <a:pt x="470100" y="209220"/>
                      </a:lnTo>
                      <a:lnTo>
                        <a:pt x="462351" y="201471"/>
                      </a:lnTo>
                      <a:lnTo>
                        <a:pt x="462351" y="198888"/>
                      </a:lnTo>
                      <a:lnTo>
                        <a:pt x="452019" y="188557"/>
                      </a:lnTo>
                      <a:lnTo>
                        <a:pt x="452019" y="185974"/>
                      </a:lnTo>
                      <a:lnTo>
                        <a:pt x="439104" y="173059"/>
                      </a:lnTo>
                      <a:lnTo>
                        <a:pt x="436521" y="173059"/>
                      </a:lnTo>
                      <a:lnTo>
                        <a:pt x="423607" y="160144"/>
                      </a:lnTo>
                      <a:lnTo>
                        <a:pt x="421024" y="160144"/>
                      </a:lnTo>
                      <a:lnTo>
                        <a:pt x="415858" y="154978"/>
                      </a:lnTo>
                      <a:lnTo>
                        <a:pt x="413275" y="154978"/>
                      </a:lnTo>
                      <a:lnTo>
                        <a:pt x="408109" y="149812"/>
                      </a:lnTo>
                      <a:lnTo>
                        <a:pt x="405526" y="149812"/>
                      </a:lnTo>
                      <a:lnTo>
                        <a:pt x="402943" y="147229"/>
                      </a:lnTo>
                      <a:lnTo>
                        <a:pt x="400360" y="147229"/>
                      </a:lnTo>
                      <a:lnTo>
                        <a:pt x="397777" y="144646"/>
                      </a:lnTo>
                      <a:lnTo>
                        <a:pt x="395194" y="144646"/>
                      </a:lnTo>
                      <a:lnTo>
                        <a:pt x="392611" y="142063"/>
                      </a:lnTo>
                      <a:lnTo>
                        <a:pt x="390028" y="142063"/>
                      </a:lnTo>
                      <a:lnTo>
                        <a:pt x="387445" y="139480"/>
                      </a:lnTo>
                      <a:lnTo>
                        <a:pt x="384862" y="139480"/>
                      </a:lnTo>
                      <a:lnTo>
                        <a:pt x="382279" y="136897"/>
                      </a:lnTo>
                      <a:lnTo>
                        <a:pt x="377113" y="136897"/>
                      </a:lnTo>
                      <a:lnTo>
                        <a:pt x="374530" y="134314"/>
                      </a:lnTo>
                      <a:lnTo>
                        <a:pt x="369364" y="134314"/>
                      </a:lnTo>
                      <a:lnTo>
                        <a:pt x="366781" y="131731"/>
                      </a:lnTo>
                      <a:lnTo>
                        <a:pt x="361615" y="131731"/>
                      </a:lnTo>
                      <a:lnTo>
                        <a:pt x="359032" y="129148"/>
                      </a:lnTo>
                      <a:lnTo>
                        <a:pt x="351284" y="129148"/>
                      </a:lnTo>
                      <a:lnTo>
                        <a:pt x="348701" y="126565"/>
                      </a:lnTo>
                      <a:lnTo>
                        <a:pt x="333203" y="126565"/>
                      </a:lnTo>
                      <a:lnTo>
                        <a:pt x="330620" y="123982"/>
                      </a:lnTo>
                      <a:close/>
                    </a:path>
                  </a:pathLst>
                </a:custGeom>
                <a:solidFill>
                  <a:srgbClr val="7030A0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1" name="任意形状 7010">
                  <a:extLst>
                    <a:ext uri="{FF2B5EF4-FFF2-40B4-BE49-F238E27FC236}">
                      <a16:creationId xmlns:a16="http://schemas.microsoft.com/office/drawing/2014/main" id="{D9AC67B3-40D9-627F-E561-E0FEBE722BC2}"/>
                    </a:ext>
                  </a:extLst>
                </p:cNvPr>
                <p:cNvSpPr/>
                <p:nvPr/>
              </p:nvSpPr>
              <p:spPr>
                <a:xfrm>
                  <a:off x="4685713" y="4952248"/>
                  <a:ext cx="875625" cy="183390"/>
                </a:xfrm>
                <a:custGeom>
                  <a:avLst/>
                  <a:gdLst>
                    <a:gd name="connsiteX0" fmla="*/ 0 w 875625"/>
                    <a:gd name="connsiteY0" fmla="*/ 38745 h 183390"/>
                    <a:gd name="connsiteX1" fmla="*/ 0 w 875625"/>
                    <a:gd name="connsiteY1" fmla="*/ 183391 h 183390"/>
                    <a:gd name="connsiteX2" fmla="*/ 875626 w 875625"/>
                    <a:gd name="connsiteY2" fmla="*/ 183391 h 183390"/>
                    <a:gd name="connsiteX3" fmla="*/ 875626 w 875625"/>
                    <a:gd name="connsiteY3" fmla="*/ 30996 h 183390"/>
                    <a:gd name="connsiteX4" fmla="*/ 873043 w 875625"/>
                    <a:gd name="connsiteY4" fmla="*/ 28413 h 183390"/>
                    <a:gd name="connsiteX5" fmla="*/ 870460 w 875625"/>
                    <a:gd name="connsiteY5" fmla="*/ 20664 h 183390"/>
                    <a:gd name="connsiteX6" fmla="*/ 862711 w 875625"/>
                    <a:gd name="connsiteY6" fmla="*/ 10332 h 183390"/>
                    <a:gd name="connsiteX7" fmla="*/ 860128 w 875625"/>
                    <a:gd name="connsiteY7" fmla="*/ 10332 h 183390"/>
                    <a:gd name="connsiteX8" fmla="*/ 849796 w 875625"/>
                    <a:gd name="connsiteY8" fmla="*/ 2583 h 183390"/>
                    <a:gd name="connsiteX9" fmla="*/ 842047 w 875625"/>
                    <a:gd name="connsiteY9" fmla="*/ 2583 h 183390"/>
                    <a:gd name="connsiteX10" fmla="*/ 839464 w 875625"/>
                    <a:gd name="connsiteY10" fmla="*/ 0 h 183390"/>
                    <a:gd name="connsiteX11" fmla="*/ 38745 w 875625"/>
                    <a:gd name="connsiteY11" fmla="*/ 0 h 183390"/>
                    <a:gd name="connsiteX12" fmla="*/ 36162 w 875625"/>
                    <a:gd name="connsiteY12" fmla="*/ 2583 h 183390"/>
                    <a:gd name="connsiteX13" fmla="*/ 28413 w 875625"/>
                    <a:gd name="connsiteY13" fmla="*/ 2583 h 183390"/>
                    <a:gd name="connsiteX14" fmla="*/ 25830 w 875625"/>
                    <a:gd name="connsiteY14" fmla="*/ 5166 h 183390"/>
                    <a:gd name="connsiteX15" fmla="*/ 18081 w 875625"/>
                    <a:gd name="connsiteY15" fmla="*/ 7749 h 183390"/>
                    <a:gd name="connsiteX16" fmla="*/ 7749 w 875625"/>
                    <a:gd name="connsiteY16" fmla="*/ 18081 h 183390"/>
                    <a:gd name="connsiteX17" fmla="*/ 7749 w 875625"/>
                    <a:gd name="connsiteY17" fmla="*/ 20664 h 183390"/>
                    <a:gd name="connsiteX18" fmla="*/ 2583 w 875625"/>
                    <a:gd name="connsiteY18" fmla="*/ 28413 h 183390"/>
                    <a:gd name="connsiteX19" fmla="*/ 2583 w 875625"/>
                    <a:gd name="connsiteY19" fmla="*/ 36162 h 183390"/>
                    <a:gd name="connsiteX20" fmla="*/ 374530 w 875625"/>
                    <a:gd name="connsiteY20" fmla="*/ 43910 h 183390"/>
                    <a:gd name="connsiteX21" fmla="*/ 371947 w 875625"/>
                    <a:gd name="connsiteY21" fmla="*/ 46493 h 183390"/>
                    <a:gd name="connsiteX22" fmla="*/ 369364 w 875625"/>
                    <a:gd name="connsiteY22" fmla="*/ 46493 h 183390"/>
                    <a:gd name="connsiteX23" fmla="*/ 366781 w 875625"/>
                    <a:gd name="connsiteY23" fmla="*/ 49076 h 183390"/>
                    <a:gd name="connsiteX24" fmla="*/ 364198 w 875625"/>
                    <a:gd name="connsiteY24" fmla="*/ 49076 h 183390"/>
                    <a:gd name="connsiteX25" fmla="*/ 361615 w 875625"/>
                    <a:gd name="connsiteY25" fmla="*/ 51659 h 183390"/>
                    <a:gd name="connsiteX26" fmla="*/ 359032 w 875625"/>
                    <a:gd name="connsiteY26" fmla="*/ 51659 h 183390"/>
                    <a:gd name="connsiteX27" fmla="*/ 343535 w 875625"/>
                    <a:gd name="connsiteY27" fmla="*/ 67157 h 183390"/>
                    <a:gd name="connsiteX28" fmla="*/ 343535 w 875625"/>
                    <a:gd name="connsiteY28" fmla="*/ 69740 h 183390"/>
                    <a:gd name="connsiteX29" fmla="*/ 340952 w 875625"/>
                    <a:gd name="connsiteY29" fmla="*/ 72323 h 183390"/>
                    <a:gd name="connsiteX30" fmla="*/ 340952 w 875625"/>
                    <a:gd name="connsiteY30" fmla="*/ 74906 h 183390"/>
                    <a:gd name="connsiteX31" fmla="*/ 338369 w 875625"/>
                    <a:gd name="connsiteY31" fmla="*/ 77489 h 183390"/>
                    <a:gd name="connsiteX32" fmla="*/ 338369 w 875625"/>
                    <a:gd name="connsiteY32" fmla="*/ 80072 h 183390"/>
                    <a:gd name="connsiteX33" fmla="*/ 335786 w 875625"/>
                    <a:gd name="connsiteY33" fmla="*/ 82655 h 183390"/>
                    <a:gd name="connsiteX34" fmla="*/ 335786 w 875625"/>
                    <a:gd name="connsiteY34" fmla="*/ 95570 h 183390"/>
                    <a:gd name="connsiteX35" fmla="*/ 333203 w 875625"/>
                    <a:gd name="connsiteY35" fmla="*/ 98153 h 183390"/>
                    <a:gd name="connsiteX36" fmla="*/ 333203 w 875625"/>
                    <a:gd name="connsiteY36" fmla="*/ 100736 h 183390"/>
                    <a:gd name="connsiteX37" fmla="*/ 335786 w 875625"/>
                    <a:gd name="connsiteY37" fmla="*/ 103319 h 183390"/>
                    <a:gd name="connsiteX38" fmla="*/ 335786 w 875625"/>
                    <a:gd name="connsiteY38" fmla="*/ 113651 h 183390"/>
                    <a:gd name="connsiteX39" fmla="*/ 338369 w 875625"/>
                    <a:gd name="connsiteY39" fmla="*/ 116234 h 183390"/>
                    <a:gd name="connsiteX40" fmla="*/ 338369 w 875625"/>
                    <a:gd name="connsiteY40" fmla="*/ 121399 h 183390"/>
                    <a:gd name="connsiteX41" fmla="*/ 340952 w 875625"/>
                    <a:gd name="connsiteY41" fmla="*/ 123982 h 183390"/>
                    <a:gd name="connsiteX42" fmla="*/ 340952 w 875625"/>
                    <a:gd name="connsiteY42" fmla="*/ 126565 h 183390"/>
                    <a:gd name="connsiteX43" fmla="*/ 346118 w 875625"/>
                    <a:gd name="connsiteY43" fmla="*/ 131731 h 183390"/>
                    <a:gd name="connsiteX44" fmla="*/ 346118 w 875625"/>
                    <a:gd name="connsiteY44" fmla="*/ 134314 h 183390"/>
                    <a:gd name="connsiteX45" fmla="*/ 353866 w 875625"/>
                    <a:gd name="connsiteY45" fmla="*/ 142063 h 183390"/>
                    <a:gd name="connsiteX46" fmla="*/ 356449 w 875625"/>
                    <a:gd name="connsiteY46" fmla="*/ 142063 h 183390"/>
                    <a:gd name="connsiteX47" fmla="*/ 361615 w 875625"/>
                    <a:gd name="connsiteY47" fmla="*/ 147229 h 183390"/>
                    <a:gd name="connsiteX48" fmla="*/ 364198 w 875625"/>
                    <a:gd name="connsiteY48" fmla="*/ 147229 h 183390"/>
                    <a:gd name="connsiteX49" fmla="*/ 366781 w 875625"/>
                    <a:gd name="connsiteY49" fmla="*/ 149812 h 183390"/>
                    <a:gd name="connsiteX50" fmla="*/ 369364 w 875625"/>
                    <a:gd name="connsiteY50" fmla="*/ 149812 h 183390"/>
                    <a:gd name="connsiteX51" fmla="*/ 371947 w 875625"/>
                    <a:gd name="connsiteY51" fmla="*/ 152395 h 183390"/>
                    <a:gd name="connsiteX52" fmla="*/ 377113 w 875625"/>
                    <a:gd name="connsiteY52" fmla="*/ 152395 h 183390"/>
                    <a:gd name="connsiteX53" fmla="*/ 379696 w 875625"/>
                    <a:gd name="connsiteY53" fmla="*/ 154978 h 183390"/>
                    <a:gd name="connsiteX54" fmla="*/ 402943 w 875625"/>
                    <a:gd name="connsiteY54" fmla="*/ 154978 h 183390"/>
                    <a:gd name="connsiteX55" fmla="*/ 405526 w 875625"/>
                    <a:gd name="connsiteY55" fmla="*/ 152395 h 183390"/>
                    <a:gd name="connsiteX56" fmla="*/ 410692 w 875625"/>
                    <a:gd name="connsiteY56" fmla="*/ 152395 h 183390"/>
                    <a:gd name="connsiteX57" fmla="*/ 413275 w 875625"/>
                    <a:gd name="connsiteY57" fmla="*/ 149812 h 183390"/>
                    <a:gd name="connsiteX58" fmla="*/ 415858 w 875625"/>
                    <a:gd name="connsiteY58" fmla="*/ 149812 h 183390"/>
                    <a:gd name="connsiteX59" fmla="*/ 418441 w 875625"/>
                    <a:gd name="connsiteY59" fmla="*/ 147229 h 183390"/>
                    <a:gd name="connsiteX60" fmla="*/ 421024 w 875625"/>
                    <a:gd name="connsiteY60" fmla="*/ 147229 h 183390"/>
                    <a:gd name="connsiteX61" fmla="*/ 439104 w 875625"/>
                    <a:gd name="connsiteY61" fmla="*/ 129148 h 183390"/>
                    <a:gd name="connsiteX62" fmla="*/ 439104 w 875625"/>
                    <a:gd name="connsiteY62" fmla="*/ 126565 h 183390"/>
                    <a:gd name="connsiteX63" fmla="*/ 441687 w 875625"/>
                    <a:gd name="connsiteY63" fmla="*/ 123982 h 183390"/>
                    <a:gd name="connsiteX64" fmla="*/ 441687 w 875625"/>
                    <a:gd name="connsiteY64" fmla="*/ 121399 h 183390"/>
                    <a:gd name="connsiteX65" fmla="*/ 444270 w 875625"/>
                    <a:gd name="connsiteY65" fmla="*/ 118816 h 183390"/>
                    <a:gd name="connsiteX66" fmla="*/ 444270 w 875625"/>
                    <a:gd name="connsiteY66" fmla="*/ 113651 h 183390"/>
                    <a:gd name="connsiteX67" fmla="*/ 446853 w 875625"/>
                    <a:gd name="connsiteY67" fmla="*/ 111068 h 183390"/>
                    <a:gd name="connsiteX68" fmla="*/ 446853 w 875625"/>
                    <a:gd name="connsiteY68" fmla="*/ 87821 h 183390"/>
                    <a:gd name="connsiteX69" fmla="*/ 444270 w 875625"/>
                    <a:gd name="connsiteY69" fmla="*/ 85238 h 183390"/>
                    <a:gd name="connsiteX70" fmla="*/ 444270 w 875625"/>
                    <a:gd name="connsiteY70" fmla="*/ 80072 h 183390"/>
                    <a:gd name="connsiteX71" fmla="*/ 441687 w 875625"/>
                    <a:gd name="connsiteY71" fmla="*/ 77489 h 183390"/>
                    <a:gd name="connsiteX72" fmla="*/ 441687 w 875625"/>
                    <a:gd name="connsiteY72" fmla="*/ 74906 h 183390"/>
                    <a:gd name="connsiteX73" fmla="*/ 439104 w 875625"/>
                    <a:gd name="connsiteY73" fmla="*/ 72323 h 183390"/>
                    <a:gd name="connsiteX74" fmla="*/ 439104 w 875625"/>
                    <a:gd name="connsiteY74" fmla="*/ 69740 h 183390"/>
                    <a:gd name="connsiteX75" fmla="*/ 433938 w 875625"/>
                    <a:gd name="connsiteY75" fmla="*/ 64574 h 183390"/>
                    <a:gd name="connsiteX76" fmla="*/ 433938 w 875625"/>
                    <a:gd name="connsiteY76" fmla="*/ 61991 h 183390"/>
                    <a:gd name="connsiteX77" fmla="*/ 428773 w 875625"/>
                    <a:gd name="connsiteY77" fmla="*/ 56825 h 183390"/>
                    <a:gd name="connsiteX78" fmla="*/ 426190 w 875625"/>
                    <a:gd name="connsiteY78" fmla="*/ 56825 h 183390"/>
                    <a:gd name="connsiteX79" fmla="*/ 418441 w 875625"/>
                    <a:gd name="connsiteY79" fmla="*/ 49076 h 183390"/>
                    <a:gd name="connsiteX80" fmla="*/ 415858 w 875625"/>
                    <a:gd name="connsiteY80" fmla="*/ 49076 h 183390"/>
                    <a:gd name="connsiteX81" fmla="*/ 413275 w 875625"/>
                    <a:gd name="connsiteY81" fmla="*/ 46493 h 183390"/>
                    <a:gd name="connsiteX82" fmla="*/ 408109 w 875625"/>
                    <a:gd name="connsiteY82" fmla="*/ 46493 h 183390"/>
                    <a:gd name="connsiteX83" fmla="*/ 405526 w 875625"/>
                    <a:gd name="connsiteY83" fmla="*/ 43910 h 183390"/>
                    <a:gd name="connsiteX84" fmla="*/ 392611 w 875625"/>
                    <a:gd name="connsiteY84" fmla="*/ 43910 h 183390"/>
                    <a:gd name="connsiteX85" fmla="*/ 390028 w 875625"/>
                    <a:gd name="connsiteY85" fmla="*/ 41327 h 183390"/>
                    <a:gd name="connsiteX86" fmla="*/ 387445 w 875625"/>
                    <a:gd name="connsiteY86" fmla="*/ 43910 h 183390"/>
                    <a:gd name="connsiteX87" fmla="*/ 255714 w 875625"/>
                    <a:gd name="connsiteY87" fmla="*/ 41327 h 183390"/>
                    <a:gd name="connsiteX88" fmla="*/ 253131 w 875625"/>
                    <a:gd name="connsiteY88" fmla="*/ 43910 h 183390"/>
                    <a:gd name="connsiteX89" fmla="*/ 240216 w 875625"/>
                    <a:gd name="connsiteY89" fmla="*/ 43910 h 183390"/>
                    <a:gd name="connsiteX90" fmla="*/ 237633 w 875625"/>
                    <a:gd name="connsiteY90" fmla="*/ 46493 h 183390"/>
                    <a:gd name="connsiteX91" fmla="*/ 232467 w 875625"/>
                    <a:gd name="connsiteY91" fmla="*/ 46493 h 183390"/>
                    <a:gd name="connsiteX92" fmla="*/ 229884 w 875625"/>
                    <a:gd name="connsiteY92" fmla="*/ 49076 h 183390"/>
                    <a:gd name="connsiteX93" fmla="*/ 227301 w 875625"/>
                    <a:gd name="connsiteY93" fmla="*/ 49076 h 183390"/>
                    <a:gd name="connsiteX94" fmla="*/ 206637 w 875625"/>
                    <a:gd name="connsiteY94" fmla="*/ 69740 h 183390"/>
                    <a:gd name="connsiteX95" fmla="*/ 206637 w 875625"/>
                    <a:gd name="connsiteY95" fmla="*/ 72323 h 183390"/>
                    <a:gd name="connsiteX96" fmla="*/ 204054 w 875625"/>
                    <a:gd name="connsiteY96" fmla="*/ 74906 h 183390"/>
                    <a:gd name="connsiteX97" fmla="*/ 204054 w 875625"/>
                    <a:gd name="connsiteY97" fmla="*/ 77489 h 183390"/>
                    <a:gd name="connsiteX98" fmla="*/ 201471 w 875625"/>
                    <a:gd name="connsiteY98" fmla="*/ 80072 h 183390"/>
                    <a:gd name="connsiteX99" fmla="*/ 201471 w 875625"/>
                    <a:gd name="connsiteY99" fmla="*/ 85238 h 183390"/>
                    <a:gd name="connsiteX100" fmla="*/ 198888 w 875625"/>
                    <a:gd name="connsiteY100" fmla="*/ 87821 h 183390"/>
                    <a:gd name="connsiteX101" fmla="*/ 198888 w 875625"/>
                    <a:gd name="connsiteY101" fmla="*/ 108485 h 183390"/>
                    <a:gd name="connsiteX102" fmla="*/ 201471 w 875625"/>
                    <a:gd name="connsiteY102" fmla="*/ 111068 h 183390"/>
                    <a:gd name="connsiteX103" fmla="*/ 201471 w 875625"/>
                    <a:gd name="connsiteY103" fmla="*/ 118816 h 183390"/>
                    <a:gd name="connsiteX104" fmla="*/ 204054 w 875625"/>
                    <a:gd name="connsiteY104" fmla="*/ 121399 h 183390"/>
                    <a:gd name="connsiteX105" fmla="*/ 204054 w 875625"/>
                    <a:gd name="connsiteY105" fmla="*/ 123982 h 183390"/>
                    <a:gd name="connsiteX106" fmla="*/ 209220 w 875625"/>
                    <a:gd name="connsiteY106" fmla="*/ 129148 h 183390"/>
                    <a:gd name="connsiteX107" fmla="*/ 209220 w 875625"/>
                    <a:gd name="connsiteY107" fmla="*/ 131731 h 183390"/>
                    <a:gd name="connsiteX108" fmla="*/ 224718 w 875625"/>
                    <a:gd name="connsiteY108" fmla="*/ 147229 h 183390"/>
                    <a:gd name="connsiteX109" fmla="*/ 227301 w 875625"/>
                    <a:gd name="connsiteY109" fmla="*/ 147229 h 183390"/>
                    <a:gd name="connsiteX110" fmla="*/ 229884 w 875625"/>
                    <a:gd name="connsiteY110" fmla="*/ 149812 h 183390"/>
                    <a:gd name="connsiteX111" fmla="*/ 232467 w 875625"/>
                    <a:gd name="connsiteY111" fmla="*/ 149812 h 183390"/>
                    <a:gd name="connsiteX112" fmla="*/ 235050 w 875625"/>
                    <a:gd name="connsiteY112" fmla="*/ 152395 h 183390"/>
                    <a:gd name="connsiteX113" fmla="*/ 240216 w 875625"/>
                    <a:gd name="connsiteY113" fmla="*/ 152395 h 183390"/>
                    <a:gd name="connsiteX114" fmla="*/ 242799 w 875625"/>
                    <a:gd name="connsiteY114" fmla="*/ 154978 h 183390"/>
                    <a:gd name="connsiteX115" fmla="*/ 266046 w 875625"/>
                    <a:gd name="connsiteY115" fmla="*/ 154978 h 183390"/>
                    <a:gd name="connsiteX116" fmla="*/ 268629 w 875625"/>
                    <a:gd name="connsiteY116" fmla="*/ 152395 h 183390"/>
                    <a:gd name="connsiteX117" fmla="*/ 273794 w 875625"/>
                    <a:gd name="connsiteY117" fmla="*/ 152395 h 183390"/>
                    <a:gd name="connsiteX118" fmla="*/ 276377 w 875625"/>
                    <a:gd name="connsiteY118" fmla="*/ 149812 h 183390"/>
                    <a:gd name="connsiteX119" fmla="*/ 278960 w 875625"/>
                    <a:gd name="connsiteY119" fmla="*/ 149812 h 183390"/>
                    <a:gd name="connsiteX120" fmla="*/ 281543 w 875625"/>
                    <a:gd name="connsiteY120" fmla="*/ 147229 h 183390"/>
                    <a:gd name="connsiteX121" fmla="*/ 284126 w 875625"/>
                    <a:gd name="connsiteY121" fmla="*/ 147229 h 183390"/>
                    <a:gd name="connsiteX122" fmla="*/ 289292 w 875625"/>
                    <a:gd name="connsiteY122" fmla="*/ 142063 h 183390"/>
                    <a:gd name="connsiteX123" fmla="*/ 291875 w 875625"/>
                    <a:gd name="connsiteY123" fmla="*/ 142063 h 183390"/>
                    <a:gd name="connsiteX124" fmla="*/ 299624 w 875625"/>
                    <a:gd name="connsiteY124" fmla="*/ 134314 h 183390"/>
                    <a:gd name="connsiteX125" fmla="*/ 299624 w 875625"/>
                    <a:gd name="connsiteY125" fmla="*/ 131731 h 183390"/>
                    <a:gd name="connsiteX126" fmla="*/ 304790 w 875625"/>
                    <a:gd name="connsiteY126" fmla="*/ 126565 h 183390"/>
                    <a:gd name="connsiteX127" fmla="*/ 304790 w 875625"/>
                    <a:gd name="connsiteY127" fmla="*/ 123982 h 183390"/>
                    <a:gd name="connsiteX128" fmla="*/ 307373 w 875625"/>
                    <a:gd name="connsiteY128" fmla="*/ 121399 h 183390"/>
                    <a:gd name="connsiteX129" fmla="*/ 307373 w 875625"/>
                    <a:gd name="connsiteY129" fmla="*/ 118816 h 183390"/>
                    <a:gd name="connsiteX130" fmla="*/ 309956 w 875625"/>
                    <a:gd name="connsiteY130" fmla="*/ 116234 h 183390"/>
                    <a:gd name="connsiteX131" fmla="*/ 309956 w 875625"/>
                    <a:gd name="connsiteY131" fmla="*/ 105902 h 183390"/>
                    <a:gd name="connsiteX132" fmla="*/ 312539 w 875625"/>
                    <a:gd name="connsiteY132" fmla="*/ 103319 h 183390"/>
                    <a:gd name="connsiteX133" fmla="*/ 312539 w 875625"/>
                    <a:gd name="connsiteY133" fmla="*/ 95570 h 183390"/>
                    <a:gd name="connsiteX134" fmla="*/ 309956 w 875625"/>
                    <a:gd name="connsiteY134" fmla="*/ 92987 h 183390"/>
                    <a:gd name="connsiteX135" fmla="*/ 309956 w 875625"/>
                    <a:gd name="connsiteY135" fmla="*/ 82655 h 183390"/>
                    <a:gd name="connsiteX136" fmla="*/ 307373 w 875625"/>
                    <a:gd name="connsiteY136" fmla="*/ 80072 h 183390"/>
                    <a:gd name="connsiteX137" fmla="*/ 307373 w 875625"/>
                    <a:gd name="connsiteY137" fmla="*/ 77489 h 183390"/>
                    <a:gd name="connsiteX138" fmla="*/ 304790 w 875625"/>
                    <a:gd name="connsiteY138" fmla="*/ 74906 h 183390"/>
                    <a:gd name="connsiteX139" fmla="*/ 304790 w 875625"/>
                    <a:gd name="connsiteY139" fmla="*/ 72323 h 183390"/>
                    <a:gd name="connsiteX140" fmla="*/ 302207 w 875625"/>
                    <a:gd name="connsiteY140" fmla="*/ 69740 h 183390"/>
                    <a:gd name="connsiteX141" fmla="*/ 302207 w 875625"/>
                    <a:gd name="connsiteY141" fmla="*/ 67157 h 183390"/>
                    <a:gd name="connsiteX142" fmla="*/ 286709 w 875625"/>
                    <a:gd name="connsiteY142" fmla="*/ 51659 h 183390"/>
                    <a:gd name="connsiteX143" fmla="*/ 284126 w 875625"/>
                    <a:gd name="connsiteY143" fmla="*/ 51659 h 183390"/>
                    <a:gd name="connsiteX144" fmla="*/ 281543 w 875625"/>
                    <a:gd name="connsiteY144" fmla="*/ 49076 h 183390"/>
                    <a:gd name="connsiteX145" fmla="*/ 278960 w 875625"/>
                    <a:gd name="connsiteY145" fmla="*/ 49076 h 183390"/>
                    <a:gd name="connsiteX146" fmla="*/ 276377 w 875625"/>
                    <a:gd name="connsiteY146" fmla="*/ 46493 h 183390"/>
                    <a:gd name="connsiteX147" fmla="*/ 273794 w 875625"/>
                    <a:gd name="connsiteY147" fmla="*/ 46493 h 183390"/>
                    <a:gd name="connsiteX148" fmla="*/ 271212 w 875625"/>
                    <a:gd name="connsiteY148" fmla="*/ 43910 h 183390"/>
                    <a:gd name="connsiteX149" fmla="*/ 258297 w 875625"/>
                    <a:gd name="connsiteY149" fmla="*/ 43910 h 183390"/>
                    <a:gd name="connsiteX150" fmla="*/ 103319 w 875625"/>
                    <a:gd name="connsiteY150" fmla="*/ 43910 h 183390"/>
                    <a:gd name="connsiteX151" fmla="*/ 100736 w 875625"/>
                    <a:gd name="connsiteY151" fmla="*/ 46493 h 183390"/>
                    <a:gd name="connsiteX152" fmla="*/ 98153 w 875625"/>
                    <a:gd name="connsiteY152" fmla="*/ 46493 h 183390"/>
                    <a:gd name="connsiteX153" fmla="*/ 95570 w 875625"/>
                    <a:gd name="connsiteY153" fmla="*/ 49076 h 183390"/>
                    <a:gd name="connsiteX154" fmla="*/ 92987 w 875625"/>
                    <a:gd name="connsiteY154" fmla="*/ 49076 h 183390"/>
                    <a:gd name="connsiteX155" fmla="*/ 90404 w 875625"/>
                    <a:gd name="connsiteY155" fmla="*/ 51659 h 183390"/>
                    <a:gd name="connsiteX156" fmla="*/ 87821 w 875625"/>
                    <a:gd name="connsiteY156" fmla="*/ 51659 h 183390"/>
                    <a:gd name="connsiteX157" fmla="*/ 72323 w 875625"/>
                    <a:gd name="connsiteY157" fmla="*/ 67157 h 183390"/>
                    <a:gd name="connsiteX158" fmla="*/ 72323 w 875625"/>
                    <a:gd name="connsiteY158" fmla="*/ 69740 h 183390"/>
                    <a:gd name="connsiteX159" fmla="*/ 69740 w 875625"/>
                    <a:gd name="connsiteY159" fmla="*/ 72323 h 183390"/>
                    <a:gd name="connsiteX160" fmla="*/ 69740 w 875625"/>
                    <a:gd name="connsiteY160" fmla="*/ 74906 h 183390"/>
                    <a:gd name="connsiteX161" fmla="*/ 67157 w 875625"/>
                    <a:gd name="connsiteY161" fmla="*/ 77489 h 183390"/>
                    <a:gd name="connsiteX162" fmla="*/ 67157 w 875625"/>
                    <a:gd name="connsiteY162" fmla="*/ 82655 h 183390"/>
                    <a:gd name="connsiteX163" fmla="*/ 64574 w 875625"/>
                    <a:gd name="connsiteY163" fmla="*/ 85238 h 183390"/>
                    <a:gd name="connsiteX164" fmla="*/ 64574 w 875625"/>
                    <a:gd name="connsiteY164" fmla="*/ 113651 h 183390"/>
                    <a:gd name="connsiteX165" fmla="*/ 67157 w 875625"/>
                    <a:gd name="connsiteY165" fmla="*/ 116234 h 183390"/>
                    <a:gd name="connsiteX166" fmla="*/ 67157 w 875625"/>
                    <a:gd name="connsiteY166" fmla="*/ 121399 h 183390"/>
                    <a:gd name="connsiteX167" fmla="*/ 69740 w 875625"/>
                    <a:gd name="connsiteY167" fmla="*/ 123982 h 183390"/>
                    <a:gd name="connsiteX168" fmla="*/ 69740 w 875625"/>
                    <a:gd name="connsiteY168" fmla="*/ 126565 h 183390"/>
                    <a:gd name="connsiteX169" fmla="*/ 90404 w 875625"/>
                    <a:gd name="connsiteY169" fmla="*/ 147229 h 183390"/>
                    <a:gd name="connsiteX170" fmla="*/ 92987 w 875625"/>
                    <a:gd name="connsiteY170" fmla="*/ 147229 h 183390"/>
                    <a:gd name="connsiteX171" fmla="*/ 95570 w 875625"/>
                    <a:gd name="connsiteY171" fmla="*/ 149812 h 183390"/>
                    <a:gd name="connsiteX172" fmla="*/ 98153 w 875625"/>
                    <a:gd name="connsiteY172" fmla="*/ 149812 h 183390"/>
                    <a:gd name="connsiteX173" fmla="*/ 100736 w 875625"/>
                    <a:gd name="connsiteY173" fmla="*/ 152395 h 183390"/>
                    <a:gd name="connsiteX174" fmla="*/ 105902 w 875625"/>
                    <a:gd name="connsiteY174" fmla="*/ 152395 h 183390"/>
                    <a:gd name="connsiteX175" fmla="*/ 108485 w 875625"/>
                    <a:gd name="connsiteY175" fmla="*/ 154978 h 183390"/>
                    <a:gd name="connsiteX176" fmla="*/ 131731 w 875625"/>
                    <a:gd name="connsiteY176" fmla="*/ 154978 h 183390"/>
                    <a:gd name="connsiteX177" fmla="*/ 134314 w 875625"/>
                    <a:gd name="connsiteY177" fmla="*/ 152395 h 183390"/>
                    <a:gd name="connsiteX178" fmla="*/ 139480 w 875625"/>
                    <a:gd name="connsiteY178" fmla="*/ 152395 h 183390"/>
                    <a:gd name="connsiteX179" fmla="*/ 142063 w 875625"/>
                    <a:gd name="connsiteY179" fmla="*/ 149812 h 183390"/>
                    <a:gd name="connsiteX180" fmla="*/ 144646 w 875625"/>
                    <a:gd name="connsiteY180" fmla="*/ 149812 h 183390"/>
                    <a:gd name="connsiteX181" fmla="*/ 147229 w 875625"/>
                    <a:gd name="connsiteY181" fmla="*/ 147229 h 183390"/>
                    <a:gd name="connsiteX182" fmla="*/ 149812 w 875625"/>
                    <a:gd name="connsiteY182" fmla="*/ 147229 h 183390"/>
                    <a:gd name="connsiteX183" fmla="*/ 167893 w 875625"/>
                    <a:gd name="connsiteY183" fmla="*/ 129148 h 183390"/>
                    <a:gd name="connsiteX184" fmla="*/ 167893 w 875625"/>
                    <a:gd name="connsiteY184" fmla="*/ 126565 h 183390"/>
                    <a:gd name="connsiteX185" fmla="*/ 170476 w 875625"/>
                    <a:gd name="connsiteY185" fmla="*/ 123982 h 183390"/>
                    <a:gd name="connsiteX186" fmla="*/ 170476 w 875625"/>
                    <a:gd name="connsiteY186" fmla="*/ 121399 h 183390"/>
                    <a:gd name="connsiteX187" fmla="*/ 173059 w 875625"/>
                    <a:gd name="connsiteY187" fmla="*/ 118816 h 183390"/>
                    <a:gd name="connsiteX188" fmla="*/ 173059 w 875625"/>
                    <a:gd name="connsiteY188" fmla="*/ 113651 h 183390"/>
                    <a:gd name="connsiteX189" fmla="*/ 175642 w 875625"/>
                    <a:gd name="connsiteY189" fmla="*/ 111068 h 183390"/>
                    <a:gd name="connsiteX190" fmla="*/ 175642 w 875625"/>
                    <a:gd name="connsiteY190" fmla="*/ 87821 h 183390"/>
                    <a:gd name="connsiteX191" fmla="*/ 173059 w 875625"/>
                    <a:gd name="connsiteY191" fmla="*/ 85238 h 183390"/>
                    <a:gd name="connsiteX192" fmla="*/ 173059 w 875625"/>
                    <a:gd name="connsiteY192" fmla="*/ 80072 h 183390"/>
                    <a:gd name="connsiteX193" fmla="*/ 170476 w 875625"/>
                    <a:gd name="connsiteY193" fmla="*/ 77489 h 183390"/>
                    <a:gd name="connsiteX194" fmla="*/ 170476 w 875625"/>
                    <a:gd name="connsiteY194" fmla="*/ 74906 h 183390"/>
                    <a:gd name="connsiteX195" fmla="*/ 167893 w 875625"/>
                    <a:gd name="connsiteY195" fmla="*/ 72323 h 183390"/>
                    <a:gd name="connsiteX196" fmla="*/ 167893 w 875625"/>
                    <a:gd name="connsiteY196" fmla="*/ 69740 h 183390"/>
                    <a:gd name="connsiteX197" fmla="*/ 162727 w 875625"/>
                    <a:gd name="connsiteY197" fmla="*/ 64574 h 183390"/>
                    <a:gd name="connsiteX198" fmla="*/ 162727 w 875625"/>
                    <a:gd name="connsiteY198" fmla="*/ 61991 h 183390"/>
                    <a:gd name="connsiteX199" fmla="*/ 154978 w 875625"/>
                    <a:gd name="connsiteY199" fmla="*/ 54242 h 183390"/>
                    <a:gd name="connsiteX200" fmla="*/ 152395 w 875625"/>
                    <a:gd name="connsiteY200" fmla="*/ 54242 h 183390"/>
                    <a:gd name="connsiteX201" fmla="*/ 147229 w 875625"/>
                    <a:gd name="connsiteY201" fmla="*/ 49076 h 183390"/>
                    <a:gd name="connsiteX202" fmla="*/ 144646 w 875625"/>
                    <a:gd name="connsiteY202" fmla="*/ 49076 h 183390"/>
                    <a:gd name="connsiteX203" fmla="*/ 142063 w 875625"/>
                    <a:gd name="connsiteY203" fmla="*/ 46493 h 183390"/>
                    <a:gd name="connsiteX204" fmla="*/ 136897 w 875625"/>
                    <a:gd name="connsiteY204" fmla="*/ 46493 h 183390"/>
                    <a:gd name="connsiteX205" fmla="*/ 134314 w 875625"/>
                    <a:gd name="connsiteY205" fmla="*/ 43910 h 183390"/>
                    <a:gd name="connsiteX206" fmla="*/ 121399 w 875625"/>
                    <a:gd name="connsiteY206" fmla="*/ 43910 h 183390"/>
                    <a:gd name="connsiteX207" fmla="*/ 118816 w 875625"/>
                    <a:gd name="connsiteY207" fmla="*/ 41327 h 183390"/>
                    <a:gd name="connsiteX208" fmla="*/ 116234 w 875625"/>
                    <a:gd name="connsiteY208" fmla="*/ 43910 h 183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</a:cxnLst>
                  <a:rect l="l" t="t" r="r" b="b"/>
                  <a:pathLst>
                    <a:path w="875625" h="183390">
                      <a:moveTo>
                        <a:pt x="0" y="38745"/>
                      </a:moveTo>
                      <a:lnTo>
                        <a:pt x="0" y="183391"/>
                      </a:lnTo>
                      <a:lnTo>
                        <a:pt x="875626" y="183391"/>
                      </a:lnTo>
                      <a:lnTo>
                        <a:pt x="875626" y="30996"/>
                      </a:lnTo>
                      <a:lnTo>
                        <a:pt x="873043" y="28413"/>
                      </a:lnTo>
                      <a:lnTo>
                        <a:pt x="870460" y="20664"/>
                      </a:lnTo>
                      <a:lnTo>
                        <a:pt x="862711" y="10332"/>
                      </a:lnTo>
                      <a:lnTo>
                        <a:pt x="860128" y="10332"/>
                      </a:lnTo>
                      <a:lnTo>
                        <a:pt x="849796" y="2583"/>
                      </a:lnTo>
                      <a:lnTo>
                        <a:pt x="842047" y="2583"/>
                      </a:lnTo>
                      <a:lnTo>
                        <a:pt x="839464" y="0"/>
                      </a:lnTo>
                      <a:lnTo>
                        <a:pt x="38745" y="0"/>
                      </a:lnTo>
                      <a:lnTo>
                        <a:pt x="36162" y="2583"/>
                      </a:lnTo>
                      <a:lnTo>
                        <a:pt x="28413" y="2583"/>
                      </a:lnTo>
                      <a:lnTo>
                        <a:pt x="25830" y="5166"/>
                      </a:lnTo>
                      <a:lnTo>
                        <a:pt x="18081" y="7749"/>
                      </a:lnTo>
                      <a:lnTo>
                        <a:pt x="7749" y="18081"/>
                      </a:lnTo>
                      <a:lnTo>
                        <a:pt x="7749" y="20664"/>
                      </a:lnTo>
                      <a:lnTo>
                        <a:pt x="2583" y="28413"/>
                      </a:lnTo>
                      <a:lnTo>
                        <a:pt x="2583" y="36162"/>
                      </a:lnTo>
                      <a:close/>
                      <a:moveTo>
                        <a:pt x="374530" y="43910"/>
                      </a:moveTo>
                      <a:lnTo>
                        <a:pt x="371947" y="46493"/>
                      </a:lnTo>
                      <a:lnTo>
                        <a:pt x="369364" y="46493"/>
                      </a:lnTo>
                      <a:lnTo>
                        <a:pt x="366781" y="49076"/>
                      </a:lnTo>
                      <a:lnTo>
                        <a:pt x="364198" y="49076"/>
                      </a:lnTo>
                      <a:lnTo>
                        <a:pt x="361615" y="51659"/>
                      </a:lnTo>
                      <a:lnTo>
                        <a:pt x="359032" y="51659"/>
                      </a:lnTo>
                      <a:lnTo>
                        <a:pt x="343535" y="67157"/>
                      </a:lnTo>
                      <a:lnTo>
                        <a:pt x="343535" y="69740"/>
                      </a:lnTo>
                      <a:lnTo>
                        <a:pt x="340952" y="72323"/>
                      </a:lnTo>
                      <a:lnTo>
                        <a:pt x="340952" y="74906"/>
                      </a:lnTo>
                      <a:lnTo>
                        <a:pt x="338369" y="77489"/>
                      </a:lnTo>
                      <a:lnTo>
                        <a:pt x="338369" y="80072"/>
                      </a:lnTo>
                      <a:lnTo>
                        <a:pt x="335786" y="82655"/>
                      </a:lnTo>
                      <a:lnTo>
                        <a:pt x="335786" y="95570"/>
                      </a:lnTo>
                      <a:lnTo>
                        <a:pt x="333203" y="98153"/>
                      </a:lnTo>
                      <a:lnTo>
                        <a:pt x="333203" y="100736"/>
                      </a:lnTo>
                      <a:lnTo>
                        <a:pt x="335786" y="103319"/>
                      </a:lnTo>
                      <a:lnTo>
                        <a:pt x="335786" y="113651"/>
                      </a:lnTo>
                      <a:lnTo>
                        <a:pt x="338369" y="116234"/>
                      </a:lnTo>
                      <a:lnTo>
                        <a:pt x="338369" y="121399"/>
                      </a:lnTo>
                      <a:lnTo>
                        <a:pt x="340952" y="123982"/>
                      </a:lnTo>
                      <a:lnTo>
                        <a:pt x="340952" y="126565"/>
                      </a:lnTo>
                      <a:lnTo>
                        <a:pt x="346118" y="131731"/>
                      </a:lnTo>
                      <a:lnTo>
                        <a:pt x="346118" y="134314"/>
                      </a:lnTo>
                      <a:lnTo>
                        <a:pt x="353866" y="142063"/>
                      </a:lnTo>
                      <a:lnTo>
                        <a:pt x="356449" y="142063"/>
                      </a:lnTo>
                      <a:lnTo>
                        <a:pt x="361615" y="147229"/>
                      </a:lnTo>
                      <a:lnTo>
                        <a:pt x="364198" y="147229"/>
                      </a:lnTo>
                      <a:lnTo>
                        <a:pt x="366781" y="149812"/>
                      </a:lnTo>
                      <a:lnTo>
                        <a:pt x="369364" y="149812"/>
                      </a:lnTo>
                      <a:lnTo>
                        <a:pt x="371947" y="152395"/>
                      </a:lnTo>
                      <a:lnTo>
                        <a:pt x="377113" y="152395"/>
                      </a:lnTo>
                      <a:lnTo>
                        <a:pt x="379696" y="154978"/>
                      </a:lnTo>
                      <a:lnTo>
                        <a:pt x="402943" y="154978"/>
                      </a:lnTo>
                      <a:lnTo>
                        <a:pt x="405526" y="152395"/>
                      </a:lnTo>
                      <a:lnTo>
                        <a:pt x="410692" y="152395"/>
                      </a:lnTo>
                      <a:lnTo>
                        <a:pt x="413275" y="149812"/>
                      </a:lnTo>
                      <a:lnTo>
                        <a:pt x="415858" y="149812"/>
                      </a:lnTo>
                      <a:lnTo>
                        <a:pt x="418441" y="147229"/>
                      </a:lnTo>
                      <a:lnTo>
                        <a:pt x="421024" y="147229"/>
                      </a:lnTo>
                      <a:lnTo>
                        <a:pt x="439104" y="129148"/>
                      </a:lnTo>
                      <a:lnTo>
                        <a:pt x="439104" y="126565"/>
                      </a:lnTo>
                      <a:lnTo>
                        <a:pt x="441687" y="123982"/>
                      </a:lnTo>
                      <a:lnTo>
                        <a:pt x="441687" y="121399"/>
                      </a:lnTo>
                      <a:lnTo>
                        <a:pt x="444270" y="118816"/>
                      </a:lnTo>
                      <a:lnTo>
                        <a:pt x="444270" y="113651"/>
                      </a:lnTo>
                      <a:lnTo>
                        <a:pt x="446853" y="111068"/>
                      </a:lnTo>
                      <a:lnTo>
                        <a:pt x="446853" y="87821"/>
                      </a:lnTo>
                      <a:lnTo>
                        <a:pt x="444270" y="85238"/>
                      </a:lnTo>
                      <a:lnTo>
                        <a:pt x="444270" y="80072"/>
                      </a:lnTo>
                      <a:lnTo>
                        <a:pt x="441687" y="77489"/>
                      </a:lnTo>
                      <a:lnTo>
                        <a:pt x="441687" y="74906"/>
                      </a:lnTo>
                      <a:lnTo>
                        <a:pt x="439104" y="72323"/>
                      </a:lnTo>
                      <a:lnTo>
                        <a:pt x="439104" y="69740"/>
                      </a:lnTo>
                      <a:lnTo>
                        <a:pt x="433938" y="64574"/>
                      </a:lnTo>
                      <a:lnTo>
                        <a:pt x="433938" y="61991"/>
                      </a:lnTo>
                      <a:lnTo>
                        <a:pt x="428773" y="56825"/>
                      </a:lnTo>
                      <a:lnTo>
                        <a:pt x="426190" y="56825"/>
                      </a:lnTo>
                      <a:lnTo>
                        <a:pt x="418441" y="49076"/>
                      </a:lnTo>
                      <a:lnTo>
                        <a:pt x="415858" y="49076"/>
                      </a:lnTo>
                      <a:lnTo>
                        <a:pt x="413275" y="46493"/>
                      </a:lnTo>
                      <a:lnTo>
                        <a:pt x="408109" y="46493"/>
                      </a:lnTo>
                      <a:lnTo>
                        <a:pt x="405526" y="43910"/>
                      </a:lnTo>
                      <a:lnTo>
                        <a:pt x="392611" y="43910"/>
                      </a:lnTo>
                      <a:lnTo>
                        <a:pt x="390028" y="41327"/>
                      </a:lnTo>
                      <a:lnTo>
                        <a:pt x="387445" y="43910"/>
                      </a:lnTo>
                      <a:close/>
                      <a:moveTo>
                        <a:pt x="255714" y="41327"/>
                      </a:moveTo>
                      <a:lnTo>
                        <a:pt x="253131" y="43910"/>
                      </a:lnTo>
                      <a:lnTo>
                        <a:pt x="240216" y="43910"/>
                      </a:lnTo>
                      <a:lnTo>
                        <a:pt x="237633" y="46493"/>
                      </a:lnTo>
                      <a:lnTo>
                        <a:pt x="232467" y="46493"/>
                      </a:lnTo>
                      <a:lnTo>
                        <a:pt x="229884" y="49076"/>
                      </a:lnTo>
                      <a:lnTo>
                        <a:pt x="227301" y="49076"/>
                      </a:lnTo>
                      <a:lnTo>
                        <a:pt x="206637" y="69740"/>
                      </a:lnTo>
                      <a:lnTo>
                        <a:pt x="206637" y="72323"/>
                      </a:lnTo>
                      <a:lnTo>
                        <a:pt x="204054" y="74906"/>
                      </a:lnTo>
                      <a:lnTo>
                        <a:pt x="204054" y="77489"/>
                      </a:lnTo>
                      <a:lnTo>
                        <a:pt x="201471" y="80072"/>
                      </a:lnTo>
                      <a:lnTo>
                        <a:pt x="201471" y="85238"/>
                      </a:lnTo>
                      <a:lnTo>
                        <a:pt x="198888" y="87821"/>
                      </a:lnTo>
                      <a:lnTo>
                        <a:pt x="198888" y="108485"/>
                      </a:lnTo>
                      <a:lnTo>
                        <a:pt x="201471" y="111068"/>
                      </a:lnTo>
                      <a:lnTo>
                        <a:pt x="201471" y="118816"/>
                      </a:lnTo>
                      <a:lnTo>
                        <a:pt x="204054" y="121399"/>
                      </a:lnTo>
                      <a:lnTo>
                        <a:pt x="204054" y="123982"/>
                      </a:lnTo>
                      <a:lnTo>
                        <a:pt x="209220" y="129148"/>
                      </a:lnTo>
                      <a:lnTo>
                        <a:pt x="209220" y="131731"/>
                      </a:lnTo>
                      <a:lnTo>
                        <a:pt x="224718" y="147229"/>
                      </a:lnTo>
                      <a:lnTo>
                        <a:pt x="227301" y="147229"/>
                      </a:lnTo>
                      <a:lnTo>
                        <a:pt x="229884" y="149812"/>
                      </a:lnTo>
                      <a:lnTo>
                        <a:pt x="232467" y="149812"/>
                      </a:lnTo>
                      <a:lnTo>
                        <a:pt x="235050" y="152395"/>
                      </a:lnTo>
                      <a:lnTo>
                        <a:pt x="240216" y="152395"/>
                      </a:lnTo>
                      <a:lnTo>
                        <a:pt x="242799" y="154978"/>
                      </a:lnTo>
                      <a:lnTo>
                        <a:pt x="266046" y="154978"/>
                      </a:lnTo>
                      <a:lnTo>
                        <a:pt x="268629" y="152395"/>
                      </a:lnTo>
                      <a:lnTo>
                        <a:pt x="273794" y="152395"/>
                      </a:lnTo>
                      <a:lnTo>
                        <a:pt x="276377" y="149812"/>
                      </a:lnTo>
                      <a:lnTo>
                        <a:pt x="278960" y="149812"/>
                      </a:lnTo>
                      <a:lnTo>
                        <a:pt x="281543" y="147229"/>
                      </a:lnTo>
                      <a:lnTo>
                        <a:pt x="284126" y="147229"/>
                      </a:lnTo>
                      <a:lnTo>
                        <a:pt x="289292" y="142063"/>
                      </a:lnTo>
                      <a:lnTo>
                        <a:pt x="291875" y="142063"/>
                      </a:lnTo>
                      <a:lnTo>
                        <a:pt x="299624" y="134314"/>
                      </a:lnTo>
                      <a:lnTo>
                        <a:pt x="299624" y="131731"/>
                      </a:lnTo>
                      <a:lnTo>
                        <a:pt x="304790" y="126565"/>
                      </a:lnTo>
                      <a:lnTo>
                        <a:pt x="304790" y="123982"/>
                      </a:lnTo>
                      <a:lnTo>
                        <a:pt x="307373" y="121399"/>
                      </a:lnTo>
                      <a:lnTo>
                        <a:pt x="307373" y="118816"/>
                      </a:lnTo>
                      <a:lnTo>
                        <a:pt x="309956" y="116234"/>
                      </a:lnTo>
                      <a:lnTo>
                        <a:pt x="309956" y="105902"/>
                      </a:lnTo>
                      <a:lnTo>
                        <a:pt x="312539" y="103319"/>
                      </a:lnTo>
                      <a:lnTo>
                        <a:pt x="312539" y="95570"/>
                      </a:lnTo>
                      <a:lnTo>
                        <a:pt x="309956" y="92987"/>
                      </a:lnTo>
                      <a:lnTo>
                        <a:pt x="309956" y="82655"/>
                      </a:lnTo>
                      <a:lnTo>
                        <a:pt x="307373" y="80072"/>
                      </a:lnTo>
                      <a:lnTo>
                        <a:pt x="307373" y="77489"/>
                      </a:lnTo>
                      <a:lnTo>
                        <a:pt x="304790" y="74906"/>
                      </a:lnTo>
                      <a:lnTo>
                        <a:pt x="304790" y="72323"/>
                      </a:lnTo>
                      <a:lnTo>
                        <a:pt x="302207" y="69740"/>
                      </a:lnTo>
                      <a:lnTo>
                        <a:pt x="302207" y="67157"/>
                      </a:lnTo>
                      <a:lnTo>
                        <a:pt x="286709" y="51659"/>
                      </a:lnTo>
                      <a:lnTo>
                        <a:pt x="284126" y="51659"/>
                      </a:lnTo>
                      <a:lnTo>
                        <a:pt x="281543" y="49076"/>
                      </a:lnTo>
                      <a:lnTo>
                        <a:pt x="278960" y="49076"/>
                      </a:lnTo>
                      <a:lnTo>
                        <a:pt x="276377" y="46493"/>
                      </a:lnTo>
                      <a:lnTo>
                        <a:pt x="273794" y="46493"/>
                      </a:lnTo>
                      <a:lnTo>
                        <a:pt x="271212" y="43910"/>
                      </a:lnTo>
                      <a:lnTo>
                        <a:pt x="258297" y="43910"/>
                      </a:lnTo>
                      <a:close/>
                      <a:moveTo>
                        <a:pt x="103319" y="43910"/>
                      </a:moveTo>
                      <a:lnTo>
                        <a:pt x="100736" y="46493"/>
                      </a:lnTo>
                      <a:lnTo>
                        <a:pt x="98153" y="46493"/>
                      </a:lnTo>
                      <a:lnTo>
                        <a:pt x="95570" y="49076"/>
                      </a:lnTo>
                      <a:lnTo>
                        <a:pt x="92987" y="49076"/>
                      </a:lnTo>
                      <a:lnTo>
                        <a:pt x="90404" y="51659"/>
                      </a:lnTo>
                      <a:lnTo>
                        <a:pt x="87821" y="51659"/>
                      </a:lnTo>
                      <a:lnTo>
                        <a:pt x="72323" y="67157"/>
                      </a:lnTo>
                      <a:lnTo>
                        <a:pt x="72323" y="69740"/>
                      </a:lnTo>
                      <a:lnTo>
                        <a:pt x="69740" y="72323"/>
                      </a:lnTo>
                      <a:lnTo>
                        <a:pt x="69740" y="74906"/>
                      </a:lnTo>
                      <a:lnTo>
                        <a:pt x="67157" y="77489"/>
                      </a:lnTo>
                      <a:lnTo>
                        <a:pt x="67157" y="82655"/>
                      </a:lnTo>
                      <a:lnTo>
                        <a:pt x="64574" y="85238"/>
                      </a:lnTo>
                      <a:lnTo>
                        <a:pt x="64574" y="113651"/>
                      </a:lnTo>
                      <a:lnTo>
                        <a:pt x="67157" y="116234"/>
                      </a:lnTo>
                      <a:lnTo>
                        <a:pt x="67157" y="121399"/>
                      </a:lnTo>
                      <a:lnTo>
                        <a:pt x="69740" y="123982"/>
                      </a:lnTo>
                      <a:lnTo>
                        <a:pt x="69740" y="126565"/>
                      </a:lnTo>
                      <a:lnTo>
                        <a:pt x="90404" y="147229"/>
                      </a:lnTo>
                      <a:lnTo>
                        <a:pt x="92987" y="147229"/>
                      </a:lnTo>
                      <a:lnTo>
                        <a:pt x="95570" y="149812"/>
                      </a:lnTo>
                      <a:lnTo>
                        <a:pt x="98153" y="149812"/>
                      </a:lnTo>
                      <a:lnTo>
                        <a:pt x="100736" y="152395"/>
                      </a:lnTo>
                      <a:lnTo>
                        <a:pt x="105902" y="152395"/>
                      </a:lnTo>
                      <a:lnTo>
                        <a:pt x="108485" y="154978"/>
                      </a:lnTo>
                      <a:lnTo>
                        <a:pt x="131731" y="154978"/>
                      </a:lnTo>
                      <a:lnTo>
                        <a:pt x="134314" y="152395"/>
                      </a:lnTo>
                      <a:lnTo>
                        <a:pt x="139480" y="152395"/>
                      </a:lnTo>
                      <a:lnTo>
                        <a:pt x="142063" y="149812"/>
                      </a:lnTo>
                      <a:lnTo>
                        <a:pt x="144646" y="149812"/>
                      </a:lnTo>
                      <a:lnTo>
                        <a:pt x="147229" y="147229"/>
                      </a:lnTo>
                      <a:lnTo>
                        <a:pt x="149812" y="147229"/>
                      </a:lnTo>
                      <a:lnTo>
                        <a:pt x="167893" y="129148"/>
                      </a:lnTo>
                      <a:lnTo>
                        <a:pt x="167893" y="126565"/>
                      </a:lnTo>
                      <a:lnTo>
                        <a:pt x="170476" y="123982"/>
                      </a:lnTo>
                      <a:lnTo>
                        <a:pt x="170476" y="121399"/>
                      </a:lnTo>
                      <a:lnTo>
                        <a:pt x="173059" y="118816"/>
                      </a:lnTo>
                      <a:lnTo>
                        <a:pt x="173059" y="113651"/>
                      </a:lnTo>
                      <a:lnTo>
                        <a:pt x="175642" y="111068"/>
                      </a:lnTo>
                      <a:lnTo>
                        <a:pt x="175642" y="87821"/>
                      </a:lnTo>
                      <a:lnTo>
                        <a:pt x="173059" y="85238"/>
                      </a:lnTo>
                      <a:lnTo>
                        <a:pt x="173059" y="80072"/>
                      </a:lnTo>
                      <a:lnTo>
                        <a:pt x="170476" y="77489"/>
                      </a:lnTo>
                      <a:lnTo>
                        <a:pt x="170476" y="74906"/>
                      </a:lnTo>
                      <a:lnTo>
                        <a:pt x="167893" y="72323"/>
                      </a:lnTo>
                      <a:lnTo>
                        <a:pt x="167893" y="69740"/>
                      </a:lnTo>
                      <a:lnTo>
                        <a:pt x="162727" y="64574"/>
                      </a:lnTo>
                      <a:lnTo>
                        <a:pt x="162727" y="61991"/>
                      </a:lnTo>
                      <a:lnTo>
                        <a:pt x="154978" y="54242"/>
                      </a:lnTo>
                      <a:lnTo>
                        <a:pt x="152395" y="54242"/>
                      </a:lnTo>
                      <a:lnTo>
                        <a:pt x="147229" y="49076"/>
                      </a:lnTo>
                      <a:lnTo>
                        <a:pt x="144646" y="49076"/>
                      </a:lnTo>
                      <a:lnTo>
                        <a:pt x="142063" y="46493"/>
                      </a:lnTo>
                      <a:lnTo>
                        <a:pt x="136897" y="46493"/>
                      </a:lnTo>
                      <a:lnTo>
                        <a:pt x="134314" y="43910"/>
                      </a:lnTo>
                      <a:lnTo>
                        <a:pt x="121399" y="43910"/>
                      </a:lnTo>
                      <a:lnTo>
                        <a:pt x="118816" y="41327"/>
                      </a:lnTo>
                      <a:lnTo>
                        <a:pt x="116234" y="43910"/>
                      </a:lnTo>
                      <a:close/>
                    </a:path>
                  </a:pathLst>
                </a:custGeom>
                <a:solidFill>
                  <a:srgbClr val="354361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2" name="任意形状 7011">
                  <a:extLst>
                    <a:ext uri="{FF2B5EF4-FFF2-40B4-BE49-F238E27FC236}">
                      <a16:creationId xmlns:a16="http://schemas.microsoft.com/office/drawing/2014/main" id="{ED233CB7-684B-2933-8F98-075575687EDB}"/>
                    </a:ext>
                  </a:extLst>
                </p:cNvPr>
                <p:cNvSpPr/>
                <p:nvPr/>
              </p:nvSpPr>
              <p:spPr>
                <a:xfrm>
                  <a:off x="4967256" y="5523084"/>
                  <a:ext cx="255713" cy="255713"/>
                </a:xfrm>
                <a:custGeom>
                  <a:avLst/>
                  <a:gdLst>
                    <a:gd name="connsiteX0" fmla="*/ 36162 w 255713"/>
                    <a:gd name="connsiteY0" fmla="*/ 0 h 255713"/>
                    <a:gd name="connsiteX1" fmla="*/ 30996 w 255713"/>
                    <a:gd name="connsiteY1" fmla="*/ 5166 h 255713"/>
                    <a:gd name="connsiteX2" fmla="*/ 30996 w 255713"/>
                    <a:gd name="connsiteY2" fmla="*/ 7749 h 255713"/>
                    <a:gd name="connsiteX3" fmla="*/ 25830 w 255713"/>
                    <a:gd name="connsiteY3" fmla="*/ 12915 h 255713"/>
                    <a:gd name="connsiteX4" fmla="*/ 25830 w 255713"/>
                    <a:gd name="connsiteY4" fmla="*/ 15498 h 255713"/>
                    <a:gd name="connsiteX5" fmla="*/ 20664 w 255713"/>
                    <a:gd name="connsiteY5" fmla="*/ 20664 h 255713"/>
                    <a:gd name="connsiteX6" fmla="*/ 20664 w 255713"/>
                    <a:gd name="connsiteY6" fmla="*/ 23247 h 255713"/>
                    <a:gd name="connsiteX7" fmla="*/ 18081 w 255713"/>
                    <a:gd name="connsiteY7" fmla="*/ 25830 h 255713"/>
                    <a:gd name="connsiteX8" fmla="*/ 18081 w 255713"/>
                    <a:gd name="connsiteY8" fmla="*/ 28413 h 255713"/>
                    <a:gd name="connsiteX9" fmla="*/ 15498 w 255713"/>
                    <a:gd name="connsiteY9" fmla="*/ 30996 h 255713"/>
                    <a:gd name="connsiteX10" fmla="*/ 15498 w 255713"/>
                    <a:gd name="connsiteY10" fmla="*/ 33579 h 255713"/>
                    <a:gd name="connsiteX11" fmla="*/ 12915 w 255713"/>
                    <a:gd name="connsiteY11" fmla="*/ 36162 h 255713"/>
                    <a:gd name="connsiteX12" fmla="*/ 12915 w 255713"/>
                    <a:gd name="connsiteY12" fmla="*/ 41327 h 255713"/>
                    <a:gd name="connsiteX13" fmla="*/ 10332 w 255713"/>
                    <a:gd name="connsiteY13" fmla="*/ 43910 h 255713"/>
                    <a:gd name="connsiteX14" fmla="*/ 10332 w 255713"/>
                    <a:gd name="connsiteY14" fmla="*/ 46493 h 255713"/>
                    <a:gd name="connsiteX15" fmla="*/ 7749 w 255713"/>
                    <a:gd name="connsiteY15" fmla="*/ 49076 h 255713"/>
                    <a:gd name="connsiteX16" fmla="*/ 7749 w 255713"/>
                    <a:gd name="connsiteY16" fmla="*/ 54242 h 255713"/>
                    <a:gd name="connsiteX17" fmla="*/ 5166 w 255713"/>
                    <a:gd name="connsiteY17" fmla="*/ 56825 h 255713"/>
                    <a:gd name="connsiteX18" fmla="*/ 5166 w 255713"/>
                    <a:gd name="connsiteY18" fmla="*/ 64574 h 255713"/>
                    <a:gd name="connsiteX19" fmla="*/ 2583 w 255713"/>
                    <a:gd name="connsiteY19" fmla="*/ 67157 h 255713"/>
                    <a:gd name="connsiteX20" fmla="*/ 2583 w 255713"/>
                    <a:gd name="connsiteY20" fmla="*/ 80072 h 255713"/>
                    <a:gd name="connsiteX21" fmla="*/ 0 w 255713"/>
                    <a:gd name="connsiteY21" fmla="*/ 82655 h 255713"/>
                    <a:gd name="connsiteX22" fmla="*/ 0 w 255713"/>
                    <a:gd name="connsiteY22" fmla="*/ 116234 h 255713"/>
                    <a:gd name="connsiteX23" fmla="*/ 2583 w 255713"/>
                    <a:gd name="connsiteY23" fmla="*/ 118816 h 255713"/>
                    <a:gd name="connsiteX24" fmla="*/ 2583 w 255713"/>
                    <a:gd name="connsiteY24" fmla="*/ 131731 h 255713"/>
                    <a:gd name="connsiteX25" fmla="*/ 5166 w 255713"/>
                    <a:gd name="connsiteY25" fmla="*/ 134314 h 255713"/>
                    <a:gd name="connsiteX26" fmla="*/ 5166 w 255713"/>
                    <a:gd name="connsiteY26" fmla="*/ 142063 h 255713"/>
                    <a:gd name="connsiteX27" fmla="*/ 7749 w 255713"/>
                    <a:gd name="connsiteY27" fmla="*/ 144646 h 255713"/>
                    <a:gd name="connsiteX28" fmla="*/ 7749 w 255713"/>
                    <a:gd name="connsiteY28" fmla="*/ 149812 h 255713"/>
                    <a:gd name="connsiteX29" fmla="*/ 10332 w 255713"/>
                    <a:gd name="connsiteY29" fmla="*/ 152395 h 255713"/>
                    <a:gd name="connsiteX30" fmla="*/ 10332 w 255713"/>
                    <a:gd name="connsiteY30" fmla="*/ 157561 h 255713"/>
                    <a:gd name="connsiteX31" fmla="*/ 12915 w 255713"/>
                    <a:gd name="connsiteY31" fmla="*/ 160144 h 255713"/>
                    <a:gd name="connsiteX32" fmla="*/ 12915 w 255713"/>
                    <a:gd name="connsiteY32" fmla="*/ 162727 h 255713"/>
                    <a:gd name="connsiteX33" fmla="*/ 15498 w 255713"/>
                    <a:gd name="connsiteY33" fmla="*/ 165310 h 255713"/>
                    <a:gd name="connsiteX34" fmla="*/ 15498 w 255713"/>
                    <a:gd name="connsiteY34" fmla="*/ 167893 h 255713"/>
                    <a:gd name="connsiteX35" fmla="*/ 18081 w 255713"/>
                    <a:gd name="connsiteY35" fmla="*/ 170476 h 255713"/>
                    <a:gd name="connsiteX36" fmla="*/ 18081 w 255713"/>
                    <a:gd name="connsiteY36" fmla="*/ 173059 h 255713"/>
                    <a:gd name="connsiteX37" fmla="*/ 20664 w 255713"/>
                    <a:gd name="connsiteY37" fmla="*/ 175642 h 255713"/>
                    <a:gd name="connsiteX38" fmla="*/ 20664 w 255713"/>
                    <a:gd name="connsiteY38" fmla="*/ 178225 h 255713"/>
                    <a:gd name="connsiteX39" fmla="*/ 23247 w 255713"/>
                    <a:gd name="connsiteY39" fmla="*/ 180808 h 255713"/>
                    <a:gd name="connsiteX40" fmla="*/ 23247 w 255713"/>
                    <a:gd name="connsiteY40" fmla="*/ 183391 h 255713"/>
                    <a:gd name="connsiteX41" fmla="*/ 28413 w 255713"/>
                    <a:gd name="connsiteY41" fmla="*/ 188557 h 255713"/>
                    <a:gd name="connsiteX42" fmla="*/ 28413 w 255713"/>
                    <a:gd name="connsiteY42" fmla="*/ 191140 h 255713"/>
                    <a:gd name="connsiteX43" fmla="*/ 38745 w 255713"/>
                    <a:gd name="connsiteY43" fmla="*/ 201471 h 255713"/>
                    <a:gd name="connsiteX44" fmla="*/ 38745 w 255713"/>
                    <a:gd name="connsiteY44" fmla="*/ 204054 h 255713"/>
                    <a:gd name="connsiteX45" fmla="*/ 51659 w 255713"/>
                    <a:gd name="connsiteY45" fmla="*/ 216969 h 255713"/>
                    <a:gd name="connsiteX46" fmla="*/ 54242 w 255713"/>
                    <a:gd name="connsiteY46" fmla="*/ 216969 h 255713"/>
                    <a:gd name="connsiteX47" fmla="*/ 64574 w 255713"/>
                    <a:gd name="connsiteY47" fmla="*/ 227301 h 255713"/>
                    <a:gd name="connsiteX48" fmla="*/ 67157 w 255713"/>
                    <a:gd name="connsiteY48" fmla="*/ 227301 h 255713"/>
                    <a:gd name="connsiteX49" fmla="*/ 72323 w 255713"/>
                    <a:gd name="connsiteY49" fmla="*/ 232467 h 255713"/>
                    <a:gd name="connsiteX50" fmla="*/ 74906 w 255713"/>
                    <a:gd name="connsiteY50" fmla="*/ 232467 h 255713"/>
                    <a:gd name="connsiteX51" fmla="*/ 80072 w 255713"/>
                    <a:gd name="connsiteY51" fmla="*/ 237633 h 255713"/>
                    <a:gd name="connsiteX52" fmla="*/ 82655 w 255713"/>
                    <a:gd name="connsiteY52" fmla="*/ 237633 h 255713"/>
                    <a:gd name="connsiteX53" fmla="*/ 85238 w 255713"/>
                    <a:gd name="connsiteY53" fmla="*/ 240216 h 255713"/>
                    <a:gd name="connsiteX54" fmla="*/ 87821 w 255713"/>
                    <a:gd name="connsiteY54" fmla="*/ 240216 h 255713"/>
                    <a:gd name="connsiteX55" fmla="*/ 90404 w 255713"/>
                    <a:gd name="connsiteY55" fmla="*/ 242799 h 255713"/>
                    <a:gd name="connsiteX56" fmla="*/ 95570 w 255713"/>
                    <a:gd name="connsiteY56" fmla="*/ 242799 h 255713"/>
                    <a:gd name="connsiteX57" fmla="*/ 98153 w 255713"/>
                    <a:gd name="connsiteY57" fmla="*/ 245382 h 255713"/>
                    <a:gd name="connsiteX58" fmla="*/ 100736 w 255713"/>
                    <a:gd name="connsiteY58" fmla="*/ 245382 h 255713"/>
                    <a:gd name="connsiteX59" fmla="*/ 103319 w 255713"/>
                    <a:gd name="connsiteY59" fmla="*/ 247965 h 255713"/>
                    <a:gd name="connsiteX60" fmla="*/ 108485 w 255713"/>
                    <a:gd name="connsiteY60" fmla="*/ 247965 h 255713"/>
                    <a:gd name="connsiteX61" fmla="*/ 111068 w 255713"/>
                    <a:gd name="connsiteY61" fmla="*/ 250548 h 255713"/>
                    <a:gd name="connsiteX62" fmla="*/ 116234 w 255713"/>
                    <a:gd name="connsiteY62" fmla="*/ 250548 h 255713"/>
                    <a:gd name="connsiteX63" fmla="*/ 118816 w 255713"/>
                    <a:gd name="connsiteY63" fmla="*/ 253131 h 255713"/>
                    <a:gd name="connsiteX64" fmla="*/ 129148 w 255713"/>
                    <a:gd name="connsiteY64" fmla="*/ 253131 h 255713"/>
                    <a:gd name="connsiteX65" fmla="*/ 131731 w 255713"/>
                    <a:gd name="connsiteY65" fmla="*/ 255714 h 255713"/>
                    <a:gd name="connsiteX66" fmla="*/ 180808 w 255713"/>
                    <a:gd name="connsiteY66" fmla="*/ 255714 h 255713"/>
                    <a:gd name="connsiteX67" fmla="*/ 183391 w 255713"/>
                    <a:gd name="connsiteY67" fmla="*/ 253131 h 255713"/>
                    <a:gd name="connsiteX68" fmla="*/ 193723 w 255713"/>
                    <a:gd name="connsiteY68" fmla="*/ 253131 h 255713"/>
                    <a:gd name="connsiteX69" fmla="*/ 196305 w 255713"/>
                    <a:gd name="connsiteY69" fmla="*/ 250548 h 255713"/>
                    <a:gd name="connsiteX70" fmla="*/ 204054 w 255713"/>
                    <a:gd name="connsiteY70" fmla="*/ 250548 h 255713"/>
                    <a:gd name="connsiteX71" fmla="*/ 206637 w 255713"/>
                    <a:gd name="connsiteY71" fmla="*/ 247965 h 255713"/>
                    <a:gd name="connsiteX72" fmla="*/ 211803 w 255713"/>
                    <a:gd name="connsiteY72" fmla="*/ 247965 h 255713"/>
                    <a:gd name="connsiteX73" fmla="*/ 214386 w 255713"/>
                    <a:gd name="connsiteY73" fmla="*/ 245382 h 255713"/>
                    <a:gd name="connsiteX74" fmla="*/ 216969 w 255713"/>
                    <a:gd name="connsiteY74" fmla="*/ 245382 h 255713"/>
                    <a:gd name="connsiteX75" fmla="*/ 219552 w 255713"/>
                    <a:gd name="connsiteY75" fmla="*/ 242799 h 255713"/>
                    <a:gd name="connsiteX76" fmla="*/ 222135 w 255713"/>
                    <a:gd name="connsiteY76" fmla="*/ 242799 h 255713"/>
                    <a:gd name="connsiteX77" fmla="*/ 224718 w 255713"/>
                    <a:gd name="connsiteY77" fmla="*/ 240216 h 255713"/>
                    <a:gd name="connsiteX78" fmla="*/ 227301 w 255713"/>
                    <a:gd name="connsiteY78" fmla="*/ 240216 h 255713"/>
                    <a:gd name="connsiteX79" fmla="*/ 229884 w 255713"/>
                    <a:gd name="connsiteY79" fmla="*/ 237633 h 255713"/>
                    <a:gd name="connsiteX80" fmla="*/ 232467 w 255713"/>
                    <a:gd name="connsiteY80" fmla="*/ 237633 h 255713"/>
                    <a:gd name="connsiteX81" fmla="*/ 235050 w 255713"/>
                    <a:gd name="connsiteY81" fmla="*/ 235050 h 255713"/>
                    <a:gd name="connsiteX82" fmla="*/ 237633 w 255713"/>
                    <a:gd name="connsiteY82" fmla="*/ 235050 h 255713"/>
                    <a:gd name="connsiteX83" fmla="*/ 242799 w 255713"/>
                    <a:gd name="connsiteY83" fmla="*/ 229884 h 255713"/>
                    <a:gd name="connsiteX84" fmla="*/ 245382 w 255713"/>
                    <a:gd name="connsiteY84" fmla="*/ 229884 h 255713"/>
                    <a:gd name="connsiteX85" fmla="*/ 250548 w 255713"/>
                    <a:gd name="connsiteY85" fmla="*/ 224718 h 255713"/>
                    <a:gd name="connsiteX86" fmla="*/ 253131 w 255713"/>
                    <a:gd name="connsiteY86" fmla="*/ 224718 h 255713"/>
                    <a:gd name="connsiteX87" fmla="*/ 255714 w 255713"/>
                    <a:gd name="connsiteY87" fmla="*/ 222135 h 255713"/>
                    <a:gd name="connsiteX88" fmla="*/ 255714 w 255713"/>
                    <a:gd name="connsiteY88" fmla="*/ 219552 h 255713"/>
                    <a:gd name="connsiteX89" fmla="*/ 185974 w 255713"/>
                    <a:gd name="connsiteY89" fmla="*/ 149812 h 255713"/>
                    <a:gd name="connsiteX90" fmla="*/ 183391 w 255713"/>
                    <a:gd name="connsiteY90" fmla="*/ 152395 h 255713"/>
                    <a:gd name="connsiteX91" fmla="*/ 173059 w 255713"/>
                    <a:gd name="connsiteY91" fmla="*/ 152395 h 255713"/>
                    <a:gd name="connsiteX92" fmla="*/ 162727 w 255713"/>
                    <a:gd name="connsiteY92" fmla="*/ 142063 h 255713"/>
                    <a:gd name="connsiteX93" fmla="*/ 162727 w 255713"/>
                    <a:gd name="connsiteY93" fmla="*/ 139480 h 255713"/>
                    <a:gd name="connsiteX94" fmla="*/ 160144 w 255713"/>
                    <a:gd name="connsiteY94" fmla="*/ 136897 h 255713"/>
                    <a:gd name="connsiteX95" fmla="*/ 160144 w 255713"/>
                    <a:gd name="connsiteY95" fmla="*/ 134314 h 255713"/>
                    <a:gd name="connsiteX96" fmla="*/ 154978 w 255713"/>
                    <a:gd name="connsiteY96" fmla="*/ 129148 h 255713"/>
                    <a:gd name="connsiteX97" fmla="*/ 154978 w 255713"/>
                    <a:gd name="connsiteY97" fmla="*/ 126565 h 255713"/>
                    <a:gd name="connsiteX98" fmla="*/ 152395 w 255713"/>
                    <a:gd name="connsiteY98" fmla="*/ 123982 h 255713"/>
                    <a:gd name="connsiteX99" fmla="*/ 152395 w 255713"/>
                    <a:gd name="connsiteY99" fmla="*/ 121399 h 255713"/>
                    <a:gd name="connsiteX100" fmla="*/ 149812 w 255713"/>
                    <a:gd name="connsiteY100" fmla="*/ 118816 h 255713"/>
                    <a:gd name="connsiteX101" fmla="*/ 149812 w 255713"/>
                    <a:gd name="connsiteY101" fmla="*/ 116234 h 255713"/>
                    <a:gd name="connsiteX102" fmla="*/ 144646 w 255713"/>
                    <a:gd name="connsiteY102" fmla="*/ 111068 h 255713"/>
                    <a:gd name="connsiteX103" fmla="*/ 144646 w 255713"/>
                    <a:gd name="connsiteY103" fmla="*/ 108485 h 255713"/>
                    <a:gd name="connsiteX104" fmla="*/ 108485 w 255713"/>
                    <a:gd name="connsiteY104" fmla="*/ 72323 h 255713"/>
                    <a:gd name="connsiteX105" fmla="*/ 105902 w 255713"/>
                    <a:gd name="connsiteY105" fmla="*/ 72323 h 255713"/>
                    <a:gd name="connsiteX106" fmla="*/ 100736 w 255713"/>
                    <a:gd name="connsiteY106" fmla="*/ 77489 h 255713"/>
                    <a:gd name="connsiteX107" fmla="*/ 98153 w 255713"/>
                    <a:gd name="connsiteY107" fmla="*/ 77489 h 255713"/>
                    <a:gd name="connsiteX108" fmla="*/ 92987 w 255713"/>
                    <a:gd name="connsiteY108" fmla="*/ 82655 h 255713"/>
                    <a:gd name="connsiteX109" fmla="*/ 90404 w 255713"/>
                    <a:gd name="connsiteY109" fmla="*/ 82655 h 255713"/>
                    <a:gd name="connsiteX110" fmla="*/ 85238 w 255713"/>
                    <a:gd name="connsiteY110" fmla="*/ 87821 h 255713"/>
                    <a:gd name="connsiteX111" fmla="*/ 82655 w 255713"/>
                    <a:gd name="connsiteY111" fmla="*/ 87821 h 255713"/>
                    <a:gd name="connsiteX112" fmla="*/ 77489 w 255713"/>
                    <a:gd name="connsiteY112" fmla="*/ 92987 h 255713"/>
                    <a:gd name="connsiteX113" fmla="*/ 74906 w 255713"/>
                    <a:gd name="connsiteY113" fmla="*/ 92987 h 255713"/>
                    <a:gd name="connsiteX114" fmla="*/ 69740 w 255713"/>
                    <a:gd name="connsiteY114" fmla="*/ 98153 h 255713"/>
                    <a:gd name="connsiteX115" fmla="*/ 67157 w 255713"/>
                    <a:gd name="connsiteY115" fmla="*/ 98153 h 255713"/>
                    <a:gd name="connsiteX116" fmla="*/ 64574 w 255713"/>
                    <a:gd name="connsiteY116" fmla="*/ 100736 h 255713"/>
                    <a:gd name="connsiteX117" fmla="*/ 67157 w 255713"/>
                    <a:gd name="connsiteY117" fmla="*/ 100736 h 255713"/>
                    <a:gd name="connsiteX118" fmla="*/ 72323 w 255713"/>
                    <a:gd name="connsiteY118" fmla="*/ 105902 h 255713"/>
                    <a:gd name="connsiteX119" fmla="*/ 74906 w 255713"/>
                    <a:gd name="connsiteY119" fmla="*/ 105902 h 255713"/>
                    <a:gd name="connsiteX120" fmla="*/ 80072 w 255713"/>
                    <a:gd name="connsiteY120" fmla="*/ 111068 h 255713"/>
                    <a:gd name="connsiteX121" fmla="*/ 82655 w 255713"/>
                    <a:gd name="connsiteY121" fmla="*/ 111068 h 255713"/>
                    <a:gd name="connsiteX122" fmla="*/ 85238 w 255713"/>
                    <a:gd name="connsiteY122" fmla="*/ 113651 h 255713"/>
                    <a:gd name="connsiteX123" fmla="*/ 87821 w 255713"/>
                    <a:gd name="connsiteY123" fmla="*/ 113651 h 255713"/>
                    <a:gd name="connsiteX124" fmla="*/ 92987 w 255713"/>
                    <a:gd name="connsiteY124" fmla="*/ 118816 h 255713"/>
                    <a:gd name="connsiteX125" fmla="*/ 95570 w 255713"/>
                    <a:gd name="connsiteY125" fmla="*/ 118816 h 255713"/>
                    <a:gd name="connsiteX126" fmla="*/ 108485 w 255713"/>
                    <a:gd name="connsiteY126" fmla="*/ 131731 h 255713"/>
                    <a:gd name="connsiteX127" fmla="*/ 108485 w 255713"/>
                    <a:gd name="connsiteY127" fmla="*/ 144646 h 255713"/>
                    <a:gd name="connsiteX128" fmla="*/ 103319 w 255713"/>
                    <a:gd name="connsiteY128" fmla="*/ 149812 h 255713"/>
                    <a:gd name="connsiteX129" fmla="*/ 100736 w 255713"/>
                    <a:gd name="connsiteY129" fmla="*/ 149812 h 255713"/>
                    <a:gd name="connsiteX130" fmla="*/ 98153 w 255713"/>
                    <a:gd name="connsiteY130" fmla="*/ 152395 h 255713"/>
                    <a:gd name="connsiteX131" fmla="*/ 87821 w 255713"/>
                    <a:gd name="connsiteY131" fmla="*/ 152395 h 255713"/>
                    <a:gd name="connsiteX132" fmla="*/ 82655 w 255713"/>
                    <a:gd name="connsiteY132" fmla="*/ 147229 h 255713"/>
                    <a:gd name="connsiteX133" fmla="*/ 80072 w 255713"/>
                    <a:gd name="connsiteY133" fmla="*/ 147229 h 255713"/>
                    <a:gd name="connsiteX134" fmla="*/ 74906 w 255713"/>
                    <a:gd name="connsiteY134" fmla="*/ 142063 h 255713"/>
                    <a:gd name="connsiteX135" fmla="*/ 72323 w 255713"/>
                    <a:gd name="connsiteY135" fmla="*/ 142063 h 255713"/>
                    <a:gd name="connsiteX136" fmla="*/ 67157 w 255713"/>
                    <a:gd name="connsiteY136" fmla="*/ 136897 h 255713"/>
                    <a:gd name="connsiteX137" fmla="*/ 64574 w 255713"/>
                    <a:gd name="connsiteY137" fmla="*/ 136897 h 255713"/>
                    <a:gd name="connsiteX138" fmla="*/ 59408 w 255713"/>
                    <a:gd name="connsiteY138" fmla="*/ 131731 h 255713"/>
                    <a:gd name="connsiteX139" fmla="*/ 56825 w 255713"/>
                    <a:gd name="connsiteY139" fmla="*/ 131731 h 255713"/>
                    <a:gd name="connsiteX140" fmla="*/ 51659 w 255713"/>
                    <a:gd name="connsiteY140" fmla="*/ 126565 h 255713"/>
                    <a:gd name="connsiteX141" fmla="*/ 49076 w 255713"/>
                    <a:gd name="connsiteY141" fmla="*/ 126565 h 255713"/>
                    <a:gd name="connsiteX142" fmla="*/ 46493 w 255713"/>
                    <a:gd name="connsiteY142" fmla="*/ 123982 h 255713"/>
                    <a:gd name="connsiteX143" fmla="*/ 43910 w 255713"/>
                    <a:gd name="connsiteY143" fmla="*/ 123982 h 255713"/>
                    <a:gd name="connsiteX144" fmla="*/ 38745 w 255713"/>
                    <a:gd name="connsiteY144" fmla="*/ 118816 h 255713"/>
                    <a:gd name="connsiteX145" fmla="*/ 36162 w 255713"/>
                    <a:gd name="connsiteY145" fmla="*/ 118816 h 255713"/>
                    <a:gd name="connsiteX146" fmla="*/ 30996 w 255713"/>
                    <a:gd name="connsiteY146" fmla="*/ 113651 h 255713"/>
                    <a:gd name="connsiteX147" fmla="*/ 28413 w 255713"/>
                    <a:gd name="connsiteY147" fmla="*/ 113651 h 255713"/>
                    <a:gd name="connsiteX148" fmla="*/ 23247 w 255713"/>
                    <a:gd name="connsiteY148" fmla="*/ 108485 h 255713"/>
                    <a:gd name="connsiteX149" fmla="*/ 23247 w 255713"/>
                    <a:gd name="connsiteY149" fmla="*/ 103319 h 255713"/>
                    <a:gd name="connsiteX150" fmla="*/ 20664 w 255713"/>
                    <a:gd name="connsiteY150" fmla="*/ 100736 h 255713"/>
                    <a:gd name="connsiteX151" fmla="*/ 20664 w 255713"/>
                    <a:gd name="connsiteY151" fmla="*/ 98153 h 255713"/>
                    <a:gd name="connsiteX152" fmla="*/ 23247 w 255713"/>
                    <a:gd name="connsiteY152" fmla="*/ 95570 h 255713"/>
                    <a:gd name="connsiteX153" fmla="*/ 23247 w 255713"/>
                    <a:gd name="connsiteY153" fmla="*/ 92987 h 255713"/>
                    <a:gd name="connsiteX154" fmla="*/ 33579 w 255713"/>
                    <a:gd name="connsiteY154" fmla="*/ 82655 h 255713"/>
                    <a:gd name="connsiteX155" fmla="*/ 36162 w 255713"/>
                    <a:gd name="connsiteY155" fmla="*/ 82655 h 255713"/>
                    <a:gd name="connsiteX156" fmla="*/ 38745 w 255713"/>
                    <a:gd name="connsiteY156" fmla="*/ 80072 h 255713"/>
                    <a:gd name="connsiteX157" fmla="*/ 41327 w 255713"/>
                    <a:gd name="connsiteY157" fmla="*/ 80072 h 255713"/>
                    <a:gd name="connsiteX158" fmla="*/ 46493 w 255713"/>
                    <a:gd name="connsiteY158" fmla="*/ 74906 h 255713"/>
                    <a:gd name="connsiteX159" fmla="*/ 49076 w 255713"/>
                    <a:gd name="connsiteY159" fmla="*/ 74906 h 255713"/>
                    <a:gd name="connsiteX160" fmla="*/ 54242 w 255713"/>
                    <a:gd name="connsiteY160" fmla="*/ 69740 h 255713"/>
                    <a:gd name="connsiteX161" fmla="*/ 56825 w 255713"/>
                    <a:gd name="connsiteY161" fmla="*/ 69740 h 255713"/>
                    <a:gd name="connsiteX162" fmla="*/ 61991 w 255713"/>
                    <a:gd name="connsiteY162" fmla="*/ 64574 h 255713"/>
                    <a:gd name="connsiteX163" fmla="*/ 64574 w 255713"/>
                    <a:gd name="connsiteY163" fmla="*/ 64574 h 255713"/>
                    <a:gd name="connsiteX164" fmla="*/ 69740 w 255713"/>
                    <a:gd name="connsiteY164" fmla="*/ 59408 h 255713"/>
                    <a:gd name="connsiteX165" fmla="*/ 72323 w 255713"/>
                    <a:gd name="connsiteY165" fmla="*/ 59408 h 255713"/>
                    <a:gd name="connsiteX166" fmla="*/ 77489 w 255713"/>
                    <a:gd name="connsiteY166" fmla="*/ 54242 h 255713"/>
                    <a:gd name="connsiteX167" fmla="*/ 80072 w 255713"/>
                    <a:gd name="connsiteY167" fmla="*/ 54242 h 255713"/>
                    <a:gd name="connsiteX168" fmla="*/ 85238 w 255713"/>
                    <a:gd name="connsiteY168" fmla="*/ 4907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36162" y="0"/>
                      </a:moveTo>
                      <a:lnTo>
                        <a:pt x="30996" y="5166"/>
                      </a:lnTo>
                      <a:lnTo>
                        <a:pt x="30996" y="7749"/>
                      </a:lnTo>
                      <a:lnTo>
                        <a:pt x="25830" y="12915"/>
                      </a:lnTo>
                      <a:lnTo>
                        <a:pt x="25830" y="15498"/>
                      </a:lnTo>
                      <a:lnTo>
                        <a:pt x="20664" y="20664"/>
                      </a:lnTo>
                      <a:lnTo>
                        <a:pt x="20664" y="23247"/>
                      </a:lnTo>
                      <a:lnTo>
                        <a:pt x="18081" y="25830"/>
                      </a:lnTo>
                      <a:lnTo>
                        <a:pt x="18081" y="28413"/>
                      </a:lnTo>
                      <a:lnTo>
                        <a:pt x="15498" y="30996"/>
                      </a:lnTo>
                      <a:lnTo>
                        <a:pt x="15498" y="33579"/>
                      </a:lnTo>
                      <a:lnTo>
                        <a:pt x="12915" y="36162"/>
                      </a:lnTo>
                      <a:lnTo>
                        <a:pt x="12915" y="41327"/>
                      </a:lnTo>
                      <a:lnTo>
                        <a:pt x="10332" y="43910"/>
                      </a:lnTo>
                      <a:lnTo>
                        <a:pt x="10332" y="46493"/>
                      </a:lnTo>
                      <a:lnTo>
                        <a:pt x="7749" y="49076"/>
                      </a:lnTo>
                      <a:lnTo>
                        <a:pt x="7749" y="54242"/>
                      </a:lnTo>
                      <a:lnTo>
                        <a:pt x="5166" y="56825"/>
                      </a:lnTo>
                      <a:lnTo>
                        <a:pt x="5166" y="64574"/>
                      </a:lnTo>
                      <a:lnTo>
                        <a:pt x="2583" y="67157"/>
                      </a:lnTo>
                      <a:lnTo>
                        <a:pt x="2583" y="80072"/>
                      </a:lnTo>
                      <a:lnTo>
                        <a:pt x="0" y="82655"/>
                      </a:lnTo>
                      <a:lnTo>
                        <a:pt x="0" y="116234"/>
                      </a:lnTo>
                      <a:lnTo>
                        <a:pt x="2583" y="118816"/>
                      </a:lnTo>
                      <a:lnTo>
                        <a:pt x="2583" y="131731"/>
                      </a:lnTo>
                      <a:lnTo>
                        <a:pt x="5166" y="134314"/>
                      </a:lnTo>
                      <a:lnTo>
                        <a:pt x="5166" y="142063"/>
                      </a:lnTo>
                      <a:lnTo>
                        <a:pt x="7749" y="144646"/>
                      </a:lnTo>
                      <a:lnTo>
                        <a:pt x="7749" y="149812"/>
                      </a:lnTo>
                      <a:lnTo>
                        <a:pt x="10332" y="152395"/>
                      </a:lnTo>
                      <a:lnTo>
                        <a:pt x="10332" y="157561"/>
                      </a:lnTo>
                      <a:lnTo>
                        <a:pt x="12915" y="160144"/>
                      </a:lnTo>
                      <a:lnTo>
                        <a:pt x="12915" y="162727"/>
                      </a:lnTo>
                      <a:lnTo>
                        <a:pt x="15498" y="165310"/>
                      </a:lnTo>
                      <a:lnTo>
                        <a:pt x="15498" y="167893"/>
                      </a:lnTo>
                      <a:lnTo>
                        <a:pt x="18081" y="170476"/>
                      </a:lnTo>
                      <a:lnTo>
                        <a:pt x="18081" y="173059"/>
                      </a:lnTo>
                      <a:lnTo>
                        <a:pt x="20664" y="175642"/>
                      </a:lnTo>
                      <a:lnTo>
                        <a:pt x="20664" y="178225"/>
                      </a:lnTo>
                      <a:lnTo>
                        <a:pt x="23247" y="180808"/>
                      </a:lnTo>
                      <a:lnTo>
                        <a:pt x="23247" y="183391"/>
                      </a:lnTo>
                      <a:lnTo>
                        <a:pt x="28413" y="188557"/>
                      </a:lnTo>
                      <a:lnTo>
                        <a:pt x="28413" y="191140"/>
                      </a:lnTo>
                      <a:lnTo>
                        <a:pt x="38745" y="201471"/>
                      </a:lnTo>
                      <a:lnTo>
                        <a:pt x="38745" y="204054"/>
                      </a:lnTo>
                      <a:lnTo>
                        <a:pt x="51659" y="216969"/>
                      </a:lnTo>
                      <a:lnTo>
                        <a:pt x="54242" y="216969"/>
                      </a:lnTo>
                      <a:lnTo>
                        <a:pt x="64574" y="227301"/>
                      </a:lnTo>
                      <a:lnTo>
                        <a:pt x="67157" y="227301"/>
                      </a:lnTo>
                      <a:lnTo>
                        <a:pt x="72323" y="232467"/>
                      </a:lnTo>
                      <a:lnTo>
                        <a:pt x="74906" y="232467"/>
                      </a:lnTo>
                      <a:lnTo>
                        <a:pt x="80072" y="237633"/>
                      </a:lnTo>
                      <a:lnTo>
                        <a:pt x="82655" y="237633"/>
                      </a:lnTo>
                      <a:lnTo>
                        <a:pt x="85238" y="240216"/>
                      </a:lnTo>
                      <a:lnTo>
                        <a:pt x="87821" y="240216"/>
                      </a:lnTo>
                      <a:lnTo>
                        <a:pt x="90404" y="242799"/>
                      </a:lnTo>
                      <a:lnTo>
                        <a:pt x="95570" y="242799"/>
                      </a:lnTo>
                      <a:lnTo>
                        <a:pt x="98153" y="245382"/>
                      </a:lnTo>
                      <a:lnTo>
                        <a:pt x="100736" y="245382"/>
                      </a:lnTo>
                      <a:lnTo>
                        <a:pt x="103319" y="247965"/>
                      </a:lnTo>
                      <a:lnTo>
                        <a:pt x="108485" y="247965"/>
                      </a:lnTo>
                      <a:lnTo>
                        <a:pt x="111068" y="250548"/>
                      </a:lnTo>
                      <a:lnTo>
                        <a:pt x="116234" y="250548"/>
                      </a:lnTo>
                      <a:lnTo>
                        <a:pt x="118816" y="253131"/>
                      </a:lnTo>
                      <a:lnTo>
                        <a:pt x="129148" y="253131"/>
                      </a:lnTo>
                      <a:lnTo>
                        <a:pt x="131731" y="255714"/>
                      </a:lnTo>
                      <a:lnTo>
                        <a:pt x="180808" y="255714"/>
                      </a:lnTo>
                      <a:lnTo>
                        <a:pt x="183391" y="253131"/>
                      </a:lnTo>
                      <a:lnTo>
                        <a:pt x="193723" y="253131"/>
                      </a:lnTo>
                      <a:lnTo>
                        <a:pt x="196305" y="250548"/>
                      </a:lnTo>
                      <a:lnTo>
                        <a:pt x="204054" y="250548"/>
                      </a:lnTo>
                      <a:lnTo>
                        <a:pt x="206637" y="247965"/>
                      </a:lnTo>
                      <a:lnTo>
                        <a:pt x="211803" y="247965"/>
                      </a:lnTo>
                      <a:lnTo>
                        <a:pt x="214386" y="245382"/>
                      </a:lnTo>
                      <a:lnTo>
                        <a:pt x="216969" y="245382"/>
                      </a:lnTo>
                      <a:lnTo>
                        <a:pt x="219552" y="242799"/>
                      </a:lnTo>
                      <a:lnTo>
                        <a:pt x="222135" y="242799"/>
                      </a:lnTo>
                      <a:lnTo>
                        <a:pt x="224718" y="240216"/>
                      </a:lnTo>
                      <a:lnTo>
                        <a:pt x="227301" y="240216"/>
                      </a:lnTo>
                      <a:lnTo>
                        <a:pt x="229884" y="237633"/>
                      </a:lnTo>
                      <a:lnTo>
                        <a:pt x="232467" y="237633"/>
                      </a:lnTo>
                      <a:lnTo>
                        <a:pt x="235050" y="235050"/>
                      </a:lnTo>
                      <a:lnTo>
                        <a:pt x="237633" y="235050"/>
                      </a:lnTo>
                      <a:lnTo>
                        <a:pt x="242799" y="229884"/>
                      </a:lnTo>
                      <a:lnTo>
                        <a:pt x="245382" y="229884"/>
                      </a:lnTo>
                      <a:lnTo>
                        <a:pt x="250548" y="224718"/>
                      </a:lnTo>
                      <a:lnTo>
                        <a:pt x="253131" y="224718"/>
                      </a:lnTo>
                      <a:lnTo>
                        <a:pt x="255714" y="222135"/>
                      </a:lnTo>
                      <a:lnTo>
                        <a:pt x="255714" y="219552"/>
                      </a:lnTo>
                      <a:lnTo>
                        <a:pt x="185974" y="149812"/>
                      </a:lnTo>
                      <a:lnTo>
                        <a:pt x="183391" y="152395"/>
                      </a:lnTo>
                      <a:lnTo>
                        <a:pt x="173059" y="152395"/>
                      </a:lnTo>
                      <a:lnTo>
                        <a:pt x="162727" y="142063"/>
                      </a:lnTo>
                      <a:lnTo>
                        <a:pt x="162727" y="139480"/>
                      </a:lnTo>
                      <a:lnTo>
                        <a:pt x="160144" y="136897"/>
                      </a:lnTo>
                      <a:lnTo>
                        <a:pt x="160144" y="134314"/>
                      </a:lnTo>
                      <a:lnTo>
                        <a:pt x="154978" y="129148"/>
                      </a:lnTo>
                      <a:lnTo>
                        <a:pt x="154978" y="126565"/>
                      </a:lnTo>
                      <a:lnTo>
                        <a:pt x="152395" y="123982"/>
                      </a:lnTo>
                      <a:lnTo>
                        <a:pt x="152395" y="121399"/>
                      </a:lnTo>
                      <a:lnTo>
                        <a:pt x="149812" y="118816"/>
                      </a:lnTo>
                      <a:lnTo>
                        <a:pt x="149812" y="116234"/>
                      </a:lnTo>
                      <a:lnTo>
                        <a:pt x="144646" y="111068"/>
                      </a:lnTo>
                      <a:lnTo>
                        <a:pt x="144646" y="108485"/>
                      </a:lnTo>
                      <a:lnTo>
                        <a:pt x="108485" y="72323"/>
                      </a:lnTo>
                      <a:lnTo>
                        <a:pt x="105902" y="72323"/>
                      </a:lnTo>
                      <a:lnTo>
                        <a:pt x="100736" y="77489"/>
                      </a:lnTo>
                      <a:lnTo>
                        <a:pt x="98153" y="77489"/>
                      </a:lnTo>
                      <a:lnTo>
                        <a:pt x="92987" y="82655"/>
                      </a:lnTo>
                      <a:lnTo>
                        <a:pt x="90404" y="82655"/>
                      </a:lnTo>
                      <a:lnTo>
                        <a:pt x="85238" y="87821"/>
                      </a:lnTo>
                      <a:lnTo>
                        <a:pt x="82655" y="87821"/>
                      </a:lnTo>
                      <a:lnTo>
                        <a:pt x="77489" y="92987"/>
                      </a:lnTo>
                      <a:lnTo>
                        <a:pt x="74906" y="92987"/>
                      </a:lnTo>
                      <a:lnTo>
                        <a:pt x="69740" y="98153"/>
                      </a:lnTo>
                      <a:lnTo>
                        <a:pt x="67157" y="98153"/>
                      </a:lnTo>
                      <a:lnTo>
                        <a:pt x="64574" y="100736"/>
                      </a:lnTo>
                      <a:lnTo>
                        <a:pt x="67157" y="100736"/>
                      </a:lnTo>
                      <a:lnTo>
                        <a:pt x="72323" y="105902"/>
                      </a:lnTo>
                      <a:lnTo>
                        <a:pt x="74906" y="105902"/>
                      </a:lnTo>
                      <a:lnTo>
                        <a:pt x="80072" y="111068"/>
                      </a:lnTo>
                      <a:lnTo>
                        <a:pt x="82655" y="111068"/>
                      </a:lnTo>
                      <a:lnTo>
                        <a:pt x="85238" y="113651"/>
                      </a:lnTo>
                      <a:lnTo>
                        <a:pt x="87821" y="113651"/>
                      </a:lnTo>
                      <a:lnTo>
                        <a:pt x="92987" y="118816"/>
                      </a:lnTo>
                      <a:lnTo>
                        <a:pt x="95570" y="118816"/>
                      </a:lnTo>
                      <a:lnTo>
                        <a:pt x="108485" y="131731"/>
                      </a:lnTo>
                      <a:lnTo>
                        <a:pt x="108485" y="144646"/>
                      </a:lnTo>
                      <a:lnTo>
                        <a:pt x="103319" y="149812"/>
                      </a:lnTo>
                      <a:lnTo>
                        <a:pt x="100736" y="149812"/>
                      </a:lnTo>
                      <a:lnTo>
                        <a:pt x="98153" y="152395"/>
                      </a:lnTo>
                      <a:lnTo>
                        <a:pt x="87821" y="152395"/>
                      </a:lnTo>
                      <a:lnTo>
                        <a:pt x="82655" y="147229"/>
                      </a:lnTo>
                      <a:lnTo>
                        <a:pt x="80072" y="147229"/>
                      </a:lnTo>
                      <a:lnTo>
                        <a:pt x="74906" y="142063"/>
                      </a:lnTo>
                      <a:lnTo>
                        <a:pt x="72323" y="142063"/>
                      </a:lnTo>
                      <a:lnTo>
                        <a:pt x="67157" y="136897"/>
                      </a:lnTo>
                      <a:lnTo>
                        <a:pt x="64574" y="136897"/>
                      </a:lnTo>
                      <a:lnTo>
                        <a:pt x="59408" y="131731"/>
                      </a:lnTo>
                      <a:lnTo>
                        <a:pt x="56825" y="131731"/>
                      </a:lnTo>
                      <a:lnTo>
                        <a:pt x="51659" y="126565"/>
                      </a:lnTo>
                      <a:lnTo>
                        <a:pt x="49076" y="126565"/>
                      </a:lnTo>
                      <a:lnTo>
                        <a:pt x="46493" y="123982"/>
                      </a:lnTo>
                      <a:lnTo>
                        <a:pt x="43910" y="123982"/>
                      </a:lnTo>
                      <a:lnTo>
                        <a:pt x="38745" y="118816"/>
                      </a:lnTo>
                      <a:lnTo>
                        <a:pt x="36162" y="118816"/>
                      </a:lnTo>
                      <a:lnTo>
                        <a:pt x="30996" y="113651"/>
                      </a:lnTo>
                      <a:lnTo>
                        <a:pt x="28413" y="113651"/>
                      </a:lnTo>
                      <a:lnTo>
                        <a:pt x="23247" y="108485"/>
                      </a:lnTo>
                      <a:lnTo>
                        <a:pt x="23247" y="103319"/>
                      </a:lnTo>
                      <a:lnTo>
                        <a:pt x="20664" y="100736"/>
                      </a:lnTo>
                      <a:lnTo>
                        <a:pt x="20664" y="98153"/>
                      </a:lnTo>
                      <a:lnTo>
                        <a:pt x="23247" y="95570"/>
                      </a:lnTo>
                      <a:lnTo>
                        <a:pt x="23247" y="92987"/>
                      </a:lnTo>
                      <a:lnTo>
                        <a:pt x="33579" y="82655"/>
                      </a:lnTo>
                      <a:lnTo>
                        <a:pt x="36162" y="82655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6493" y="74906"/>
                      </a:lnTo>
                      <a:lnTo>
                        <a:pt x="49076" y="74906"/>
                      </a:lnTo>
                      <a:lnTo>
                        <a:pt x="54242" y="69740"/>
                      </a:lnTo>
                      <a:lnTo>
                        <a:pt x="56825" y="69740"/>
                      </a:lnTo>
                      <a:lnTo>
                        <a:pt x="61991" y="64574"/>
                      </a:lnTo>
                      <a:lnTo>
                        <a:pt x="64574" y="64574"/>
                      </a:lnTo>
                      <a:lnTo>
                        <a:pt x="69740" y="59408"/>
                      </a:lnTo>
                      <a:lnTo>
                        <a:pt x="72323" y="59408"/>
                      </a:lnTo>
                      <a:lnTo>
                        <a:pt x="77489" y="54242"/>
                      </a:lnTo>
                      <a:lnTo>
                        <a:pt x="80072" y="54242"/>
                      </a:lnTo>
                      <a:lnTo>
                        <a:pt x="85238" y="4907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3" name="任意形状 7012">
                  <a:extLst>
                    <a:ext uri="{FF2B5EF4-FFF2-40B4-BE49-F238E27FC236}">
                      <a16:creationId xmlns:a16="http://schemas.microsoft.com/office/drawing/2014/main" id="{57D95F9B-EAFE-D23A-95FD-C6D2A812FB10}"/>
                    </a:ext>
                  </a:extLst>
                </p:cNvPr>
                <p:cNvSpPr/>
                <p:nvPr/>
              </p:nvSpPr>
              <p:spPr>
                <a:xfrm>
                  <a:off x="5024081" y="5466259"/>
                  <a:ext cx="255713" cy="255713"/>
                </a:xfrm>
                <a:custGeom>
                  <a:avLst/>
                  <a:gdLst>
                    <a:gd name="connsiteX0" fmla="*/ 5166 w 255713"/>
                    <a:gd name="connsiteY0" fmla="*/ 30996 h 255713"/>
                    <a:gd name="connsiteX1" fmla="*/ 0 w 255713"/>
                    <a:gd name="connsiteY1" fmla="*/ 36162 h 255713"/>
                    <a:gd name="connsiteX2" fmla="*/ 69740 w 255713"/>
                    <a:gd name="connsiteY2" fmla="*/ 105902 h 255713"/>
                    <a:gd name="connsiteX3" fmla="*/ 72323 w 255713"/>
                    <a:gd name="connsiteY3" fmla="*/ 105902 h 255713"/>
                    <a:gd name="connsiteX4" fmla="*/ 74906 w 255713"/>
                    <a:gd name="connsiteY4" fmla="*/ 103319 h 255713"/>
                    <a:gd name="connsiteX5" fmla="*/ 82655 w 255713"/>
                    <a:gd name="connsiteY5" fmla="*/ 103319 h 255713"/>
                    <a:gd name="connsiteX6" fmla="*/ 95570 w 255713"/>
                    <a:gd name="connsiteY6" fmla="*/ 116234 h 255713"/>
                    <a:gd name="connsiteX7" fmla="*/ 95570 w 255713"/>
                    <a:gd name="connsiteY7" fmla="*/ 118816 h 255713"/>
                    <a:gd name="connsiteX8" fmla="*/ 98153 w 255713"/>
                    <a:gd name="connsiteY8" fmla="*/ 121399 h 255713"/>
                    <a:gd name="connsiteX9" fmla="*/ 98153 w 255713"/>
                    <a:gd name="connsiteY9" fmla="*/ 123982 h 255713"/>
                    <a:gd name="connsiteX10" fmla="*/ 100736 w 255713"/>
                    <a:gd name="connsiteY10" fmla="*/ 126565 h 255713"/>
                    <a:gd name="connsiteX11" fmla="*/ 100736 w 255713"/>
                    <a:gd name="connsiteY11" fmla="*/ 129148 h 255713"/>
                    <a:gd name="connsiteX12" fmla="*/ 105902 w 255713"/>
                    <a:gd name="connsiteY12" fmla="*/ 134314 h 255713"/>
                    <a:gd name="connsiteX13" fmla="*/ 105902 w 255713"/>
                    <a:gd name="connsiteY13" fmla="*/ 136897 h 255713"/>
                    <a:gd name="connsiteX14" fmla="*/ 108485 w 255713"/>
                    <a:gd name="connsiteY14" fmla="*/ 139480 h 255713"/>
                    <a:gd name="connsiteX15" fmla="*/ 108485 w 255713"/>
                    <a:gd name="connsiteY15" fmla="*/ 142063 h 255713"/>
                    <a:gd name="connsiteX16" fmla="*/ 113651 w 255713"/>
                    <a:gd name="connsiteY16" fmla="*/ 147229 h 255713"/>
                    <a:gd name="connsiteX17" fmla="*/ 113651 w 255713"/>
                    <a:gd name="connsiteY17" fmla="*/ 149812 h 255713"/>
                    <a:gd name="connsiteX18" fmla="*/ 149812 w 255713"/>
                    <a:gd name="connsiteY18" fmla="*/ 185974 h 255713"/>
                    <a:gd name="connsiteX19" fmla="*/ 157561 w 255713"/>
                    <a:gd name="connsiteY19" fmla="*/ 178225 h 255713"/>
                    <a:gd name="connsiteX20" fmla="*/ 160144 w 255713"/>
                    <a:gd name="connsiteY20" fmla="*/ 178225 h 255713"/>
                    <a:gd name="connsiteX21" fmla="*/ 165310 w 255713"/>
                    <a:gd name="connsiteY21" fmla="*/ 173059 h 255713"/>
                    <a:gd name="connsiteX22" fmla="*/ 167893 w 255713"/>
                    <a:gd name="connsiteY22" fmla="*/ 173059 h 255713"/>
                    <a:gd name="connsiteX23" fmla="*/ 170476 w 255713"/>
                    <a:gd name="connsiteY23" fmla="*/ 170476 h 255713"/>
                    <a:gd name="connsiteX24" fmla="*/ 173059 w 255713"/>
                    <a:gd name="connsiteY24" fmla="*/ 170476 h 255713"/>
                    <a:gd name="connsiteX25" fmla="*/ 178225 w 255713"/>
                    <a:gd name="connsiteY25" fmla="*/ 165310 h 255713"/>
                    <a:gd name="connsiteX26" fmla="*/ 180808 w 255713"/>
                    <a:gd name="connsiteY26" fmla="*/ 165310 h 255713"/>
                    <a:gd name="connsiteX27" fmla="*/ 185974 w 255713"/>
                    <a:gd name="connsiteY27" fmla="*/ 160144 h 255713"/>
                    <a:gd name="connsiteX28" fmla="*/ 188557 w 255713"/>
                    <a:gd name="connsiteY28" fmla="*/ 160144 h 255713"/>
                    <a:gd name="connsiteX29" fmla="*/ 191140 w 255713"/>
                    <a:gd name="connsiteY29" fmla="*/ 157561 h 255713"/>
                    <a:gd name="connsiteX30" fmla="*/ 191140 w 255713"/>
                    <a:gd name="connsiteY30" fmla="*/ 154978 h 255713"/>
                    <a:gd name="connsiteX31" fmla="*/ 188557 w 255713"/>
                    <a:gd name="connsiteY31" fmla="*/ 154978 h 255713"/>
                    <a:gd name="connsiteX32" fmla="*/ 183391 w 255713"/>
                    <a:gd name="connsiteY32" fmla="*/ 149812 h 255713"/>
                    <a:gd name="connsiteX33" fmla="*/ 180808 w 255713"/>
                    <a:gd name="connsiteY33" fmla="*/ 149812 h 255713"/>
                    <a:gd name="connsiteX34" fmla="*/ 175642 w 255713"/>
                    <a:gd name="connsiteY34" fmla="*/ 144646 h 255713"/>
                    <a:gd name="connsiteX35" fmla="*/ 173059 w 255713"/>
                    <a:gd name="connsiteY35" fmla="*/ 144646 h 255713"/>
                    <a:gd name="connsiteX36" fmla="*/ 170476 w 255713"/>
                    <a:gd name="connsiteY36" fmla="*/ 142063 h 255713"/>
                    <a:gd name="connsiteX37" fmla="*/ 167893 w 255713"/>
                    <a:gd name="connsiteY37" fmla="*/ 142063 h 255713"/>
                    <a:gd name="connsiteX38" fmla="*/ 162727 w 255713"/>
                    <a:gd name="connsiteY38" fmla="*/ 136897 h 255713"/>
                    <a:gd name="connsiteX39" fmla="*/ 160144 w 255713"/>
                    <a:gd name="connsiteY39" fmla="*/ 136897 h 255713"/>
                    <a:gd name="connsiteX40" fmla="*/ 147229 w 255713"/>
                    <a:gd name="connsiteY40" fmla="*/ 123982 h 255713"/>
                    <a:gd name="connsiteX41" fmla="*/ 147229 w 255713"/>
                    <a:gd name="connsiteY41" fmla="*/ 116234 h 255713"/>
                    <a:gd name="connsiteX42" fmla="*/ 149812 w 255713"/>
                    <a:gd name="connsiteY42" fmla="*/ 113651 h 255713"/>
                    <a:gd name="connsiteX43" fmla="*/ 149812 w 255713"/>
                    <a:gd name="connsiteY43" fmla="*/ 111068 h 255713"/>
                    <a:gd name="connsiteX44" fmla="*/ 154978 w 255713"/>
                    <a:gd name="connsiteY44" fmla="*/ 105902 h 255713"/>
                    <a:gd name="connsiteX45" fmla="*/ 157561 w 255713"/>
                    <a:gd name="connsiteY45" fmla="*/ 105902 h 255713"/>
                    <a:gd name="connsiteX46" fmla="*/ 160144 w 255713"/>
                    <a:gd name="connsiteY46" fmla="*/ 103319 h 255713"/>
                    <a:gd name="connsiteX47" fmla="*/ 165310 w 255713"/>
                    <a:gd name="connsiteY47" fmla="*/ 103319 h 255713"/>
                    <a:gd name="connsiteX48" fmla="*/ 167893 w 255713"/>
                    <a:gd name="connsiteY48" fmla="*/ 105902 h 255713"/>
                    <a:gd name="connsiteX49" fmla="*/ 170476 w 255713"/>
                    <a:gd name="connsiteY49" fmla="*/ 105902 h 255713"/>
                    <a:gd name="connsiteX50" fmla="*/ 173059 w 255713"/>
                    <a:gd name="connsiteY50" fmla="*/ 108485 h 255713"/>
                    <a:gd name="connsiteX51" fmla="*/ 175642 w 255713"/>
                    <a:gd name="connsiteY51" fmla="*/ 108485 h 255713"/>
                    <a:gd name="connsiteX52" fmla="*/ 180808 w 255713"/>
                    <a:gd name="connsiteY52" fmla="*/ 113651 h 255713"/>
                    <a:gd name="connsiteX53" fmla="*/ 183391 w 255713"/>
                    <a:gd name="connsiteY53" fmla="*/ 113651 h 255713"/>
                    <a:gd name="connsiteX54" fmla="*/ 188557 w 255713"/>
                    <a:gd name="connsiteY54" fmla="*/ 118816 h 255713"/>
                    <a:gd name="connsiteX55" fmla="*/ 191140 w 255713"/>
                    <a:gd name="connsiteY55" fmla="*/ 118816 h 255713"/>
                    <a:gd name="connsiteX56" fmla="*/ 196305 w 255713"/>
                    <a:gd name="connsiteY56" fmla="*/ 123982 h 255713"/>
                    <a:gd name="connsiteX57" fmla="*/ 198888 w 255713"/>
                    <a:gd name="connsiteY57" fmla="*/ 123982 h 255713"/>
                    <a:gd name="connsiteX58" fmla="*/ 204054 w 255713"/>
                    <a:gd name="connsiteY58" fmla="*/ 129148 h 255713"/>
                    <a:gd name="connsiteX59" fmla="*/ 206637 w 255713"/>
                    <a:gd name="connsiteY59" fmla="*/ 129148 h 255713"/>
                    <a:gd name="connsiteX60" fmla="*/ 209220 w 255713"/>
                    <a:gd name="connsiteY60" fmla="*/ 131731 h 255713"/>
                    <a:gd name="connsiteX61" fmla="*/ 211803 w 255713"/>
                    <a:gd name="connsiteY61" fmla="*/ 131731 h 255713"/>
                    <a:gd name="connsiteX62" fmla="*/ 216969 w 255713"/>
                    <a:gd name="connsiteY62" fmla="*/ 136897 h 255713"/>
                    <a:gd name="connsiteX63" fmla="*/ 219552 w 255713"/>
                    <a:gd name="connsiteY63" fmla="*/ 136897 h 255713"/>
                    <a:gd name="connsiteX64" fmla="*/ 224718 w 255713"/>
                    <a:gd name="connsiteY64" fmla="*/ 142063 h 255713"/>
                    <a:gd name="connsiteX65" fmla="*/ 227301 w 255713"/>
                    <a:gd name="connsiteY65" fmla="*/ 142063 h 255713"/>
                    <a:gd name="connsiteX66" fmla="*/ 235050 w 255713"/>
                    <a:gd name="connsiteY66" fmla="*/ 149812 h 255713"/>
                    <a:gd name="connsiteX67" fmla="*/ 235050 w 255713"/>
                    <a:gd name="connsiteY67" fmla="*/ 162727 h 255713"/>
                    <a:gd name="connsiteX68" fmla="*/ 224718 w 255713"/>
                    <a:gd name="connsiteY68" fmla="*/ 173059 h 255713"/>
                    <a:gd name="connsiteX69" fmla="*/ 222135 w 255713"/>
                    <a:gd name="connsiteY69" fmla="*/ 173059 h 255713"/>
                    <a:gd name="connsiteX70" fmla="*/ 216969 w 255713"/>
                    <a:gd name="connsiteY70" fmla="*/ 178225 h 255713"/>
                    <a:gd name="connsiteX71" fmla="*/ 214386 w 255713"/>
                    <a:gd name="connsiteY71" fmla="*/ 178225 h 255713"/>
                    <a:gd name="connsiteX72" fmla="*/ 209220 w 255713"/>
                    <a:gd name="connsiteY72" fmla="*/ 183391 h 255713"/>
                    <a:gd name="connsiteX73" fmla="*/ 206637 w 255713"/>
                    <a:gd name="connsiteY73" fmla="*/ 183391 h 255713"/>
                    <a:gd name="connsiteX74" fmla="*/ 204054 w 255713"/>
                    <a:gd name="connsiteY74" fmla="*/ 185974 h 255713"/>
                    <a:gd name="connsiteX75" fmla="*/ 201471 w 255713"/>
                    <a:gd name="connsiteY75" fmla="*/ 185974 h 255713"/>
                    <a:gd name="connsiteX76" fmla="*/ 196305 w 255713"/>
                    <a:gd name="connsiteY76" fmla="*/ 191140 h 255713"/>
                    <a:gd name="connsiteX77" fmla="*/ 193723 w 255713"/>
                    <a:gd name="connsiteY77" fmla="*/ 191140 h 255713"/>
                    <a:gd name="connsiteX78" fmla="*/ 188557 w 255713"/>
                    <a:gd name="connsiteY78" fmla="*/ 196305 h 255713"/>
                    <a:gd name="connsiteX79" fmla="*/ 185974 w 255713"/>
                    <a:gd name="connsiteY79" fmla="*/ 196305 h 255713"/>
                    <a:gd name="connsiteX80" fmla="*/ 180808 w 255713"/>
                    <a:gd name="connsiteY80" fmla="*/ 201471 h 255713"/>
                    <a:gd name="connsiteX81" fmla="*/ 178225 w 255713"/>
                    <a:gd name="connsiteY81" fmla="*/ 201471 h 255713"/>
                    <a:gd name="connsiteX82" fmla="*/ 173059 w 255713"/>
                    <a:gd name="connsiteY82" fmla="*/ 206637 h 255713"/>
                    <a:gd name="connsiteX83" fmla="*/ 170476 w 255713"/>
                    <a:gd name="connsiteY83" fmla="*/ 206637 h 255713"/>
                    <a:gd name="connsiteX84" fmla="*/ 219552 w 255713"/>
                    <a:gd name="connsiteY84" fmla="*/ 255714 h 255713"/>
                    <a:gd name="connsiteX85" fmla="*/ 222135 w 255713"/>
                    <a:gd name="connsiteY85" fmla="*/ 255714 h 255713"/>
                    <a:gd name="connsiteX86" fmla="*/ 224718 w 255713"/>
                    <a:gd name="connsiteY86" fmla="*/ 253131 h 255713"/>
                    <a:gd name="connsiteX87" fmla="*/ 224718 w 255713"/>
                    <a:gd name="connsiteY87" fmla="*/ 250548 h 255713"/>
                    <a:gd name="connsiteX88" fmla="*/ 229884 w 255713"/>
                    <a:gd name="connsiteY88" fmla="*/ 245382 h 255713"/>
                    <a:gd name="connsiteX89" fmla="*/ 229884 w 255713"/>
                    <a:gd name="connsiteY89" fmla="*/ 242799 h 255713"/>
                    <a:gd name="connsiteX90" fmla="*/ 235050 w 255713"/>
                    <a:gd name="connsiteY90" fmla="*/ 237633 h 255713"/>
                    <a:gd name="connsiteX91" fmla="*/ 235050 w 255713"/>
                    <a:gd name="connsiteY91" fmla="*/ 235050 h 255713"/>
                    <a:gd name="connsiteX92" fmla="*/ 237633 w 255713"/>
                    <a:gd name="connsiteY92" fmla="*/ 232467 h 255713"/>
                    <a:gd name="connsiteX93" fmla="*/ 237633 w 255713"/>
                    <a:gd name="connsiteY93" fmla="*/ 229884 h 255713"/>
                    <a:gd name="connsiteX94" fmla="*/ 240216 w 255713"/>
                    <a:gd name="connsiteY94" fmla="*/ 227301 h 255713"/>
                    <a:gd name="connsiteX95" fmla="*/ 240216 w 255713"/>
                    <a:gd name="connsiteY95" fmla="*/ 224718 h 255713"/>
                    <a:gd name="connsiteX96" fmla="*/ 242799 w 255713"/>
                    <a:gd name="connsiteY96" fmla="*/ 222135 h 255713"/>
                    <a:gd name="connsiteX97" fmla="*/ 242799 w 255713"/>
                    <a:gd name="connsiteY97" fmla="*/ 219552 h 255713"/>
                    <a:gd name="connsiteX98" fmla="*/ 245382 w 255713"/>
                    <a:gd name="connsiteY98" fmla="*/ 216969 h 255713"/>
                    <a:gd name="connsiteX99" fmla="*/ 245382 w 255713"/>
                    <a:gd name="connsiteY99" fmla="*/ 214386 h 255713"/>
                    <a:gd name="connsiteX100" fmla="*/ 247965 w 255713"/>
                    <a:gd name="connsiteY100" fmla="*/ 211803 h 255713"/>
                    <a:gd name="connsiteX101" fmla="*/ 247965 w 255713"/>
                    <a:gd name="connsiteY101" fmla="*/ 206637 h 255713"/>
                    <a:gd name="connsiteX102" fmla="*/ 250548 w 255713"/>
                    <a:gd name="connsiteY102" fmla="*/ 204054 h 255713"/>
                    <a:gd name="connsiteX103" fmla="*/ 250548 w 255713"/>
                    <a:gd name="connsiteY103" fmla="*/ 196305 h 255713"/>
                    <a:gd name="connsiteX104" fmla="*/ 253131 w 255713"/>
                    <a:gd name="connsiteY104" fmla="*/ 193723 h 255713"/>
                    <a:gd name="connsiteX105" fmla="*/ 253131 w 255713"/>
                    <a:gd name="connsiteY105" fmla="*/ 185974 h 255713"/>
                    <a:gd name="connsiteX106" fmla="*/ 255714 w 255713"/>
                    <a:gd name="connsiteY106" fmla="*/ 183391 h 255713"/>
                    <a:gd name="connsiteX107" fmla="*/ 255714 w 255713"/>
                    <a:gd name="connsiteY107" fmla="*/ 131731 h 255713"/>
                    <a:gd name="connsiteX108" fmla="*/ 253131 w 255713"/>
                    <a:gd name="connsiteY108" fmla="*/ 129148 h 255713"/>
                    <a:gd name="connsiteX109" fmla="*/ 253131 w 255713"/>
                    <a:gd name="connsiteY109" fmla="*/ 118816 h 255713"/>
                    <a:gd name="connsiteX110" fmla="*/ 250548 w 255713"/>
                    <a:gd name="connsiteY110" fmla="*/ 116234 h 255713"/>
                    <a:gd name="connsiteX111" fmla="*/ 250548 w 255713"/>
                    <a:gd name="connsiteY111" fmla="*/ 111068 h 255713"/>
                    <a:gd name="connsiteX112" fmla="*/ 247965 w 255713"/>
                    <a:gd name="connsiteY112" fmla="*/ 108485 h 255713"/>
                    <a:gd name="connsiteX113" fmla="*/ 247965 w 255713"/>
                    <a:gd name="connsiteY113" fmla="*/ 103319 h 255713"/>
                    <a:gd name="connsiteX114" fmla="*/ 245382 w 255713"/>
                    <a:gd name="connsiteY114" fmla="*/ 100736 h 255713"/>
                    <a:gd name="connsiteX115" fmla="*/ 245382 w 255713"/>
                    <a:gd name="connsiteY115" fmla="*/ 95570 h 255713"/>
                    <a:gd name="connsiteX116" fmla="*/ 242799 w 255713"/>
                    <a:gd name="connsiteY116" fmla="*/ 92987 h 255713"/>
                    <a:gd name="connsiteX117" fmla="*/ 242799 w 255713"/>
                    <a:gd name="connsiteY117" fmla="*/ 90404 h 255713"/>
                    <a:gd name="connsiteX118" fmla="*/ 240216 w 255713"/>
                    <a:gd name="connsiteY118" fmla="*/ 87821 h 255713"/>
                    <a:gd name="connsiteX119" fmla="*/ 240216 w 255713"/>
                    <a:gd name="connsiteY119" fmla="*/ 85238 h 255713"/>
                    <a:gd name="connsiteX120" fmla="*/ 237633 w 255713"/>
                    <a:gd name="connsiteY120" fmla="*/ 82655 h 255713"/>
                    <a:gd name="connsiteX121" fmla="*/ 237633 w 255713"/>
                    <a:gd name="connsiteY121" fmla="*/ 80072 h 255713"/>
                    <a:gd name="connsiteX122" fmla="*/ 232467 w 255713"/>
                    <a:gd name="connsiteY122" fmla="*/ 74906 h 255713"/>
                    <a:gd name="connsiteX123" fmla="*/ 232467 w 255713"/>
                    <a:gd name="connsiteY123" fmla="*/ 72323 h 255713"/>
                    <a:gd name="connsiteX124" fmla="*/ 229884 w 255713"/>
                    <a:gd name="connsiteY124" fmla="*/ 69740 h 255713"/>
                    <a:gd name="connsiteX125" fmla="*/ 229884 w 255713"/>
                    <a:gd name="connsiteY125" fmla="*/ 67157 h 255713"/>
                    <a:gd name="connsiteX126" fmla="*/ 222135 w 255713"/>
                    <a:gd name="connsiteY126" fmla="*/ 59408 h 255713"/>
                    <a:gd name="connsiteX127" fmla="*/ 222135 w 255713"/>
                    <a:gd name="connsiteY127" fmla="*/ 56825 h 255713"/>
                    <a:gd name="connsiteX128" fmla="*/ 201471 w 255713"/>
                    <a:gd name="connsiteY128" fmla="*/ 36162 h 255713"/>
                    <a:gd name="connsiteX129" fmla="*/ 198888 w 255713"/>
                    <a:gd name="connsiteY129" fmla="*/ 36162 h 255713"/>
                    <a:gd name="connsiteX130" fmla="*/ 191140 w 255713"/>
                    <a:gd name="connsiteY130" fmla="*/ 28413 h 255713"/>
                    <a:gd name="connsiteX131" fmla="*/ 188557 w 255713"/>
                    <a:gd name="connsiteY131" fmla="*/ 28413 h 255713"/>
                    <a:gd name="connsiteX132" fmla="*/ 183391 w 255713"/>
                    <a:gd name="connsiteY132" fmla="*/ 23247 h 255713"/>
                    <a:gd name="connsiteX133" fmla="*/ 180808 w 255713"/>
                    <a:gd name="connsiteY133" fmla="*/ 23247 h 255713"/>
                    <a:gd name="connsiteX134" fmla="*/ 175642 w 255713"/>
                    <a:gd name="connsiteY134" fmla="*/ 18081 h 255713"/>
                    <a:gd name="connsiteX135" fmla="*/ 173059 w 255713"/>
                    <a:gd name="connsiteY135" fmla="*/ 18081 h 255713"/>
                    <a:gd name="connsiteX136" fmla="*/ 170476 w 255713"/>
                    <a:gd name="connsiteY136" fmla="*/ 15498 h 255713"/>
                    <a:gd name="connsiteX137" fmla="*/ 165310 w 255713"/>
                    <a:gd name="connsiteY137" fmla="*/ 15498 h 255713"/>
                    <a:gd name="connsiteX138" fmla="*/ 162727 w 255713"/>
                    <a:gd name="connsiteY138" fmla="*/ 12915 h 255713"/>
                    <a:gd name="connsiteX139" fmla="*/ 160144 w 255713"/>
                    <a:gd name="connsiteY139" fmla="*/ 12915 h 255713"/>
                    <a:gd name="connsiteX140" fmla="*/ 157561 w 255713"/>
                    <a:gd name="connsiteY140" fmla="*/ 10332 h 255713"/>
                    <a:gd name="connsiteX141" fmla="*/ 152395 w 255713"/>
                    <a:gd name="connsiteY141" fmla="*/ 10332 h 255713"/>
                    <a:gd name="connsiteX142" fmla="*/ 149812 w 255713"/>
                    <a:gd name="connsiteY142" fmla="*/ 7749 h 255713"/>
                    <a:gd name="connsiteX143" fmla="*/ 147229 w 255713"/>
                    <a:gd name="connsiteY143" fmla="*/ 7749 h 255713"/>
                    <a:gd name="connsiteX144" fmla="*/ 144646 w 255713"/>
                    <a:gd name="connsiteY144" fmla="*/ 5166 h 255713"/>
                    <a:gd name="connsiteX145" fmla="*/ 136897 w 255713"/>
                    <a:gd name="connsiteY145" fmla="*/ 5166 h 255713"/>
                    <a:gd name="connsiteX146" fmla="*/ 134314 w 255713"/>
                    <a:gd name="connsiteY146" fmla="*/ 2583 h 255713"/>
                    <a:gd name="connsiteX147" fmla="*/ 121399 w 255713"/>
                    <a:gd name="connsiteY147" fmla="*/ 2583 h 255713"/>
                    <a:gd name="connsiteX148" fmla="*/ 118816 w 255713"/>
                    <a:gd name="connsiteY148" fmla="*/ 0 h 255713"/>
                    <a:gd name="connsiteX149" fmla="*/ 80072 w 255713"/>
                    <a:gd name="connsiteY149" fmla="*/ 0 h 255713"/>
                    <a:gd name="connsiteX150" fmla="*/ 77489 w 255713"/>
                    <a:gd name="connsiteY150" fmla="*/ 2583 h 255713"/>
                    <a:gd name="connsiteX151" fmla="*/ 67157 w 255713"/>
                    <a:gd name="connsiteY151" fmla="*/ 2583 h 255713"/>
                    <a:gd name="connsiteX152" fmla="*/ 64574 w 255713"/>
                    <a:gd name="connsiteY152" fmla="*/ 5166 h 255713"/>
                    <a:gd name="connsiteX153" fmla="*/ 56825 w 255713"/>
                    <a:gd name="connsiteY153" fmla="*/ 5166 h 255713"/>
                    <a:gd name="connsiteX154" fmla="*/ 54242 w 255713"/>
                    <a:gd name="connsiteY154" fmla="*/ 7749 h 255713"/>
                    <a:gd name="connsiteX155" fmla="*/ 49076 w 255713"/>
                    <a:gd name="connsiteY155" fmla="*/ 7749 h 255713"/>
                    <a:gd name="connsiteX156" fmla="*/ 46493 w 255713"/>
                    <a:gd name="connsiteY156" fmla="*/ 10332 h 255713"/>
                    <a:gd name="connsiteX157" fmla="*/ 41327 w 255713"/>
                    <a:gd name="connsiteY157" fmla="*/ 10332 h 255713"/>
                    <a:gd name="connsiteX158" fmla="*/ 38745 w 255713"/>
                    <a:gd name="connsiteY158" fmla="*/ 12915 h 255713"/>
                    <a:gd name="connsiteX159" fmla="*/ 36162 w 255713"/>
                    <a:gd name="connsiteY159" fmla="*/ 12915 h 255713"/>
                    <a:gd name="connsiteX160" fmla="*/ 33579 w 255713"/>
                    <a:gd name="connsiteY160" fmla="*/ 15498 h 255713"/>
                    <a:gd name="connsiteX161" fmla="*/ 30996 w 255713"/>
                    <a:gd name="connsiteY161" fmla="*/ 15498 h 255713"/>
                    <a:gd name="connsiteX162" fmla="*/ 28413 w 255713"/>
                    <a:gd name="connsiteY162" fmla="*/ 18081 h 255713"/>
                    <a:gd name="connsiteX163" fmla="*/ 25830 w 255713"/>
                    <a:gd name="connsiteY163" fmla="*/ 18081 h 255713"/>
                    <a:gd name="connsiteX164" fmla="*/ 23247 w 255713"/>
                    <a:gd name="connsiteY164" fmla="*/ 20664 h 255713"/>
                    <a:gd name="connsiteX165" fmla="*/ 20664 w 255713"/>
                    <a:gd name="connsiteY165" fmla="*/ 20664 h 255713"/>
                    <a:gd name="connsiteX166" fmla="*/ 15498 w 255713"/>
                    <a:gd name="connsiteY166" fmla="*/ 25830 h 255713"/>
                    <a:gd name="connsiteX167" fmla="*/ 12915 w 255713"/>
                    <a:gd name="connsiteY167" fmla="*/ 25830 h 255713"/>
                    <a:gd name="connsiteX168" fmla="*/ 7749 w 255713"/>
                    <a:gd name="connsiteY168" fmla="*/ 3099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5166" y="30996"/>
                      </a:moveTo>
                      <a:lnTo>
                        <a:pt x="0" y="36162"/>
                      </a:lnTo>
                      <a:lnTo>
                        <a:pt x="69740" y="105902"/>
                      </a:lnTo>
                      <a:lnTo>
                        <a:pt x="72323" y="105902"/>
                      </a:lnTo>
                      <a:lnTo>
                        <a:pt x="74906" y="103319"/>
                      </a:lnTo>
                      <a:lnTo>
                        <a:pt x="82655" y="103319"/>
                      </a:lnTo>
                      <a:lnTo>
                        <a:pt x="95570" y="116234"/>
                      </a:lnTo>
                      <a:lnTo>
                        <a:pt x="95570" y="118816"/>
                      </a:lnTo>
                      <a:lnTo>
                        <a:pt x="98153" y="121399"/>
                      </a:lnTo>
                      <a:lnTo>
                        <a:pt x="98153" y="123982"/>
                      </a:lnTo>
                      <a:lnTo>
                        <a:pt x="100736" y="126565"/>
                      </a:lnTo>
                      <a:lnTo>
                        <a:pt x="100736" y="129148"/>
                      </a:lnTo>
                      <a:lnTo>
                        <a:pt x="105902" y="134314"/>
                      </a:lnTo>
                      <a:lnTo>
                        <a:pt x="105902" y="136897"/>
                      </a:lnTo>
                      <a:lnTo>
                        <a:pt x="108485" y="139480"/>
                      </a:lnTo>
                      <a:lnTo>
                        <a:pt x="108485" y="142063"/>
                      </a:lnTo>
                      <a:lnTo>
                        <a:pt x="113651" y="147229"/>
                      </a:lnTo>
                      <a:lnTo>
                        <a:pt x="113651" y="149812"/>
                      </a:lnTo>
                      <a:lnTo>
                        <a:pt x="149812" y="185974"/>
                      </a:lnTo>
                      <a:lnTo>
                        <a:pt x="157561" y="178225"/>
                      </a:lnTo>
                      <a:lnTo>
                        <a:pt x="160144" y="178225"/>
                      </a:lnTo>
                      <a:lnTo>
                        <a:pt x="165310" y="173059"/>
                      </a:lnTo>
                      <a:lnTo>
                        <a:pt x="167893" y="173059"/>
                      </a:lnTo>
                      <a:lnTo>
                        <a:pt x="170476" y="170476"/>
                      </a:lnTo>
                      <a:lnTo>
                        <a:pt x="173059" y="170476"/>
                      </a:lnTo>
                      <a:lnTo>
                        <a:pt x="178225" y="165310"/>
                      </a:lnTo>
                      <a:lnTo>
                        <a:pt x="180808" y="165310"/>
                      </a:lnTo>
                      <a:lnTo>
                        <a:pt x="185974" y="160144"/>
                      </a:lnTo>
                      <a:lnTo>
                        <a:pt x="188557" y="160144"/>
                      </a:lnTo>
                      <a:lnTo>
                        <a:pt x="191140" y="157561"/>
                      </a:lnTo>
                      <a:lnTo>
                        <a:pt x="191140" y="154978"/>
                      </a:lnTo>
                      <a:lnTo>
                        <a:pt x="188557" y="154978"/>
                      </a:lnTo>
                      <a:lnTo>
                        <a:pt x="183391" y="149812"/>
                      </a:lnTo>
                      <a:lnTo>
                        <a:pt x="180808" y="149812"/>
                      </a:lnTo>
                      <a:lnTo>
                        <a:pt x="175642" y="144646"/>
                      </a:lnTo>
                      <a:lnTo>
                        <a:pt x="173059" y="144646"/>
                      </a:lnTo>
                      <a:lnTo>
                        <a:pt x="170476" y="142063"/>
                      </a:lnTo>
                      <a:lnTo>
                        <a:pt x="167893" y="142063"/>
                      </a:lnTo>
                      <a:lnTo>
                        <a:pt x="162727" y="136897"/>
                      </a:lnTo>
                      <a:lnTo>
                        <a:pt x="160144" y="136897"/>
                      </a:lnTo>
                      <a:lnTo>
                        <a:pt x="147229" y="123982"/>
                      </a:lnTo>
                      <a:lnTo>
                        <a:pt x="147229" y="116234"/>
                      </a:lnTo>
                      <a:lnTo>
                        <a:pt x="149812" y="113651"/>
                      </a:lnTo>
                      <a:lnTo>
                        <a:pt x="149812" y="111068"/>
                      </a:lnTo>
                      <a:lnTo>
                        <a:pt x="154978" y="105902"/>
                      </a:lnTo>
                      <a:lnTo>
                        <a:pt x="157561" y="105902"/>
                      </a:lnTo>
                      <a:lnTo>
                        <a:pt x="160144" y="103319"/>
                      </a:lnTo>
                      <a:lnTo>
                        <a:pt x="165310" y="103319"/>
                      </a:lnTo>
                      <a:lnTo>
                        <a:pt x="167893" y="105902"/>
                      </a:lnTo>
                      <a:lnTo>
                        <a:pt x="170476" y="105902"/>
                      </a:lnTo>
                      <a:lnTo>
                        <a:pt x="173059" y="108485"/>
                      </a:lnTo>
                      <a:lnTo>
                        <a:pt x="175642" y="108485"/>
                      </a:lnTo>
                      <a:lnTo>
                        <a:pt x="180808" y="113651"/>
                      </a:lnTo>
                      <a:lnTo>
                        <a:pt x="183391" y="113651"/>
                      </a:lnTo>
                      <a:lnTo>
                        <a:pt x="188557" y="118816"/>
                      </a:lnTo>
                      <a:lnTo>
                        <a:pt x="191140" y="118816"/>
                      </a:lnTo>
                      <a:lnTo>
                        <a:pt x="196305" y="123982"/>
                      </a:lnTo>
                      <a:lnTo>
                        <a:pt x="198888" y="123982"/>
                      </a:lnTo>
                      <a:lnTo>
                        <a:pt x="204054" y="129148"/>
                      </a:lnTo>
                      <a:lnTo>
                        <a:pt x="206637" y="129148"/>
                      </a:lnTo>
                      <a:lnTo>
                        <a:pt x="209220" y="131731"/>
                      </a:lnTo>
                      <a:lnTo>
                        <a:pt x="211803" y="131731"/>
                      </a:lnTo>
                      <a:lnTo>
                        <a:pt x="216969" y="136897"/>
                      </a:lnTo>
                      <a:lnTo>
                        <a:pt x="219552" y="136897"/>
                      </a:lnTo>
                      <a:lnTo>
                        <a:pt x="224718" y="142063"/>
                      </a:lnTo>
                      <a:lnTo>
                        <a:pt x="227301" y="142063"/>
                      </a:lnTo>
                      <a:lnTo>
                        <a:pt x="235050" y="149812"/>
                      </a:lnTo>
                      <a:lnTo>
                        <a:pt x="235050" y="162727"/>
                      </a:lnTo>
                      <a:lnTo>
                        <a:pt x="224718" y="173059"/>
                      </a:lnTo>
                      <a:lnTo>
                        <a:pt x="222135" y="173059"/>
                      </a:lnTo>
                      <a:lnTo>
                        <a:pt x="216969" y="178225"/>
                      </a:lnTo>
                      <a:lnTo>
                        <a:pt x="214386" y="178225"/>
                      </a:lnTo>
                      <a:lnTo>
                        <a:pt x="209220" y="183391"/>
                      </a:lnTo>
                      <a:lnTo>
                        <a:pt x="206637" y="183391"/>
                      </a:lnTo>
                      <a:lnTo>
                        <a:pt x="204054" y="185974"/>
                      </a:lnTo>
                      <a:lnTo>
                        <a:pt x="201471" y="185974"/>
                      </a:lnTo>
                      <a:lnTo>
                        <a:pt x="196305" y="191140"/>
                      </a:lnTo>
                      <a:lnTo>
                        <a:pt x="193723" y="191140"/>
                      </a:lnTo>
                      <a:lnTo>
                        <a:pt x="188557" y="196305"/>
                      </a:lnTo>
                      <a:lnTo>
                        <a:pt x="185974" y="196305"/>
                      </a:lnTo>
                      <a:lnTo>
                        <a:pt x="180808" y="201471"/>
                      </a:lnTo>
                      <a:lnTo>
                        <a:pt x="178225" y="201471"/>
                      </a:lnTo>
                      <a:lnTo>
                        <a:pt x="173059" y="206637"/>
                      </a:lnTo>
                      <a:lnTo>
                        <a:pt x="170476" y="206637"/>
                      </a:lnTo>
                      <a:lnTo>
                        <a:pt x="219552" y="255714"/>
                      </a:lnTo>
                      <a:lnTo>
                        <a:pt x="222135" y="255714"/>
                      </a:lnTo>
                      <a:lnTo>
                        <a:pt x="224718" y="253131"/>
                      </a:lnTo>
                      <a:lnTo>
                        <a:pt x="224718" y="250548"/>
                      </a:lnTo>
                      <a:lnTo>
                        <a:pt x="229884" y="245382"/>
                      </a:lnTo>
                      <a:lnTo>
                        <a:pt x="229884" y="242799"/>
                      </a:lnTo>
                      <a:lnTo>
                        <a:pt x="235050" y="237633"/>
                      </a:lnTo>
                      <a:lnTo>
                        <a:pt x="235050" y="235050"/>
                      </a:lnTo>
                      <a:lnTo>
                        <a:pt x="237633" y="232467"/>
                      </a:lnTo>
                      <a:lnTo>
                        <a:pt x="237633" y="229884"/>
                      </a:lnTo>
                      <a:lnTo>
                        <a:pt x="240216" y="227301"/>
                      </a:lnTo>
                      <a:lnTo>
                        <a:pt x="240216" y="224718"/>
                      </a:lnTo>
                      <a:lnTo>
                        <a:pt x="242799" y="222135"/>
                      </a:lnTo>
                      <a:lnTo>
                        <a:pt x="242799" y="219552"/>
                      </a:lnTo>
                      <a:lnTo>
                        <a:pt x="245382" y="216969"/>
                      </a:lnTo>
                      <a:lnTo>
                        <a:pt x="245382" y="214386"/>
                      </a:lnTo>
                      <a:lnTo>
                        <a:pt x="247965" y="211803"/>
                      </a:lnTo>
                      <a:lnTo>
                        <a:pt x="247965" y="206637"/>
                      </a:lnTo>
                      <a:lnTo>
                        <a:pt x="250548" y="204054"/>
                      </a:lnTo>
                      <a:lnTo>
                        <a:pt x="250548" y="196305"/>
                      </a:lnTo>
                      <a:lnTo>
                        <a:pt x="253131" y="193723"/>
                      </a:lnTo>
                      <a:lnTo>
                        <a:pt x="253131" y="185974"/>
                      </a:lnTo>
                      <a:lnTo>
                        <a:pt x="255714" y="183391"/>
                      </a:lnTo>
                      <a:lnTo>
                        <a:pt x="255714" y="131731"/>
                      </a:lnTo>
                      <a:lnTo>
                        <a:pt x="253131" y="129148"/>
                      </a:lnTo>
                      <a:lnTo>
                        <a:pt x="253131" y="118816"/>
                      </a:lnTo>
                      <a:lnTo>
                        <a:pt x="250548" y="116234"/>
                      </a:lnTo>
                      <a:lnTo>
                        <a:pt x="250548" y="111068"/>
                      </a:lnTo>
                      <a:lnTo>
                        <a:pt x="247965" y="108485"/>
                      </a:lnTo>
                      <a:lnTo>
                        <a:pt x="247965" y="103319"/>
                      </a:lnTo>
                      <a:lnTo>
                        <a:pt x="245382" y="100736"/>
                      </a:lnTo>
                      <a:lnTo>
                        <a:pt x="245382" y="95570"/>
                      </a:lnTo>
                      <a:lnTo>
                        <a:pt x="242799" y="92987"/>
                      </a:lnTo>
                      <a:lnTo>
                        <a:pt x="242799" y="90404"/>
                      </a:lnTo>
                      <a:lnTo>
                        <a:pt x="240216" y="87821"/>
                      </a:lnTo>
                      <a:lnTo>
                        <a:pt x="240216" y="85238"/>
                      </a:lnTo>
                      <a:lnTo>
                        <a:pt x="237633" y="82655"/>
                      </a:lnTo>
                      <a:lnTo>
                        <a:pt x="237633" y="80072"/>
                      </a:lnTo>
                      <a:lnTo>
                        <a:pt x="232467" y="74906"/>
                      </a:lnTo>
                      <a:lnTo>
                        <a:pt x="232467" y="72323"/>
                      </a:lnTo>
                      <a:lnTo>
                        <a:pt x="229884" y="69740"/>
                      </a:lnTo>
                      <a:lnTo>
                        <a:pt x="229884" y="67157"/>
                      </a:lnTo>
                      <a:lnTo>
                        <a:pt x="222135" y="59408"/>
                      </a:lnTo>
                      <a:lnTo>
                        <a:pt x="222135" y="56825"/>
                      </a:lnTo>
                      <a:lnTo>
                        <a:pt x="201471" y="36162"/>
                      </a:lnTo>
                      <a:lnTo>
                        <a:pt x="198888" y="36162"/>
                      </a:lnTo>
                      <a:lnTo>
                        <a:pt x="191140" y="28413"/>
                      </a:lnTo>
                      <a:lnTo>
                        <a:pt x="188557" y="28413"/>
                      </a:lnTo>
                      <a:lnTo>
                        <a:pt x="183391" y="23247"/>
                      </a:lnTo>
                      <a:lnTo>
                        <a:pt x="180808" y="23247"/>
                      </a:lnTo>
                      <a:lnTo>
                        <a:pt x="175642" y="18081"/>
                      </a:lnTo>
                      <a:lnTo>
                        <a:pt x="173059" y="18081"/>
                      </a:lnTo>
                      <a:lnTo>
                        <a:pt x="170476" y="15498"/>
                      </a:lnTo>
                      <a:lnTo>
                        <a:pt x="165310" y="15498"/>
                      </a:lnTo>
                      <a:lnTo>
                        <a:pt x="162727" y="12915"/>
                      </a:lnTo>
                      <a:lnTo>
                        <a:pt x="160144" y="12915"/>
                      </a:lnTo>
                      <a:lnTo>
                        <a:pt x="157561" y="10332"/>
                      </a:lnTo>
                      <a:lnTo>
                        <a:pt x="152395" y="10332"/>
                      </a:lnTo>
                      <a:lnTo>
                        <a:pt x="149812" y="7749"/>
                      </a:lnTo>
                      <a:lnTo>
                        <a:pt x="147229" y="7749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2583"/>
                      </a:lnTo>
                      <a:lnTo>
                        <a:pt x="121399" y="2583"/>
                      </a:lnTo>
                      <a:lnTo>
                        <a:pt x="118816" y="0"/>
                      </a:lnTo>
                      <a:lnTo>
                        <a:pt x="80072" y="0"/>
                      </a:lnTo>
                      <a:lnTo>
                        <a:pt x="77489" y="2583"/>
                      </a:lnTo>
                      <a:lnTo>
                        <a:pt x="67157" y="2583"/>
                      </a:lnTo>
                      <a:lnTo>
                        <a:pt x="64574" y="5166"/>
                      </a:lnTo>
                      <a:lnTo>
                        <a:pt x="56825" y="5166"/>
                      </a:lnTo>
                      <a:lnTo>
                        <a:pt x="54242" y="7749"/>
                      </a:lnTo>
                      <a:lnTo>
                        <a:pt x="49076" y="7749"/>
                      </a:lnTo>
                      <a:lnTo>
                        <a:pt x="46493" y="10332"/>
                      </a:lnTo>
                      <a:lnTo>
                        <a:pt x="41327" y="10332"/>
                      </a:lnTo>
                      <a:lnTo>
                        <a:pt x="38745" y="12915"/>
                      </a:lnTo>
                      <a:lnTo>
                        <a:pt x="36162" y="12915"/>
                      </a:lnTo>
                      <a:lnTo>
                        <a:pt x="33579" y="15498"/>
                      </a:lnTo>
                      <a:lnTo>
                        <a:pt x="30996" y="15498"/>
                      </a:lnTo>
                      <a:lnTo>
                        <a:pt x="28413" y="18081"/>
                      </a:lnTo>
                      <a:lnTo>
                        <a:pt x="25830" y="18081"/>
                      </a:lnTo>
                      <a:lnTo>
                        <a:pt x="23247" y="20664"/>
                      </a:lnTo>
                      <a:lnTo>
                        <a:pt x="20664" y="20664"/>
                      </a:lnTo>
                      <a:lnTo>
                        <a:pt x="15498" y="25830"/>
                      </a:lnTo>
                      <a:lnTo>
                        <a:pt x="12915" y="25830"/>
                      </a:lnTo>
                      <a:lnTo>
                        <a:pt x="7749" y="3099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4" name="任意形状 7013">
                  <a:extLst>
                    <a:ext uri="{FF2B5EF4-FFF2-40B4-BE49-F238E27FC236}">
                      <a16:creationId xmlns:a16="http://schemas.microsoft.com/office/drawing/2014/main" id="{CAE836CA-B195-5F97-489B-8AF5A3EAC753}"/>
                    </a:ext>
                  </a:extLst>
                </p:cNvPr>
                <p:cNvSpPr/>
                <p:nvPr/>
              </p:nvSpPr>
              <p:spPr>
                <a:xfrm>
                  <a:off x="4915597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2583 w 51659"/>
                    <a:gd name="connsiteY5" fmla="*/ 12915 h 51659"/>
                    <a:gd name="connsiteX6" fmla="*/ 2583 w 51659"/>
                    <a:gd name="connsiteY6" fmla="*/ 15498 h 51659"/>
                    <a:gd name="connsiteX7" fmla="*/ 0 w 51659"/>
                    <a:gd name="connsiteY7" fmla="*/ 18081 h 51659"/>
                    <a:gd name="connsiteX8" fmla="*/ 0 w 51659"/>
                    <a:gd name="connsiteY8" fmla="*/ 33579 h 51659"/>
                    <a:gd name="connsiteX9" fmla="*/ 2583 w 51659"/>
                    <a:gd name="connsiteY9" fmla="*/ 36162 h 51659"/>
                    <a:gd name="connsiteX10" fmla="*/ 2583 w 51659"/>
                    <a:gd name="connsiteY10" fmla="*/ 38745 h 51659"/>
                    <a:gd name="connsiteX11" fmla="*/ 5166 w 51659"/>
                    <a:gd name="connsiteY11" fmla="*/ 41327 h 51659"/>
                    <a:gd name="connsiteX12" fmla="*/ 5166 w 51659"/>
                    <a:gd name="connsiteY12" fmla="*/ 43910 h 51659"/>
                    <a:gd name="connsiteX13" fmla="*/ 7749 w 51659"/>
                    <a:gd name="connsiteY13" fmla="*/ 46493 h 51659"/>
                    <a:gd name="connsiteX14" fmla="*/ 10332 w 51659"/>
                    <a:gd name="connsiteY14" fmla="*/ 46493 h 51659"/>
                    <a:gd name="connsiteX15" fmla="*/ 12915 w 51659"/>
                    <a:gd name="connsiteY15" fmla="*/ 49076 h 51659"/>
                    <a:gd name="connsiteX16" fmla="*/ 15498 w 51659"/>
                    <a:gd name="connsiteY16" fmla="*/ 49076 h 51659"/>
                    <a:gd name="connsiteX17" fmla="*/ 18081 w 51659"/>
                    <a:gd name="connsiteY17" fmla="*/ 51659 h 51659"/>
                    <a:gd name="connsiteX18" fmla="*/ 33579 w 51659"/>
                    <a:gd name="connsiteY18" fmla="*/ 51659 h 51659"/>
                    <a:gd name="connsiteX19" fmla="*/ 36162 w 51659"/>
                    <a:gd name="connsiteY19" fmla="*/ 49076 h 51659"/>
                    <a:gd name="connsiteX20" fmla="*/ 38745 w 51659"/>
                    <a:gd name="connsiteY20" fmla="*/ 49076 h 51659"/>
                    <a:gd name="connsiteX21" fmla="*/ 49076 w 51659"/>
                    <a:gd name="connsiteY21" fmla="*/ 38745 h 51659"/>
                    <a:gd name="connsiteX22" fmla="*/ 49076 w 51659"/>
                    <a:gd name="connsiteY22" fmla="*/ 33579 h 51659"/>
                    <a:gd name="connsiteX23" fmla="*/ 51659 w 51659"/>
                    <a:gd name="connsiteY23" fmla="*/ 30996 h 51659"/>
                    <a:gd name="connsiteX24" fmla="*/ 51659 w 51659"/>
                    <a:gd name="connsiteY24" fmla="*/ 23247 h 51659"/>
                    <a:gd name="connsiteX25" fmla="*/ 49076 w 51659"/>
                    <a:gd name="connsiteY25" fmla="*/ 20664 h 51659"/>
                    <a:gd name="connsiteX26" fmla="*/ 49076 w 51659"/>
                    <a:gd name="connsiteY26" fmla="*/ 15498 h 51659"/>
                    <a:gd name="connsiteX27" fmla="*/ 46493 w 51659"/>
                    <a:gd name="connsiteY27" fmla="*/ 12915 h 51659"/>
                    <a:gd name="connsiteX28" fmla="*/ 46493 w 51659"/>
                    <a:gd name="connsiteY28" fmla="*/ 10332 h 51659"/>
                    <a:gd name="connsiteX29" fmla="*/ 41327 w 51659"/>
                    <a:gd name="connsiteY29" fmla="*/ 5166 h 51659"/>
                    <a:gd name="connsiteX30" fmla="*/ 38745 w 51659"/>
                    <a:gd name="connsiteY30" fmla="*/ 5166 h 51659"/>
                    <a:gd name="connsiteX31" fmla="*/ 36162 w 51659"/>
                    <a:gd name="connsiteY31" fmla="*/ 2583 h 51659"/>
                    <a:gd name="connsiteX32" fmla="*/ 30996 w 51659"/>
                    <a:gd name="connsiteY32" fmla="*/ 2583 h 51659"/>
                    <a:gd name="connsiteX33" fmla="*/ 28413 w 51659"/>
                    <a:gd name="connsiteY33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2583" y="12915"/>
                      </a:lnTo>
                      <a:lnTo>
                        <a:pt x="2583" y="15498"/>
                      </a:lnTo>
                      <a:lnTo>
                        <a:pt x="0" y="18081"/>
                      </a:lnTo>
                      <a:lnTo>
                        <a:pt x="0" y="33579"/>
                      </a:lnTo>
                      <a:lnTo>
                        <a:pt x="2583" y="36162"/>
                      </a:lnTo>
                      <a:lnTo>
                        <a:pt x="2583" y="38745"/>
                      </a:lnTo>
                      <a:lnTo>
                        <a:pt x="5166" y="41327"/>
                      </a:lnTo>
                      <a:lnTo>
                        <a:pt x="5166" y="43910"/>
                      </a:lnTo>
                      <a:lnTo>
                        <a:pt x="7749" y="46493"/>
                      </a:lnTo>
                      <a:lnTo>
                        <a:pt x="10332" y="46493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3579" y="51659"/>
                      </a:lnTo>
                      <a:lnTo>
                        <a:pt x="36162" y="49076"/>
                      </a:lnTo>
                      <a:lnTo>
                        <a:pt x="38745" y="49076"/>
                      </a:lnTo>
                      <a:lnTo>
                        <a:pt x="49076" y="38745"/>
                      </a:lnTo>
                      <a:lnTo>
                        <a:pt x="49076" y="33579"/>
                      </a:lnTo>
                      <a:lnTo>
                        <a:pt x="51659" y="30996"/>
                      </a:lnTo>
                      <a:lnTo>
                        <a:pt x="51659" y="23247"/>
                      </a:lnTo>
                      <a:lnTo>
                        <a:pt x="49076" y="20664"/>
                      </a:lnTo>
                      <a:lnTo>
                        <a:pt x="49076" y="15498"/>
                      </a:lnTo>
                      <a:lnTo>
                        <a:pt x="46493" y="12915"/>
                      </a:lnTo>
                      <a:lnTo>
                        <a:pt x="46493" y="10332"/>
                      </a:lnTo>
                      <a:lnTo>
                        <a:pt x="41327" y="5166"/>
                      </a:lnTo>
                      <a:lnTo>
                        <a:pt x="38745" y="5166"/>
                      </a:lnTo>
                      <a:lnTo>
                        <a:pt x="36162" y="2583"/>
                      </a:lnTo>
                      <a:lnTo>
                        <a:pt x="30996" y="2583"/>
                      </a:lnTo>
                      <a:lnTo>
                        <a:pt x="28413" y="0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5" name="任意形状 7014">
                  <a:extLst>
                    <a:ext uri="{FF2B5EF4-FFF2-40B4-BE49-F238E27FC236}">
                      <a16:creationId xmlns:a16="http://schemas.microsoft.com/office/drawing/2014/main" id="{1D0D330E-F80B-353C-E518-DC87D88419A4}"/>
                    </a:ext>
                  </a:extLst>
                </p:cNvPr>
                <p:cNvSpPr/>
                <p:nvPr/>
              </p:nvSpPr>
              <p:spPr>
                <a:xfrm>
                  <a:off x="4778699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20664 h 51659"/>
                    <a:gd name="connsiteX9" fmla="*/ 0 w 51659"/>
                    <a:gd name="connsiteY9" fmla="*/ 23247 h 51659"/>
                    <a:gd name="connsiteX10" fmla="*/ 0 w 51659"/>
                    <a:gd name="connsiteY10" fmla="*/ 28413 h 51659"/>
                    <a:gd name="connsiteX11" fmla="*/ 2583 w 51659"/>
                    <a:gd name="connsiteY11" fmla="*/ 30996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20664"/>
                      </a:lnTo>
                      <a:lnTo>
                        <a:pt x="0" y="23247"/>
                      </a:lnTo>
                      <a:lnTo>
                        <a:pt x="0" y="28413"/>
                      </a:lnTo>
                      <a:lnTo>
                        <a:pt x="2583" y="30996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F8E9A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6" name="任意形状 7015">
                  <a:extLst>
                    <a:ext uri="{FF2B5EF4-FFF2-40B4-BE49-F238E27FC236}">
                      <a16:creationId xmlns:a16="http://schemas.microsoft.com/office/drawing/2014/main" id="{61B9F0EF-090A-FD93-E1BB-C585759FBD9B}"/>
                    </a:ext>
                  </a:extLst>
                </p:cNvPr>
                <p:cNvSpPr/>
                <p:nvPr/>
              </p:nvSpPr>
              <p:spPr>
                <a:xfrm>
                  <a:off x="5049911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18081 h 51659"/>
                    <a:gd name="connsiteX9" fmla="*/ 0 w 51659"/>
                    <a:gd name="connsiteY9" fmla="*/ 20664 h 51659"/>
                    <a:gd name="connsiteX10" fmla="*/ 0 w 51659"/>
                    <a:gd name="connsiteY10" fmla="*/ 30996 h 51659"/>
                    <a:gd name="connsiteX11" fmla="*/ 2583 w 51659"/>
                    <a:gd name="connsiteY11" fmla="*/ 33579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18081"/>
                      </a:lnTo>
                      <a:lnTo>
                        <a:pt x="0" y="20664"/>
                      </a:lnTo>
                      <a:lnTo>
                        <a:pt x="0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97DA7B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grpSp>
          <p:nvGrpSpPr>
            <p:cNvPr id="7019" name="组合 7018">
              <a:extLst>
                <a:ext uri="{FF2B5EF4-FFF2-40B4-BE49-F238E27FC236}">
                  <a16:creationId xmlns:a16="http://schemas.microsoft.com/office/drawing/2014/main" id="{9020D3CF-D91B-15F5-DDE7-20030DF02A70}"/>
                </a:ext>
              </a:extLst>
            </p:cNvPr>
            <p:cNvGrpSpPr/>
            <p:nvPr/>
          </p:nvGrpSpPr>
          <p:grpSpPr>
            <a:xfrm>
              <a:off x="1785959" y="6988906"/>
              <a:ext cx="1410751" cy="807158"/>
              <a:chOff x="2901102" y="5298686"/>
              <a:chExt cx="1410751" cy="807158"/>
            </a:xfrm>
          </p:grpSpPr>
          <p:sp>
            <p:nvSpPr>
              <p:cNvPr id="7020" name="文本框 7019">
                <a:extLst>
                  <a:ext uri="{FF2B5EF4-FFF2-40B4-BE49-F238E27FC236}">
                    <a16:creationId xmlns:a16="http://schemas.microsoft.com/office/drawing/2014/main" id="{0A3A03A9-6B41-94C2-BF81-D19BCE4AB091}"/>
                  </a:ext>
                </a:extLst>
              </p:cNvPr>
              <p:cNvSpPr txBox="1"/>
              <p:nvPr/>
            </p:nvSpPr>
            <p:spPr>
              <a:xfrm>
                <a:off x="2901102" y="5798067"/>
                <a:ext cx="14107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No Distribution</a:t>
                </a:r>
                <a:r>
                  <a:rPr kumimoji="1" lang="zh-CN" altLang="en-U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Transformation</a:t>
                </a:r>
                <a:endParaRPr kumimoji="1"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21" name="组合 7020">
                <a:extLst>
                  <a:ext uri="{FF2B5EF4-FFF2-40B4-BE49-F238E27FC236}">
                    <a16:creationId xmlns:a16="http://schemas.microsoft.com/office/drawing/2014/main" id="{EEDDB00B-69F7-75A5-66E9-236717549F3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421795" y="5298686"/>
                <a:ext cx="369365" cy="468888"/>
                <a:chOff x="4659883" y="4926419"/>
                <a:chExt cx="929868" cy="1180415"/>
              </a:xfrm>
            </p:grpSpPr>
            <p:sp>
              <p:nvSpPr>
                <p:cNvPr id="7022" name="任意形状 7021">
                  <a:extLst>
                    <a:ext uri="{FF2B5EF4-FFF2-40B4-BE49-F238E27FC236}">
                      <a16:creationId xmlns:a16="http://schemas.microsoft.com/office/drawing/2014/main" id="{9BA24F60-516E-DFA9-00B6-689F4C052740}"/>
                    </a:ext>
                  </a:extLst>
                </p:cNvPr>
                <p:cNvSpPr/>
                <p:nvPr/>
              </p:nvSpPr>
              <p:spPr>
                <a:xfrm>
                  <a:off x="4941426" y="5440429"/>
                  <a:ext cx="364198" cy="364198"/>
                </a:xfrm>
                <a:custGeom>
                  <a:avLst/>
                  <a:gdLst>
                    <a:gd name="connsiteX0" fmla="*/ 162727 w 364198"/>
                    <a:gd name="connsiteY0" fmla="*/ 0 h 364198"/>
                    <a:gd name="connsiteX1" fmla="*/ 160144 w 364198"/>
                    <a:gd name="connsiteY1" fmla="*/ 2583 h 364198"/>
                    <a:gd name="connsiteX2" fmla="*/ 147229 w 364198"/>
                    <a:gd name="connsiteY2" fmla="*/ 2583 h 364198"/>
                    <a:gd name="connsiteX3" fmla="*/ 144646 w 364198"/>
                    <a:gd name="connsiteY3" fmla="*/ 5166 h 364198"/>
                    <a:gd name="connsiteX4" fmla="*/ 136897 w 364198"/>
                    <a:gd name="connsiteY4" fmla="*/ 5166 h 364198"/>
                    <a:gd name="connsiteX5" fmla="*/ 134314 w 364198"/>
                    <a:gd name="connsiteY5" fmla="*/ 7749 h 364198"/>
                    <a:gd name="connsiteX6" fmla="*/ 129148 w 364198"/>
                    <a:gd name="connsiteY6" fmla="*/ 7749 h 364198"/>
                    <a:gd name="connsiteX7" fmla="*/ 126565 w 364198"/>
                    <a:gd name="connsiteY7" fmla="*/ 10332 h 364198"/>
                    <a:gd name="connsiteX8" fmla="*/ 121399 w 364198"/>
                    <a:gd name="connsiteY8" fmla="*/ 10332 h 364198"/>
                    <a:gd name="connsiteX9" fmla="*/ 118816 w 364198"/>
                    <a:gd name="connsiteY9" fmla="*/ 12915 h 364198"/>
                    <a:gd name="connsiteX10" fmla="*/ 113651 w 364198"/>
                    <a:gd name="connsiteY10" fmla="*/ 12915 h 364198"/>
                    <a:gd name="connsiteX11" fmla="*/ 111068 w 364198"/>
                    <a:gd name="connsiteY11" fmla="*/ 15498 h 364198"/>
                    <a:gd name="connsiteX12" fmla="*/ 108485 w 364198"/>
                    <a:gd name="connsiteY12" fmla="*/ 15498 h 364198"/>
                    <a:gd name="connsiteX13" fmla="*/ 105902 w 364198"/>
                    <a:gd name="connsiteY13" fmla="*/ 18081 h 364198"/>
                    <a:gd name="connsiteX14" fmla="*/ 103319 w 364198"/>
                    <a:gd name="connsiteY14" fmla="*/ 18081 h 364198"/>
                    <a:gd name="connsiteX15" fmla="*/ 100736 w 364198"/>
                    <a:gd name="connsiteY15" fmla="*/ 20664 h 364198"/>
                    <a:gd name="connsiteX16" fmla="*/ 98153 w 364198"/>
                    <a:gd name="connsiteY16" fmla="*/ 20664 h 364198"/>
                    <a:gd name="connsiteX17" fmla="*/ 95570 w 364198"/>
                    <a:gd name="connsiteY17" fmla="*/ 23247 h 364198"/>
                    <a:gd name="connsiteX18" fmla="*/ 92987 w 364198"/>
                    <a:gd name="connsiteY18" fmla="*/ 23247 h 364198"/>
                    <a:gd name="connsiteX19" fmla="*/ 90404 w 364198"/>
                    <a:gd name="connsiteY19" fmla="*/ 25830 h 364198"/>
                    <a:gd name="connsiteX20" fmla="*/ 87821 w 364198"/>
                    <a:gd name="connsiteY20" fmla="*/ 25830 h 364198"/>
                    <a:gd name="connsiteX21" fmla="*/ 82655 w 364198"/>
                    <a:gd name="connsiteY21" fmla="*/ 30996 h 364198"/>
                    <a:gd name="connsiteX22" fmla="*/ 80072 w 364198"/>
                    <a:gd name="connsiteY22" fmla="*/ 30996 h 364198"/>
                    <a:gd name="connsiteX23" fmla="*/ 74906 w 364198"/>
                    <a:gd name="connsiteY23" fmla="*/ 36162 h 364198"/>
                    <a:gd name="connsiteX24" fmla="*/ 72323 w 364198"/>
                    <a:gd name="connsiteY24" fmla="*/ 36162 h 364198"/>
                    <a:gd name="connsiteX25" fmla="*/ 56825 w 364198"/>
                    <a:gd name="connsiteY25" fmla="*/ 51659 h 364198"/>
                    <a:gd name="connsiteX26" fmla="*/ 54242 w 364198"/>
                    <a:gd name="connsiteY26" fmla="*/ 51659 h 364198"/>
                    <a:gd name="connsiteX27" fmla="*/ 51659 w 364198"/>
                    <a:gd name="connsiteY27" fmla="*/ 54242 h 364198"/>
                    <a:gd name="connsiteX28" fmla="*/ 51659 w 364198"/>
                    <a:gd name="connsiteY28" fmla="*/ 56825 h 364198"/>
                    <a:gd name="connsiteX29" fmla="*/ 38745 w 364198"/>
                    <a:gd name="connsiteY29" fmla="*/ 69740 h 364198"/>
                    <a:gd name="connsiteX30" fmla="*/ 38745 w 364198"/>
                    <a:gd name="connsiteY30" fmla="*/ 72323 h 364198"/>
                    <a:gd name="connsiteX31" fmla="*/ 30996 w 364198"/>
                    <a:gd name="connsiteY31" fmla="*/ 80072 h 364198"/>
                    <a:gd name="connsiteX32" fmla="*/ 30996 w 364198"/>
                    <a:gd name="connsiteY32" fmla="*/ 82655 h 364198"/>
                    <a:gd name="connsiteX33" fmla="*/ 25830 w 364198"/>
                    <a:gd name="connsiteY33" fmla="*/ 87821 h 364198"/>
                    <a:gd name="connsiteX34" fmla="*/ 25830 w 364198"/>
                    <a:gd name="connsiteY34" fmla="*/ 90404 h 364198"/>
                    <a:gd name="connsiteX35" fmla="*/ 23247 w 364198"/>
                    <a:gd name="connsiteY35" fmla="*/ 92987 h 364198"/>
                    <a:gd name="connsiteX36" fmla="*/ 23247 w 364198"/>
                    <a:gd name="connsiteY36" fmla="*/ 95570 h 364198"/>
                    <a:gd name="connsiteX37" fmla="*/ 20664 w 364198"/>
                    <a:gd name="connsiteY37" fmla="*/ 98153 h 364198"/>
                    <a:gd name="connsiteX38" fmla="*/ 20664 w 364198"/>
                    <a:gd name="connsiteY38" fmla="*/ 100736 h 364198"/>
                    <a:gd name="connsiteX39" fmla="*/ 18081 w 364198"/>
                    <a:gd name="connsiteY39" fmla="*/ 103319 h 364198"/>
                    <a:gd name="connsiteX40" fmla="*/ 18081 w 364198"/>
                    <a:gd name="connsiteY40" fmla="*/ 105902 h 364198"/>
                    <a:gd name="connsiteX41" fmla="*/ 15498 w 364198"/>
                    <a:gd name="connsiteY41" fmla="*/ 108485 h 364198"/>
                    <a:gd name="connsiteX42" fmla="*/ 15498 w 364198"/>
                    <a:gd name="connsiteY42" fmla="*/ 111068 h 364198"/>
                    <a:gd name="connsiteX43" fmla="*/ 12915 w 364198"/>
                    <a:gd name="connsiteY43" fmla="*/ 113651 h 364198"/>
                    <a:gd name="connsiteX44" fmla="*/ 12915 w 364198"/>
                    <a:gd name="connsiteY44" fmla="*/ 118816 h 364198"/>
                    <a:gd name="connsiteX45" fmla="*/ 10332 w 364198"/>
                    <a:gd name="connsiteY45" fmla="*/ 121399 h 364198"/>
                    <a:gd name="connsiteX46" fmla="*/ 10332 w 364198"/>
                    <a:gd name="connsiteY46" fmla="*/ 126565 h 364198"/>
                    <a:gd name="connsiteX47" fmla="*/ 7749 w 364198"/>
                    <a:gd name="connsiteY47" fmla="*/ 129148 h 364198"/>
                    <a:gd name="connsiteX48" fmla="*/ 7749 w 364198"/>
                    <a:gd name="connsiteY48" fmla="*/ 134314 h 364198"/>
                    <a:gd name="connsiteX49" fmla="*/ 5166 w 364198"/>
                    <a:gd name="connsiteY49" fmla="*/ 136897 h 364198"/>
                    <a:gd name="connsiteX50" fmla="*/ 5166 w 364198"/>
                    <a:gd name="connsiteY50" fmla="*/ 144646 h 364198"/>
                    <a:gd name="connsiteX51" fmla="*/ 2583 w 364198"/>
                    <a:gd name="connsiteY51" fmla="*/ 147229 h 364198"/>
                    <a:gd name="connsiteX52" fmla="*/ 2583 w 364198"/>
                    <a:gd name="connsiteY52" fmla="*/ 162727 h 364198"/>
                    <a:gd name="connsiteX53" fmla="*/ 0 w 364198"/>
                    <a:gd name="connsiteY53" fmla="*/ 165310 h 364198"/>
                    <a:gd name="connsiteX54" fmla="*/ 0 w 364198"/>
                    <a:gd name="connsiteY54" fmla="*/ 198888 h 364198"/>
                    <a:gd name="connsiteX55" fmla="*/ 2583 w 364198"/>
                    <a:gd name="connsiteY55" fmla="*/ 201471 h 364198"/>
                    <a:gd name="connsiteX56" fmla="*/ 2583 w 364198"/>
                    <a:gd name="connsiteY56" fmla="*/ 216969 h 364198"/>
                    <a:gd name="connsiteX57" fmla="*/ 5166 w 364198"/>
                    <a:gd name="connsiteY57" fmla="*/ 219552 h 364198"/>
                    <a:gd name="connsiteX58" fmla="*/ 5166 w 364198"/>
                    <a:gd name="connsiteY58" fmla="*/ 227301 h 364198"/>
                    <a:gd name="connsiteX59" fmla="*/ 7749 w 364198"/>
                    <a:gd name="connsiteY59" fmla="*/ 229884 h 364198"/>
                    <a:gd name="connsiteX60" fmla="*/ 7749 w 364198"/>
                    <a:gd name="connsiteY60" fmla="*/ 237633 h 364198"/>
                    <a:gd name="connsiteX61" fmla="*/ 10332 w 364198"/>
                    <a:gd name="connsiteY61" fmla="*/ 240216 h 364198"/>
                    <a:gd name="connsiteX62" fmla="*/ 10332 w 364198"/>
                    <a:gd name="connsiteY62" fmla="*/ 245382 h 364198"/>
                    <a:gd name="connsiteX63" fmla="*/ 12915 w 364198"/>
                    <a:gd name="connsiteY63" fmla="*/ 247965 h 364198"/>
                    <a:gd name="connsiteX64" fmla="*/ 12915 w 364198"/>
                    <a:gd name="connsiteY64" fmla="*/ 250548 h 364198"/>
                    <a:gd name="connsiteX65" fmla="*/ 15498 w 364198"/>
                    <a:gd name="connsiteY65" fmla="*/ 253131 h 364198"/>
                    <a:gd name="connsiteX66" fmla="*/ 15498 w 364198"/>
                    <a:gd name="connsiteY66" fmla="*/ 255714 h 364198"/>
                    <a:gd name="connsiteX67" fmla="*/ 18081 w 364198"/>
                    <a:gd name="connsiteY67" fmla="*/ 258297 h 364198"/>
                    <a:gd name="connsiteX68" fmla="*/ 18081 w 364198"/>
                    <a:gd name="connsiteY68" fmla="*/ 263463 h 364198"/>
                    <a:gd name="connsiteX69" fmla="*/ 23247 w 364198"/>
                    <a:gd name="connsiteY69" fmla="*/ 268629 h 364198"/>
                    <a:gd name="connsiteX70" fmla="*/ 23247 w 364198"/>
                    <a:gd name="connsiteY70" fmla="*/ 271212 h 364198"/>
                    <a:gd name="connsiteX71" fmla="*/ 25830 w 364198"/>
                    <a:gd name="connsiteY71" fmla="*/ 273794 h 364198"/>
                    <a:gd name="connsiteX72" fmla="*/ 25830 w 364198"/>
                    <a:gd name="connsiteY72" fmla="*/ 276377 h 364198"/>
                    <a:gd name="connsiteX73" fmla="*/ 28413 w 364198"/>
                    <a:gd name="connsiteY73" fmla="*/ 278960 h 364198"/>
                    <a:gd name="connsiteX74" fmla="*/ 28413 w 364198"/>
                    <a:gd name="connsiteY74" fmla="*/ 281543 h 364198"/>
                    <a:gd name="connsiteX75" fmla="*/ 36162 w 364198"/>
                    <a:gd name="connsiteY75" fmla="*/ 289292 h 364198"/>
                    <a:gd name="connsiteX76" fmla="*/ 36162 w 364198"/>
                    <a:gd name="connsiteY76" fmla="*/ 291875 h 364198"/>
                    <a:gd name="connsiteX77" fmla="*/ 43910 w 364198"/>
                    <a:gd name="connsiteY77" fmla="*/ 299624 h 364198"/>
                    <a:gd name="connsiteX78" fmla="*/ 43910 w 364198"/>
                    <a:gd name="connsiteY78" fmla="*/ 302207 h 364198"/>
                    <a:gd name="connsiteX79" fmla="*/ 61991 w 364198"/>
                    <a:gd name="connsiteY79" fmla="*/ 320288 h 364198"/>
                    <a:gd name="connsiteX80" fmla="*/ 64574 w 364198"/>
                    <a:gd name="connsiteY80" fmla="*/ 320288 h 364198"/>
                    <a:gd name="connsiteX81" fmla="*/ 74906 w 364198"/>
                    <a:gd name="connsiteY81" fmla="*/ 330620 h 364198"/>
                    <a:gd name="connsiteX82" fmla="*/ 77489 w 364198"/>
                    <a:gd name="connsiteY82" fmla="*/ 330620 h 364198"/>
                    <a:gd name="connsiteX83" fmla="*/ 82655 w 364198"/>
                    <a:gd name="connsiteY83" fmla="*/ 335786 h 364198"/>
                    <a:gd name="connsiteX84" fmla="*/ 85238 w 364198"/>
                    <a:gd name="connsiteY84" fmla="*/ 335786 h 364198"/>
                    <a:gd name="connsiteX85" fmla="*/ 90404 w 364198"/>
                    <a:gd name="connsiteY85" fmla="*/ 340952 h 364198"/>
                    <a:gd name="connsiteX86" fmla="*/ 92987 w 364198"/>
                    <a:gd name="connsiteY86" fmla="*/ 340952 h 364198"/>
                    <a:gd name="connsiteX87" fmla="*/ 95570 w 364198"/>
                    <a:gd name="connsiteY87" fmla="*/ 343535 h 364198"/>
                    <a:gd name="connsiteX88" fmla="*/ 98153 w 364198"/>
                    <a:gd name="connsiteY88" fmla="*/ 343535 h 364198"/>
                    <a:gd name="connsiteX89" fmla="*/ 100736 w 364198"/>
                    <a:gd name="connsiteY89" fmla="*/ 346118 h 364198"/>
                    <a:gd name="connsiteX90" fmla="*/ 103319 w 364198"/>
                    <a:gd name="connsiteY90" fmla="*/ 346118 h 364198"/>
                    <a:gd name="connsiteX91" fmla="*/ 105902 w 364198"/>
                    <a:gd name="connsiteY91" fmla="*/ 348701 h 364198"/>
                    <a:gd name="connsiteX92" fmla="*/ 108485 w 364198"/>
                    <a:gd name="connsiteY92" fmla="*/ 348701 h 364198"/>
                    <a:gd name="connsiteX93" fmla="*/ 111068 w 364198"/>
                    <a:gd name="connsiteY93" fmla="*/ 351284 h 364198"/>
                    <a:gd name="connsiteX94" fmla="*/ 116234 w 364198"/>
                    <a:gd name="connsiteY94" fmla="*/ 351284 h 364198"/>
                    <a:gd name="connsiteX95" fmla="*/ 118816 w 364198"/>
                    <a:gd name="connsiteY95" fmla="*/ 353866 h 364198"/>
                    <a:gd name="connsiteX96" fmla="*/ 121399 w 364198"/>
                    <a:gd name="connsiteY96" fmla="*/ 353866 h 364198"/>
                    <a:gd name="connsiteX97" fmla="*/ 123982 w 364198"/>
                    <a:gd name="connsiteY97" fmla="*/ 356449 h 364198"/>
                    <a:gd name="connsiteX98" fmla="*/ 131731 w 364198"/>
                    <a:gd name="connsiteY98" fmla="*/ 356449 h 364198"/>
                    <a:gd name="connsiteX99" fmla="*/ 134314 w 364198"/>
                    <a:gd name="connsiteY99" fmla="*/ 359032 h 364198"/>
                    <a:gd name="connsiteX100" fmla="*/ 139480 w 364198"/>
                    <a:gd name="connsiteY100" fmla="*/ 359032 h 364198"/>
                    <a:gd name="connsiteX101" fmla="*/ 142063 w 364198"/>
                    <a:gd name="connsiteY101" fmla="*/ 361615 h 364198"/>
                    <a:gd name="connsiteX102" fmla="*/ 154978 w 364198"/>
                    <a:gd name="connsiteY102" fmla="*/ 361615 h 364198"/>
                    <a:gd name="connsiteX103" fmla="*/ 157561 w 364198"/>
                    <a:gd name="connsiteY103" fmla="*/ 364198 h 364198"/>
                    <a:gd name="connsiteX104" fmla="*/ 209220 w 364198"/>
                    <a:gd name="connsiteY104" fmla="*/ 364198 h 364198"/>
                    <a:gd name="connsiteX105" fmla="*/ 211803 w 364198"/>
                    <a:gd name="connsiteY105" fmla="*/ 361615 h 364198"/>
                    <a:gd name="connsiteX106" fmla="*/ 222135 w 364198"/>
                    <a:gd name="connsiteY106" fmla="*/ 361615 h 364198"/>
                    <a:gd name="connsiteX107" fmla="*/ 224718 w 364198"/>
                    <a:gd name="connsiteY107" fmla="*/ 359032 h 364198"/>
                    <a:gd name="connsiteX108" fmla="*/ 232467 w 364198"/>
                    <a:gd name="connsiteY108" fmla="*/ 359032 h 364198"/>
                    <a:gd name="connsiteX109" fmla="*/ 235050 w 364198"/>
                    <a:gd name="connsiteY109" fmla="*/ 356449 h 364198"/>
                    <a:gd name="connsiteX110" fmla="*/ 240216 w 364198"/>
                    <a:gd name="connsiteY110" fmla="*/ 356449 h 364198"/>
                    <a:gd name="connsiteX111" fmla="*/ 242799 w 364198"/>
                    <a:gd name="connsiteY111" fmla="*/ 353866 h 364198"/>
                    <a:gd name="connsiteX112" fmla="*/ 247965 w 364198"/>
                    <a:gd name="connsiteY112" fmla="*/ 353866 h 364198"/>
                    <a:gd name="connsiteX113" fmla="*/ 250548 w 364198"/>
                    <a:gd name="connsiteY113" fmla="*/ 351284 h 364198"/>
                    <a:gd name="connsiteX114" fmla="*/ 253131 w 364198"/>
                    <a:gd name="connsiteY114" fmla="*/ 351284 h 364198"/>
                    <a:gd name="connsiteX115" fmla="*/ 255714 w 364198"/>
                    <a:gd name="connsiteY115" fmla="*/ 348701 h 364198"/>
                    <a:gd name="connsiteX116" fmla="*/ 258297 w 364198"/>
                    <a:gd name="connsiteY116" fmla="*/ 348701 h 364198"/>
                    <a:gd name="connsiteX117" fmla="*/ 260880 w 364198"/>
                    <a:gd name="connsiteY117" fmla="*/ 346118 h 364198"/>
                    <a:gd name="connsiteX118" fmla="*/ 263463 w 364198"/>
                    <a:gd name="connsiteY118" fmla="*/ 346118 h 364198"/>
                    <a:gd name="connsiteX119" fmla="*/ 266046 w 364198"/>
                    <a:gd name="connsiteY119" fmla="*/ 343535 h 364198"/>
                    <a:gd name="connsiteX120" fmla="*/ 268629 w 364198"/>
                    <a:gd name="connsiteY120" fmla="*/ 343535 h 364198"/>
                    <a:gd name="connsiteX121" fmla="*/ 271212 w 364198"/>
                    <a:gd name="connsiteY121" fmla="*/ 340952 h 364198"/>
                    <a:gd name="connsiteX122" fmla="*/ 273794 w 364198"/>
                    <a:gd name="connsiteY122" fmla="*/ 340952 h 364198"/>
                    <a:gd name="connsiteX123" fmla="*/ 276377 w 364198"/>
                    <a:gd name="connsiteY123" fmla="*/ 338369 h 364198"/>
                    <a:gd name="connsiteX124" fmla="*/ 278960 w 364198"/>
                    <a:gd name="connsiteY124" fmla="*/ 338369 h 364198"/>
                    <a:gd name="connsiteX125" fmla="*/ 284126 w 364198"/>
                    <a:gd name="connsiteY125" fmla="*/ 333203 h 364198"/>
                    <a:gd name="connsiteX126" fmla="*/ 286709 w 364198"/>
                    <a:gd name="connsiteY126" fmla="*/ 333203 h 364198"/>
                    <a:gd name="connsiteX127" fmla="*/ 294458 w 364198"/>
                    <a:gd name="connsiteY127" fmla="*/ 325454 h 364198"/>
                    <a:gd name="connsiteX128" fmla="*/ 297041 w 364198"/>
                    <a:gd name="connsiteY128" fmla="*/ 325454 h 364198"/>
                    <a:gd name="connsiteX129" fmla="*/ 307373 w 364198"/>
                    <a:gd name="connsiteY129" fmla="*/ 315122 h 364198"/>
                    <a:gd name="connsiteX130" fmla="*/ 309956 w 364198"/>
                    <a:gd name="connsiteY130" fmla="*/ 315122 h 364198"/>
                    <a:gd name="connsiteX131" fmla="*/ 315122 w 364198"/>
                    <a:gd name="connsiteY131" fmla="*/ 309956 h 364198"/>
                    <a:gd name="connsiteX132" fmla="*/ 315122 w 364198"/>
                    <a:gd name="connsiteY132" fmla="*/ 307373 h 364198"/>
                    <a:gd name="connsiteX133" fmla="*/ 328037 w 364198"/>
                    <a:gd name="connsiteY133" fmla="*/ 294458 h 364198"/>
                    <a:gd name="connsiteX134" fmla="*/ 328037 w 364198"/>
                    <a:gd name="connsiteY134" fmla="*/ 291875 h 364198"/>
                    <a:gd name="connsiteX135" fmla="*/ 333203 w 364198"/>
                    <a:gd name="connsiteY135" fmla="*/ 286709 h 364198"/>
                    <a:gd name="connsiteX136" fmla="*/ 333203 w 364198"/>
                    <a:gd name="connsiteY136" fmla="*/ 284126 h 364198"/>
                    <a:gd name="connsiteX137" fmla="*/ 338369 w 364198"/>
                    <a:gd name="connsiteY137" fmla="*/ 278960 h 364198"/>
                    <a:gd name="connsiteX138" fmla="*/ 338369 w 364198"/>
                    <a:gd name="connsiteY138" fmla="*/ 276377 h 364198"/>
                    <a:gd name="connsiteX139" fmla="*/ 340952 w 364198"/>
                    <a:gd name="connsiteY139" fmla="*/ 273794 h 364198"/>
                    <a:gd name="connsiteX140" fmla="*/ 340952 w 364198"/>
                    <a:gd name="connsiteY140" fmla="*/ 271212 h 364198"/>
                    <a:gd name="connsiteX141" fmla="*/ 346118 w 364198"/>
                    <a:gd name="connsiteY141" fmla="*/ 266046 h 364198"/>
                    <a:gd name="connsiteX142" fmla="*/ 346118 w 364198"/>
                    <a:gd name="connsiteY142" fmla="*/ 263463 h 364198"/>
                    <a:gd name="connsiteX143" fmla="*/ 348701 w 364198"/>
                    <a:gd name="connsiteY143" fmla="*/ 260880 h 364198"/>
                    <a:gd name="connsiteX144" fmla="*/ 348701 w 364198"/>
                    <a:gd name="connsiteY144" fmla="*/ 255714 h 364198"/>
                    <a:gd name="connsiteX145" fmla="*/ 351284 w 364198"/>
                    <a:gd name="connsiteY145" fmla="*/ 253131 h 364198"/>
                    <a:gd name="connsiteX146" fmla="*/ 351284 w 364198"/>
                    <a:gd name="connsiteY146" fmla="*/ 250548 h 364198"/>
                    <a:gd name="connsiteX147" fmla="*/ 353866 w 364198"/>
                    <a:gd name="connsiteY147" fmla="*/ 247965 h 364198"/>
                    <a:gd name="connsiteX148" fmla="*/ 353866 w 364198"/>
                    <a:gd name="connsiteY148" fmla="*/ 242799 h 364198"/>
                    <a:gd name="connsiteX149" fmla="*/ 356449 w 364198"/>
                    <a:gd name="connsiteY149" fmla="*/ 240216 h 364198"/>
                    <a:gd name="connsiteX150" fmla="*/ 356449 w 364198"/>
                    <a:gd name="connsiteY150" fmla="*/ 235050 h 364198"/>
                    <a:gd name="connsiteX151" fmla="*/ 359032 w 364198"/>
                    <a:gd name="connsiteY151" fmla="*/ 232467 h 364198"/>
                    <a:gd name="connsiteX152" fmla="*/ 359032 w 364198"/>
                    <a:gd name="connsiteY152" fmla="*/ 224718 h 364198"/>
                    <a:gd name="connsiteX153" fmla="*/ 361615 w 364198"/>
                    <a:gd name="connsiteY153" fmla="*/ 222135 h 364198"/>
                    <a:gd name="connsiteX154" fmla="*/ 361615 w 364198"/>
                    <a:gd name="connsiteY154" fmla="*/ 211803 h 364198"/>
                    <a:gd name="connsiteX155" fmla="*/ 364198 w 364198"/>
                    <a:gd name="connsiteY155" fmla="*/ 209220 h 364198"/>
                    <a:gd name="connsiteX156" fmla="*/ 364198 w 364198"/>
                    <a:gd name="connsiteY156" fmla="*/ 154978 h 364198"/>
                    <a:gd name="connsiteX157" fmla="*/ 361615 w 364198"/>
                    <a:gd name="connsiteY157" fmla="*/ 152395 h 364198"/>
                    <a:gd name="connsiteX158" fmla="*/ 361615 w 364198"/>
                    <a:gd name="connsiteY158" fmla="*/ 142063 h 364198"/>
                    <a:gd name="connsiteX159" fmla="*/ 359032 w 364198"/>
                    <a:gd name="connsiteY159" fmla="*/ 139480 h 364198"/>
                    <a:gd name="connsiteX160" fmla="*/ 359032 w 364198"/>
                    <a:gd name="connsiteY160" fmla="*/ 131731 h 364198"/>
                    <a:gd name="connsiteX161" fmla="*/ 356449 w 364198"/>
                    <a:gd name="connsiteY161" fmla="*/ 129148 h 364198"/>
                    <a:gd name="connsiteX162" fmla="*/ 356449 w 364198"/>
                    <a:gd name="connsiteY162" fmla="*/ 123982 h 364198"/>
                    <a:gd name="connsiteX163" fmla="*/ 353866 w 364198"/>
                    <a:gd name="connsiteY163" fmla="*/ 121399 h 364198"/>
                    <a:gd name="connsiteX164" fmla="*/ 353866 w 364198"/>
                    <a:gd name="connsiteY164" fmla="*/ 116234 h 364198"/>
                    <a:gd name="connsiteX165" fmla="*/ 351284 w 364198"/>
                    <a:gd name="connsiteY165" fmla="*/ 113651 h 364198"/>
                    <a:gd name="connsiteX166" fmla="*/ 351284 w 364198"/>
                    <a:gd name="connsiteY166" fmla="*/ 111068 h 364198"/>
                    <a:gd name="connsiteX167" fmla="*/ 348701 w 364198"/>
                    <a:gd name="connsiteY167" fmla="*/ 108485 h 364198"/>
                    <a:gd name="connsiteX168" fmla="*/ 348701 w 364198"/>
                    <a:gd name="connsiteY168" fmla="*/ 105902 h 364198"/>
                    <a:gd name="connsiteX169" fmla="*/ 346118 w 364198"/>
                    <a:gd name="connsiteY169" fmla="*/ 103319 h 364198"/>
                    <a:gd name="connsiteX170" fmla="*/ 346118 w 364198"/>
                    <a:gd name="connsiteY170" fmla="*/ 100736 h 364198"/>
                    <a:gd name="connsiteX171" fmla="*/ 343535 w 364198"/>
                    <a:gd name="connsiteY171" fmla="*/ 98153 h 364198"/>
                    <a:gd name="connsiteX172" fmla="*/ 343535 w 364198"/>
                    <a:gd name="connsiteY172" fmla="*/ 95570 h 364198"/>
                    <a:gd name="connsiteX173" fmla="*/ 340952 w 364198"/>
                    <a:gd name="connsiteY173" fmla="*/ 92987 h 364198"/>
                    <a:gd name="connsiteX174" fmla="*/ 340952 w 364198"/>
                    <a:gd name="connsiteY174" fmla="*/ 90404 h 364198"/>
                    <a:gd name="connsiteX175" fmla="*/ 335786 w 364198"/>
                    <a:gd name="connsiteY175" fmla="*/ 85238 h 364198"/>
                    <a:gd name="connsiteX176" fmla="*/ 335786 w 364198"/>
                    <a:gd name="connsiteY176" fmla="*/ 82655 h 364198"/>
                    <a:gd name="connsiteX177" fmla="*/ 330620 w 364198"/>
                    <a:gd name="connsiteY177" fmla="*/ 77489 h 364198"/>
                    <a:gd name="connsiteX178" fmla="*/ 330620 w 364198"/>
                    <a:gd name="connsiteY178" fmla="*/ 74906 h 364198"/>
                    <a:gd name="connsiteX179" fmla="*/ 322871 w 364198"/>
                    <a:gd name="connsiteY179" fmla="*/ 67157 h 364198"/>
                    <a:gd name="connsiteX180" fmla="*/ 322871 w 364198"/>
                    <a:gd name="connsiteY180" fmla="*/ 64574 h 364198"/>
                    <a:gd name="connsiteX181" fmla="*/ 299624 w 364198"/>
                    <a:gd name="connsiteY181" fmla="*/ 41327 h 364198"/>
                    <a:gd name="connsiteX182" fmla="*/ 297041 w 364198"/>
                    <a:gd name="connsiteY182" fmla="*/ 41327 h 364198"/>
                    <a:gd name="connsiteX183" fmla="*/ 289292 w 364198"/>
                    <a:gd name="connsiteY183" fmla="*/ 33579 h 364198"/>
                    <a:gd name="connsiteX184" fmla="*/ 286709 w 364198"/>
                    <a:gd name="connsiteY184" fmla="*/ 33579 h 364198"/>
                    <a:gd name="connsiteX185" fmla="*/ 281543 w 364198"/>
                    <a:gd name="connsiteY185" fmla="*/ 28413 h 364198"/>
                    <a:gd name="connsiteX186" fmla="*/ 278960 w 364198"/>
                    <a:gd name="connsiteY186" fmla="*/ 28413 h 364198"/>
                    <a:gd name="connsiteX187" fmla="*/ 276377 w 364198"/>
                    <a:gd name="connsiteY187" fmla="*/ 25830 h 364198"/>
                    <a:gd name="connsiteX188" fmla="*/ 273794 w 364198"/>
                    <a:gd name="connsiteY188" fmla="*/ 25830 h 364198"/>
                    <a:gd name="connsiteX189" fmla="*/ 268629 w 364198"/>
                    <a:gd name="connsiteY189" fmla="*/ 20664 h 364198"/>
                    <a:gd name="connsiteX190" fmla="*/ 266046 w 364198"/>
                    <a:gd name="connsiteY190" fmla="*/ 20664 h 364198"/>
                    <a:gd name="connsiteX191" fmla="*/ 263463 w 364198"/>
                    <a:gd name="connsiteY191" fmla="*/ 18081 h 364198"/>
                    <a:gd name="connsiteX192" fmla="*/ 260880 w 364198"/>
                    <a:gd name="connsiteY192" fmla="*/ 18081 h 364198"/>
                    <a:gd name="connsiteX193" fmla="*/ 258297 w 364198"/>
                    <a:gd name="connsiteY193" fmla="*/ 15498 h 364198"/>
                    <a:gd name="connsiteX194" fmla="*/ 253131 w 364198"/>
                    <a:gd name="connsiteY194" fmla="*/ 15498 h 364198"/>
                    <a:gd name="connsiteX195" fmla="*/ 250548 w 364198"/>
                    <a:gd name="connsiteY195" fmla="*/ 12915 h 364198"/>
                    <a:gd name="connsiteX196" fmla="*/ 247965 w 364198"/>
                    <a:gd name="connsiteY196" fmla="*/ 12915 h 364198"/>
                    <a:gd name="connsiteX197" fmla="*/ 245382 w 364198"/>
                    <a:gd name="connsiteY197" fmla="*/ 10332 h 364198"/>
                    <a:gd name="connsiteX198" fmla="*/ 240216 w 364198"/>
                    <a:gd name="connsiteY198" fmla="*/ 10332 h 364198"/>
                    <a:gd name="connsiteX199" fmla="*/ 237633 w 364198"/>
                    <a:gd name="connsiteY199" fmla="*/ 7749 h 364198"/>
                    <a:gd name="connsiteX200" fmla="*/ 232467 w 364198"/>
                    <a:gd name="connsiteY200" fmla="*/ 7749 h 364198"/>
                    <a:gd name="connsiteX201" fmla="*/ 229884 w 364198"/>
                    <a:gd name="connsiteY201" fmla="*/ 5166 h 364198"/>
                    <a:gd name="connsiteX202" fmla="*/ 222135 w 364198"/>
                    <a:gd name="connsiteY202" fmla="*/ 5166 h 364198"/>
                    <a:gd name="connsiteX203" fmla="*/ 219552 w 364198"/>
                    <a:gd name="connsiteY203" fmla="*/ 2583 h 364198"/>
                    <a:gd name="connsiteX204" fmla="*/ 204054 w 364198"/>
                    <a:gd name="connsiteY204" fmla="*/ 2583 h 364198"/>
                    <a:gd name="connsiteX205" fmla="*/ 201471 w 364198"/>
                    <a:gd name="connsiteY205" fmla="*/ 0 h 364198"/>
                    <a:gd name="connsiteX206" fmla="*/ 61991 w 364198"/>
                    <a:gd name="connsiteY206" fmla="*/ 77489 h 364198"/>
                    <a:gd name="connsiteX207" fmla="*/ 49076 w 364198"/>
                    <a:gd name="connsiteY207" fmla="*/ 90404 h 364198"/>
                    <a:gd name="connsiteX208" fmla="*/ 49076 w 364198"/>
                    <a:gd name="connsiteY208" fmla="*/ 92987 h 364198"/>
                    <a:gd name="connsiteX209" fmla="*/ 43910 w 364198"/>
                    <a:gd name="connsiteY209" fmla="*/ 98153 h 364198"/>
                    <a:gd name="connsiteX210" fmla="*/ 43910 w 364198"/>
                    <a:gd name="connsiteY210" fmla="*/ 100736 h 364198"/>
                    <a:gd name="connsiteX211" fmla="*/ 41327 w 364198"/>
                    <a:gd name="connsiteY211" fmla="*/ 103319 h 364198"/>
                    <a:gd name="connsiteX212" fmla="*/ 41327 w 364198"/>
                    <a:gd name="connsiteY212" fmla="*/ 105902 h 364198"/>
                    <a:gd name="connsiteX213" fmla="*/ 38745 w 364198"/>
                    <a:gd name="connsiteY213" fmla="*/ 108485 h 364198"/>
                    <a:gd name="connsiteX214" fmla="*/ 38745 w 364198"/>
                    <a:gd name="connsiteY214" fmla="*/ 111068 h 364198"/>
                    <a:gd name="connsiteX215" fmla="*/ 36162 w 364198"/>
                    <a:gd name="connsiteY215" fmla="*/ 113651 h 364198"/>
                    <a:gd name="connsiteX216" fmla="*/ 36162 w 364198"/>
                    <a:gd name="connsiteY216" fmla="*/ 116234 h 364198"/>
                    <a:gd name="connsiteX217" fmla="*/ 33579 w 364198"/>
                    <a:gd name="connsiteY217" fmla="*/ 118816 h 364198"/>
                    <a:gd name="connsiteX218" fmla="*/ 33579 w 364198"/>
                    <a:gd name="connsiteY218" fmla="*/ 121399 h 364198"/>
                    <a:gd name="connsiteX219" fmla="*/ 30996 w 364198"/>
                    <a:gd name="connsiteY219" fmla="*/ 123982 h 364198"/>
                    <a:gd name="connsiteX220" fmla="*/ 30996 w 364198"/>
                    <a:gd name="connsiteY220" fmla="*/ 129148 h 364198"/>
                    <a:gd name="connsiteX221" fmla="*/ 28413 w 364198"/>
                    <a:gd name="connsiteY221" fmla="*/ 131731 h 364198"/>
                    <a:gd name="connsiteX222" fmla="*/ 28413 w 364198"/>
                    <a:gd name="connsiteY222" fmla="*/ 136897 h 364198"/>
                    <a:gd name="connsiteX223" fmla="*/ 25830 w 364198"/>
                    <a:gd name="connsiteY223" fmla="*/ 139480 h 364198"/>
                    <a:gd name="connsiteX224" fmla="*/ 25830 w 364198"/>
                    <a:gd name="connsiteY224" fmla="*/ 147229 h 364198"/>
                    <a:gd name="connsiteX225" fmla="*/ 23247 w 364198"/>
                    <a:gd name="connsiteY225" fmla="*/ 149812 h 364198"/>
                    <a:gd name="connsiteX226" fmla="*/ 23247 w 364198"/>
                    <a:gd name="connsiteY226" fmla="*/ 162727 h 364198"/>
                    <a:gd name="connsiteX227" fmla="*/ 20664 w 364198"/>
                    <a:gd name="connsiteY227" fmla="*/ 165310 h 364198"/>
                    <a:gd name="connsiteX228" fmla="*/ 20664 w 364198"/>
                    <a:gd name="connsiteY228" fmla="*/ 198888 h 364198"/>
                    <a:gd name="connsiteX229" fmla="*/ 23247 w 364198"/>
                    <a:gd name="connsiteY229" fmla="*/ 201471 h 364198"/>
                    <a:gd name="connsiteX230" fmla="*/ 23247 w 364198"/>
                    <a:gd name="connsiteY230" fmla="*/ 214386 h 364198"/>
                    <a:gd name="connsiteX231" fmla="*/ 25830 w 364198"/>
                    <a:gd name="connsiteY231" fmla="*/ 216969 h 364198"/>
                    <a:gd name="connsiteX232" fmla="*/ 25830 w 364198"/>
                    <a:gd name="connsiteY232" fmla="*/ 224718 h 364198"/>
                    <a:gd name="connsiteX233" fmla="*/ 28413 w 364198"/>
                    <a:gd name="connsiteY233" fmla="*/ 227301 h 364198"/>
                    <a:gd name="connsiteX234" fmla="*/ 28413 w 364198"/>
                    <a:gd name="connsiteY234" fmla="*/ 232467 h 364198"/>
                    <a:gd name="connsiteX235" fmla="*/ 30996 w 364198"/>
                    <a:gd name="connsiteY235" fmla="*/ 235050 h 364198"/>
                    <a:gd name="connsiteX236" fmla="*/ 30996 w 364198"/>
                    <a:gd name="connsiteY236" fmla="*/ 240216 h 364198"/>
                    <a:gd name="connsiteX237" fmla="*/ 33579 w 364198"/>
                    <a:gd name="connsiteY237" fmla="*/ 242799 h 364198"/>
                    <a:gd name="connsiteX238" fmla="*/ 33579 w 364198"/>
                    <a:gd name="connsiteY238" fmla="*/ 245382 h 364198"/>
                    <a:gd name="connsiteX239" fmla="*/ 36162 w 364198"/>
                    <a:gd name="connsiteY239" fmla="*/ 247965 h 364198"/>
                    <a:gd name="connsiteX240" fmla="*/ 36162 w 364198"/>
                    <a:gd name="connsiteY240" fmla="*/ 253131 h 364198"/>
                    <a:gd name="connsiteX241" fmla="*/ 38745 w 364198"/>
                    <a:gd name="connsiteY241" fmla="*/ 255714 h 364198"/>
                    <a:gd name="connsiteX242" fmla="*/ 38745 w 364198"/>
                    <a:gd name="connsiteY242" fmla="*/ 258297 h 364198"/>
                    <a:gd name="connsiteX243" fmla="*/ 43910 w 364198"/>
                    <a:gd name="connsiteY243" fmla="*/ 263463 h 364198"/>
                    <a:gd name="connsiteX244" fmla="*/ 43910 w 364198"/>
                    <a:gd name="connsiteY244" fmla="*/ 266046 h 364198"/>
                    <a:gd name="connsiteX245" fmla="*/ 46493 w 364198"/>
                    <a:gd name="connsiteY245" fmla="*/ 268629 h 364198"/>
                    <a:gd name="connsiteX246" fmla="*/ 46493 w 364198"/>
                    <a:gd name="connsiteY246" fmla="*/ 271212 h 364198"/>
                    <a:gd name="connsiteX247" fmla="*/ 54242 w 364198"/>
                    <a:gd name="connsiteY247" fmla="*/ 278960 h 364198"/>
                    <a:gd name="connsiteX248" fmla="*/ 54242 w 364198"/>
                    <a:gd name="connsiteY248" fmla="*/ 281543 h 364198"/>
                    <a:gd name="connsiteX249" fmla="*/ 85238 w 364198"/>
                    <a:gd name="connsiteY249" fmla="*/ 312539 h 364198"/>
                    <a:gd name="connsiteX250" fmla="*/ 87821 w 364198"/>
                    <a:gd name="connsiteY250" fmla="*/ 312539 h 364198"/>
                    <a:gd name="connsiteX251" fmla="*/ 92987 w 364198"/>
                    <a:gd name="connsiteY251" fmla="*/ 317705 h 364198"/>
                    <a:gd name="connsiteX252" fmla="*/ 95570 w 364198"/>
                    <a:gd name="connsiteY252" fmla="*/ 317705 h 364198"/>
                    <a:gd name="connsiteX253" fmla="*/ 100736 w 364198"/>
                    <a:gd name="connsiteY253" fmla="*/ 322871 h 364198"/>
                    <a:gd name="connsiteX254" fmla="*/ 103319 w 364198"/>
                    <a:gd name="connsiteY254" fmla="*/ 322871 h 364198"/>
                    <a:gd name="connsiteX255" fmla="*/ 105902 w 364198"/>
                    <a:gd name="connsiteY255" fmla="*/ 325454 h 364198"/>
                    <a:gd name="connsiteX256" fmla="*/ 108485 w 364198"/>
                    <a:gd name="connsiteY256" fmla="*/ 325454 h 364198"/>
                    <a:gd name="connsiteX257" fmla="*/ 111068 w 364198"/>
                    <a:gd name="connsiteY257" fmla="*/ 328037 h 364198"/>
                    <a:gd name="connsiteX258" fmla="*/ 113651 w 364198"/>
                    <a:gd name="connsiteY258" fmla="*/ 328037 h 364198"/>
                    <a:gd name="connsiteX259" fmla="*/ 116234 w 364198"/>
                    <a:gd name="connsiteY259" fmla="*/ 330620 h 364198"/>
                    <a:gd name="connsiteX260" fmla="*/ 118816 w 364198"/>
                    <a:gd name="connsiteY260" fmla="*/ 330620 h 364198"/>
                    <a:gd name="connsiteX261" fmla="*/ 121399 w 364198"/>
                    <a:gd name="connsiteY261" fmla="*/ 333203 h 364198"/>
                    <a:gd name="connsiteX262" fmla="*/ 126565 w 364198"/>
                    <a:gd name="connsiteY262" fmla="*/ 333203 h 364198"/>
                    <a:gd name="connsiteX263" fmla="*/ 129148 w 364198"/>
                    <a:gd name="connsiteY263" fmla="*/ 335786 h 364198"/>
                    <a:gd name="connsiteX264" fmla="*/ 134314 w 364198"/>
                    <a:gd name="connsiteY264" fmla="*/ 335786 h 364198"/>
                    <a:gd name="connsiteX265" fmla="*/ 136897 w 364198"/>
                    <a:gd name="connsiteY265" fmla="*/ 338369 h 364198"/>
                    <a:gd name="connsiteX266" fmla="*/ 142063 w 364198"/>
                    <a:gd name="connsiteY266" fmla="*/ 338369 h 364198"/>
                    <a:gd name="connsiteX267" fmla="*/ 144646 w 364198"/>
                    <a:gd name="connsiteY267" fmla="*/ 340952 h 364198"/>
                    <a:gd name="connsiteX268" fmla="*/ 154978 w 364198"/>
                    <a:gd name="connsiteY268" fmla="*/ 340952 h 364198"/>
                    <a:gd name="connsiteX269" fmla="*/ 157561 w 364198"/>
                    <a:gd name="connsiteY269" fmla="*/ 343535 h 364198"/>
                    <a:gd name="connsiteX270" fmla="*/ 206637 w 364198"/>
                    <a:gd name="connsiteY270" fmla="*/ 343535 h 364198"/>
                    <a:gd name="connsiteX271" fmla="*/ 209220 w 364198"/>
                    <a:gd name="connsiteY271" fmla="*/ 340952 h 364198"/>
                    <a:gd name="connsiteX272" fmla="*/ 219552 w 364198"/>
                    <a:gd name="connsiteY272" fmla="*/ 340952 h 364198"/>
                    <a:gd name="connsiteX273" fmla="*/ 222135 w 364198"/>
                    <a:gd name="connsiteY273" fmla="*/ 338369 h 364198"/>
                    <a:gd name="connsiteX274" fmla="*/ 229884 w 364198"/>
                    <a:gd name="connsiteY274" fmla="*/ 338369 h 364198"/>
                    <a:gd name="connsiteX275" fmla="*/ 232467 w 364198"/>
                    <a:gd name="connsiteY275" fmla="*/ 335786 h 364198"/>
                    <a:gd name="connsiteX276" fmla="*/ 237633 w 364198"/>
                    <a:gd name="connsiteY276" fmla="*/ 335786 h 364198"/>
                    <a:gd name="connsiteX277" fmla="*/ 240216 w 364198"/>
                    <a:gd name="connsiteY277" fmla="*/ 333203 h 364198"/>
                    <a:gd name="connsiteX278" fmla="*/ 242799 w 364198"/>
                    <a:gd name="connsiteY278" fmla="*/ 333203 h 364198"/>
                    <a:gd name="connsiteX279" fmla="*/ 245382 w 364198"/>
                    <a:gd name="connsiteY279" fmla="*/ 330620 h 364198"/>
                    <a:gd name="connsiteX280" fmla="*/ 250548 w 364198"/>
                    <a:gd name="connsiteY280" fmla="*/ 330620 h 364198"/>
                    <a:gd name="connsiteX281" fmla="*/ 253131 w 364198"/>
                    <a:gd name="connsiteY281" fmla="*/ 328037 h 364198"/>
                    <a:gd name="connsiteX282" fmla="*/ 255714 w 364198"/>
                    <a:gd name="connsiteY282" fmla="*/ 328037 h 364198"/>
                    <a:gd name="connsiteX283" fmla="*/ 258297 w 364198"/>
                    <a:gd name="connsiteY283" fmla="*/ 325454 h 364198"/>
                    <a:gd name="connsiteX284" fmla="*/ 260880 w 364198"/>
                    <a:gd name="connsiteY284" fmla="*/ 325454 h 364198"/>
                    <a:gd name="connsiteX285" fmla="*/ 266046 w 364198"/>
                    <a:gd name="connsiteY285" fmla="*/ 320288 h 364198"/>
                    <a:gd name="connsiteX286" fmla="*/ 268629 w 364198"/>
                    <a:gd name="connsiteY286" fmla="*/ 320288 h 364198"/>
                    <a:gd name="connsiteX287" fmla="*/ 273794 w 364198"/>
                    <a:gd name="connsiteY287" fmla="*/ 315122 h 364198"/>
                    <a:gd name="connsiteX288" fmla="*/ 276377 w 364198"/>
                    <a:gd name="connsiteY288" fmla="*/ 315122 h 364198"/>
                    <a:gd name="connsiteX289" fmla="*/ 286709 w 364198"/>
                    <a:gd name="connsiteY289" fmla="*/ 304790 h 364198"/>
                    <a:gd name="connsiteX290" fmla="*/ 286709 w 364198"/>
                    <a:gd name="connsiteY290" fmla="*/ 302207 h 364198"/>
                    <a:gd name="connsiteX291" fmla="*/ 211803 w 364198"/>
                    <a:gd name="connsiteY291" fmla="*/ 227301 h 364198"/>
                    <a:gd name="connsiteX292" fmla="*/ 209220 w 364198"/>
                    <a:gd name="connsiteY292" fmla="*/ 229884 h 364198"/>
                    <a:gd name="connsiteX293" fmla="*/ 198888 w 364198"/>
                    <a:gd name="connsiteY293" fmla="*/ 229884 h 364198"/>
                    <a:gd name="connsiteX294" fmla="*/ 196305 w 364198"/>
                    <a:gd name="connsiteY294" fmla="*/ 227301 h 364198"/>
                    <a:gd name="connsiteX295" fmla="*/ 196305 w 364198"/>
                    <a:gd name="connsiteY295" fmla="*/ 224718 h 364198"/>
                    <a:gd name="connsiteX296" fmla="*/ 191140 w 364198"/>
                    <a:gd name="connsiteY296" fmla="*/ 219552 h 364198"/>
                    <a:gd name="connsiteX297" fmla="*/ 191140 w 364198"/>
                    <a:gd name="connsiteY297" fmla="*/ 216969 h 364198"/>
                    <a:gd name="connsiteX298" fmla="*/ 188557 w 364198"/>
                    <a:gd name="connsiteY298" fmla="*/ 214386 h 364198"/>
                    <a:gd name="connsiteX299" fmla="*/ 188557 w 364198"/>
                    <a:gd name="connsiteY299" fmla="*/ 211803 h 364198"/>
                    <a:gd name="connsiteX300" fmla="*/ 185974 w 364198"/>
                    <a:gd name="connsiteY300" fmla="*/ 209220 h 364198"/>
                    <a:gd name="connsiteX301" fmla="*/ 185974 w 364198"/>
                    <a:gd name="connsiteY301" fmla="*/ 206637 h 364198"/>
                    <a:gd name="connsiteX302" fmla="*/ 180808 w 364198"/>
                    <a:gd name="connsiteY302" fmla="*/ 201471 h 364198"/>
                    <a:gd name="connsiteX303" fmla="*/ 180808 w 364198"/>
                    <a:gd name="connsiteY303" fmla="*/ 198888 h 364198"/>
                    <a:gd name="connsiteX304" fmla="*/ 178225 w 364198"/>
                    <a:gd name="connsiteY304" fmla="*/ 196305 h 364198"/>
                    <a:gd name="connsiteX305" fmla="*/ 178225 w 364198"/>
                    <a:gd name="connsiteY305" fmla="*/ 193723 h 364198"/>
                    <a:gd name="connsiteX306" fmla="*/ 131731 w 364198"/>
                    <a:gd name="connsiteY306" fmla="*/ 147229 h 364198"/>
                    <a:gd name="connsiteX307" fmla="*/ 121399 w 364198"/>
                    <a:gd name="connsiteY307" fmla="*/ 157561 h 364198"/>
                    <a:gd name="connsiteX308" fmla="*/ 118816 w 364198"/>
                    <a:gd name="connsiteY308" fmla="*/ 157561 h 364198"/>
                    <a:gd name="connsiteX309" fmla="*/ 113651 w 364198"/>
                    <a:gd name="connsiteY309" fmla="*/ 162727 h 364198"/>
                    <a:gd name="connsiteX310" fmla="*/ 111068 w 364198"/>
                    <a:gd name="connsiteY310" fmla="*/ 162727 h 364198"/>
                    <a:gd name="connsiteX311" fmla="*/ 105902 w 364198"/>
                    <a:gd name="connsiteY311" fmla="*/ 167893 h 364198"/>
                    <a:gd name="connsiteX312" fmla="*/ 103319 w 364198"/>
                    <a:gd name="connsiteY312" fmla="*/ 167893 h 364198"/>
                    <a:gd name="connsiteX313" fmla="*/ 98153 w 364198"/>
                    <a:gd name="connsiteY313" fmla="*/ 173059 h 364198"/>
                    <a:gd name="connsiteX314" fmla="*/ 95570 w 364198"/>
                    <a:gd name="connsiteY314" fmla="*/ 173059 h 364198"/>
                    <a:gd name="connsiteX315" fmla="*/ 92987 w 364198"/>
                    <a:gd name="connsiteY315" fmla="*/ 175642 h 364198"/>
                    <a:gd name="connsiteX316" fmla="*/ 90404 w 364198"/>
                    <a:gd name="connsiteY316" fmla="*/ 175642 h 364198"/>
                    <a:gd name="connsiteX317" fmla="*/ 85238 w 364198"/>
                    <a:gd name="connsiteY317" fmla="*/ 180808 h 364198"/>
                    <a:gd name="connsiteX318" fmla="*/ 85238 w 364198"/>
                    <a:gd name="connsiteY318" fmla="*/ 183391 h 364198"/>
                    <a:gd name="connsiteX319" fmla="*/ 92987 w 364198"/>
                    <a:gd name="connsiteY319" fmla="*/ 191140 h 364198"/>
                    <a:gd name="connsiteX320" fmla="*/ 95570 w 364198"/>
                    <a:gd name="connsiteY320" fmla="*/ 191140 h 364198"/>
                    <a:gd name="connsiteX321" fmla="*/ 100736 w 364198"/>
                    <a:gd name="connsiteY321" fmla="*/ 196305 h 364198"/>
                    <a:gd name="connsiteX322" fmla="*/ 103319 w 364198"/>
                    <a:gd name="connsiteY322" fmla="*/ 196305 h 364198"/>
                    <a:gd name="connsiteX323" fmla="*/ 105902 w 364198"/>
                    <a:gd name="connsiteY323" fmla="*/ 198888 h 364198"/>
                    <a:gd name="connsiteX324" fmla="*/ 108485 w 364198"/>
                    <a:gd name="connsiteY324" fmla="*/ 198888 h 364198"/>
                    <a:gd name="connsiteX325" fmla="*/ 113651 w 364198"/>
                    <a:gd name="connsiteY325" fmla="*/ 204054 h 364198"/>
                    <a:gd name="connsiteX326" fmla="*/ 116234 w 364198"/>
                    <a:gd name="connsiteY326" fmla="*/ 204054 h 364198"/>
                    <a:gd name="connsiteX327" fmla="*/ 121399 w 364198"/>
                    <a:gd name="connsiteY327" fmla="*/ 209220 h 364198"/>
                    <a:gd name="connsiteX328" fmla="*/ 123982 w 364198"/>
                    <a:gd name="connsiteY328" fmla="*/ 209220 h 364198"/>
                    <a:gd name="connsiteX329" fmla="*/ 129148 w 364198"/>
                    <a:gd name="connsiteY329" fmla="*/ 214386 h 364198"/>
                    <a:gd name="connsiteX330" fmla="*/ 129148 w 364198"/>
                    <a:gd name="connsiteY330" fmla="*/ 224718 h 364198"/>
                    <a:gd name="connsiteX331" fmla="*/ 123982 w 364198"/>
                    <a:gd name="connsiteY331" fmla="*/ 229884 h 364198"/>
                    <a:gd name="connsiteX332" fmla="*/ 116234 w 364198"/>
                    <a:gd name="connsiteY332" fmla="*/ 229884 h 364198"/>
                    <a:gd name="connsiteX333" fmla="*/ 113651 w 364198"/>
                    <a:gd name="connsiteY333" fmla="*/ 227301 h 364198"/>
                    <a:gd name="connsiteX334" fmla="*/ 111068 w 364198"/>
                    <a:gd name="connsiteY334" fmla="*/ 227301 h 364198"/>
                    <a:gd name="connsiteX335" fmla="*/ 105902 w 364198"/>
                    <a:gd name="connsiteY335" fmla="*/ 222135 h 364198"/>
                    <a:gd name="connsiteX336" fmla="*/ 103319 w 364198"/>
                    <a:gd name="connsiteY336" fmla="*/ 222135 h 364198"/>
                    <a:gd name="connsiteX337" fmla="*/ 98153 w 364198"/>
                    <a:gd name="connsiteY337" fmla="*/ 216969 h 364198"/>
                    <a:gd name="connsiteX338" fmla="*/ 95570 w 364198"/>
                    <a:gd name="connsiteY338" fmla="*/ 216969 h 364198"/>
                    <a:gd name="connsiteX339" fmla="*/ 90404 w 364198"/>
                    <a:gd name="connsiteY339" fmla="*/ 211803 h 364198"/>
                    <a:gd name="connsiteX340" fmla="*/ 87821 w 364198"/>
                    <a:gd name="connsiteY340" fmla="*/ 211803 h 364198"/>
                    <a:gd name="connsiteX341" fmla="*/ 82655 w 364198"/>
                    <a:gd name="connsiteY341" fmla="*/ 206637 h 364198"/>
                    <a:gd name="connsiteX342" fmla="*/ 80072 w 364198"/>
                    <a:gd name="connsiteY342" fmla="*/ 206637 h 364198"/>
                    <a:gd name="connsiteX343" fmla="*/ 77489 w 364198"/>
                    <a:gd name="connsiteY343" fmla="*/ 204054 h 364198"/>
                    <a:gd name="connsiteX344" fmla="*/ 74906 w 364198"/>
                    <a:gd name="connsiteY344" fmla="*/ 204054 h 364198"/>
                    <a:gd name="connsiteX345" fmla="*/ 69740 w 364198"/>
                    <a:gd name="connsiteY345" fmla="*/ 198888 h 364198"/>
                    <a:gd name="connsiteX346" fmla="*/ 67157 w 364198"/>
                    <a:gd name="connsiteY346" fmla="*/ 198888 h 364198"/>
                    <a:gd name="connsiteX347" fmla="*/ 61991 w 364198"/>
                    <a:gd name="connsiteY347" fmla="*/ 193723 h 364198"/>
                    <a:gd name="connsiteX348" fmla="*/ 59408 w 364198"/>
                    <a:gd name="connsiteY348" fmla="*/ 193723 h 364198"/>
                    <a:gd name="connsiteX349" fmla="*/ 54242 w 364198"/>
                    <a:gd name="connsiteY349" fmla="*/ 188557 h 364198"/>
                    <a:gd name="connsiteX350" fmla="*/ 54242 w 364198"/>
                    <a:gd name="connsiteY350" fmla="*/ 185974 h 364198"/>
                    <a:gd name="connsiteX351" fmla="*/ 51659 w 364198"/>
                    <a:gd name="connsiteY351" fmla="*/ 183391 h 364198"/>
                    <a:gd name="connsiteX352" fmla="*/ 51659 w 364198"/>
                    <a:gd name="connsiteY352" fmla="*/ 180808 h 364198"/>
                    <a:gd name="connsiteX353" fmla="*/ 54242 w 364198"/>
                    <a:gd name="connsiteY353" fmla="*/ 178225 h 364198"/>
                    <a:gd name="connsiteX354" fmla="*/ 54242 w 364198"/>
                    <a:gd name="connsiteY354" fmla="*/ 175642 h 364198"/>
                    <a:gd name="connsiteX355" fmla="*/ 56825 w 364198"/>
                    <a:gd name="connsiteY355" fmla="*/ 173059 h 364198"/>
                    <a:gd name="connsiteX356" fmla="*/ 59408 w 364198"/>
                    <a:gd name="connsiteY356" fmla="*/ 173059 h 364198"/>
                    <a:gd name="connsiteX357" fmla="*/ 64574 w 364198"/>
                    <a:gd name="connsiteY357" fmla="*/ 167893 h 364198"/>
                    <a:gd name="connsiteX358" fmla="*/ 67157 w 364198"/>
                    <a:gd name="connsiteY358" fmla="*/ 167893 h 364198"/>
                    <a:gd name="connsiteX359" fmla="*/ 69740 w 364198"/>
                    <a:gd name="connsiteY359" fmla="*/ 165310 h 364198"/>
                    <a:gd name="connsiteX360" fmla="*/ 72323 w 364198"/>
                    <a:gd name="connsiteY360" fmla="*/ 165310 h 364198"/>
                    <a:gd name="connsiteX361" fmla="*/ 77489 w 364198"/>
                    <a:gd name="connsiteY361" fmla="*/ 160144 h 364198"/>
                    <a:gd name="connsiteX362" fmla="*/ 80072 w 364198"/>
                    <a:gd name="connsiteY362" fmla="*/ 160144 h 364198"/>
                    <a:gd name="connsiteX363" fmla="*/ 85238 w 364198"/>
                    <a:gd name="connsiteY363" fmla="*/ 154978 h 364198"/>
                    <a:gd name="connsiteX364" fmla="*/ 87821 w 364198"/>
                    <a:gd name="connsiteY364" fmla="*/ 154978 h 364198"/>
                    <a:gd name="connsiteX365" fmla="*/ 92987 w 364198"/>
                    <a:gd name="connsiteY365" fmla="*/ 149812 h 364198"/>
                    <a:gd name="connsiteX366" fmla="*/ 95570 w 364198"/>
                    <a:gd name="connsiteY366" fmla="*/ 149812 h 364198"/>
                    <a:gd name="connsiteX367" fmla="*/ 100736 w 364198"/>
                    <a:gd name="connsiteY367" fmla="*/ 144646 h 364198"/>
                    <a:gd name="connsiteX368" fmla="*/ 103319 w 364198"/>
                    <a:gd name="connsiteY368" fmla="*/ 144646 h 364198"/>
                    <a:gd name="connsiteX369" fmla="*/ 108485 w 364198"/>
                    <a:gd name="connsiteY369" fmla="*/ 139480 h 364198"/>
                    <a:gd name="connsiteX370" fmla="*/ 111068 w 364198"/>
                    <a:gd name="connsiteY370" fmla="*/ 139480 h 364198"/>
                    <a:gd name="connsiteX371" fmla="*/ 116234 w 364198"/>
                    <a:gd name="connsiteY371" fmla="*/ 134314 h 364198"/>
                    <a:gd name="connsiteX372" fmla="*/ 116234 w 364198"/>
                    <a:gd name="connsiteY372" fmla="*/ 131731 h 364198"/>
                    <a:gd name="connsiteX373" fmla="*/ 90404 w 364198"/>
                    <a:gd name="connsiteY373" fmla="*/ 49076 h 364198"/>
                    <a:gd name="connsiteX374" fmla="*/ 77489 w 364198"/>
                    <a:gd name="connsiteY374" fmla="*/ 61991 h 364198"/>
                    <a:gd name="connsiteX375" fmla="*/ 152395 w 364198"/>
                    <a:gd name="connsiteY375" fmla="*/ 136897 h 364198"/>
                    <a:gd name="connsiteX376" fmla="*/ 157561 w 364198"/>
                    <a:gd name="connsiteY376" fmla="*/ 136897 h 364198"/>
                    <a:gd name="connsiteX377" fmla="*/ 160144 w 364198"/>
                    <a:gd name="connsiteY377" fmla="*/ 134314 h 364198"/>
                    <a:gd name="connsiteX378" fmla="*/ 162727 w 364198"/>
                    <a:gd name="connsiteY378" fmla="*/ 134314 h 364198"/>
                    <a:gd name="connsiteX379" fmla="*/ 165310 w 364198"/>
                    <a:gd name="connsiteY379" fmla="*/ 136897 h 364198"/>
                    <a:gd name="connsiteX380" fmla="*/ 167893 w 364198"/>
                    <a:gd name="connsiteY380" fmla="*/ 136897 h 364198"/>
                    <a:gd name="connsiteX381" fmla="*/ 170476 w 364198"/>
                    <a:gd name="connsiteY381" fmla="*/ 139480 h 364198"/>
                    <a:gd name="connsiteX382" fmla="*/ 170476 w 364198"/>
                    <a:gd name="connsiteY382" fmla="*/ 142063 h 364198"/>
                    <a:gd name="connsiteX383" fmla="*/ 173059 w 364198"/>
                    <a:gd name="connsiteY383" fmla="*/ 144646 h 364198"/>
                    <a:gd name="connsiteX384" fmla="*/ 173059 w 364198"/>
                    <a:gd name="connsiteY384" fmla="*/ 147229 h 364198"/>
                    <a:gd name="connsiteX385" fmla="*/ 178225 w 364198"/>
                    <a:gd name="connsiteY385" fmla="*/ 152395 h 364198"/>
                    <a:gd name="connsiteX386" fmla="*/ 178225 w 364198"/>
                    <a:gd name="connsiteY386" fmla="*/ 154978 h 364198"/>
                    <a:gd name="connsiteX387" fmla="*/ 180808 w 364198"/>
                    <a:gd name="connsiteY387" fmla="*/ 157561 h 364198"/>
                    <a:gd name="connsiteX388" fmla="*/ 180808 w 364198"/>
                    <a:gd name="connsiteY388" fmla="*/ 160144 h 364198"/>
                    <a:gd name="connsiteX389" fmla="*/ 185974 w 364198"/>
                    <a:gd name="connsiteY389" fmla="*/ 165310 h 364198"/>
                    <a:gd name="connsiteX390" fmla="*/ 185974 w 364198"/>
                    <a:gd name="connsiteY390" fmla="*/ 167893 h 364198"/>
                    <a:gd name="connsiteX391" fmla="*/ 188557 w 364198"/>
                    <a:gd name="connsiteY391" fmla="*/ 170476 h 364198"/>
                    <a:gd name="connsiteX392" fmla="*/ 188557 w 364198"/>
                    <a:gd name="connsiteY392" fmla="*/ 173059 h 364198"/>
                    <a:gd name="connsiteX393" fmla="*/ 232467 w 364198"/>
                    <a:gd name="connsiteY393" fmla="*/ 216969 h 364198"/>
                    <a:gd name="connsiteX394" fmla="*/ 235050 w 364198"/>
                    <a:gd name="connsiteY394" fmla="*/ 216969 h 364198"/>
                    <a:gd name="connsiteX395" fmla="*/ 245382 w 364198"/>
                    <a:gd name="connsiteY395" fmla="*/ 206637 h 364198"/>
                    <a:gd name="connsiteX396" fmla="*/ 247965 w 364198"/>
                    <a:gd name="connsiteY396" fmla="*/ 206637 h 364198"/>
                    <a:gd name="connsiteX397" fmla="*/ 253131 w 364198"/>
                    <a:gd name="connsiteY397" fmla="*/ 201471 h 364198"/>
                    <a:gd name="connsiteX398" fmla="*/ 255714 w 364198"/>
                    <a:gd name="connsiteY398" fmla="*/ 201471 h 364198"/>
                    <a:gd name="connsiteX399" fmla="*/ 258297 w 364198"/>
                    <a:gd name="connsiteY399" fmla="*/ 198888 h 364198"/>
                    <a:gd name="connsiteX400" fmla="*/ 260880 w 364198"/>
                    <a:gd name="connsiteY400" fmla="*/ 198888 h 364198"/>
                    <a:gd name="connsiteX401" fmla="*/ 266046 w 364198"/>
                    <a:gd name="connsiteY401" fmla="*/ 193723 h 364198"/>
                    <a:gd name="connsiteX402" fmla="*/ 268629 w 364198"/>
                    <a:gd name="connsiteY402" fmla="*/ 193723 h 364198"/>
                    <a:gd name="connsiteX403" fmla="*/ 273794 w 364198"/>
                    <a:gd name="connsiteY403" fmla="*/ 188557 h 364198"/>
                    <a:gd name="connsiteX404" fmla="*/ 276377 w 364198"/>
                    <a:gd name="connsiteY404" fmla="*/ 188557 h 364198"/>
                    <a:gd name="connsiteX405" fmla="*/ 281543 w 364198"/>
                    <a:gd name="connsiteY405" fmla="*/ 183391 h 364198"/>
                    <a:gd name="connsiteX406" fmla="*/ 271212 w 364198"/>
                    <a:gd name="connsiteY406" fmla="*/ 173059 h 364198"/>
                    <a:gd name="connsiteX407" fmla="*/ 268629 w 364198"/>
                    <a:gd name="connsiteY407" fmla="*/ 173059 h 364198"/>
                    <a:gd name="connsiteX408" fmla="*/ 263463 w 364198"/>
                    <a:gd name="connsiteY408" fmla="*/ 167893 h 364198"/>
                    <a:gd name="connsiteX409" fmla="*/ 260880 w 364198"/>
                    <a:gd name="connsiteY409" fmla="*/ 167893 h 364198"/>
                    <a:gd name="connsiteX410" fmla="*/ 258297 w 364198"/>
                    <a:gd name="connsiteY410" fmla="*/ 165310 h 364198"/>
                    <a:gd name="connsiteX411" fmla="*/ 255714 w 364198"/>
                    <a:gd name="connsiteY411" fmla="*/ 165310 h 364198"/>
                    <a:gd name="connsiteX412" fmla="*/ 250548 w 364198"/>
                    <a:gd name="connsiteY412" fmla="*/ 160144 h 364198"/>
                    <a:gd name="connsiteX413" fmla="*/ 247965 w 364198"/>
                    <a:gd name="connsiteY413" fmla="*/ 160144 h 364198"/>
                    <a:gd name="connsiteX414" fmla="*/ 242799 w 364198"/>
                    <a:gd name="connsiteY414" fmla="*/ 154978 h 364198"/>
                    <a:gd name="connsiteX415" fmla="*/ 240216 w 364198"/>
                    <a:gd name="connsiteY415" fmla="*/ 154978 h 364198"/>
                    <a:gd name="connsiteX416" fmla="*/ 237633 w 364198"/>
                    <a:gd name="connsiteY416" fmla="*/ 152395 h 364198"/>
                    <a:gd name="connsiteX417" fmla="*/ 237633 w 364198"/>
                    <a:gd name="connsiteY417" fmla="*/ 149812 h 364198"/>
                    <a:gd name="connsiteX418" fmla="*/ 235050 w 364198"/>
                    <a:gd name="connsiteY418" fmla="*/ 147229 h 364198"/>
                    <a:gd name="connsiteX419" fmla="*/ 235050 w 364198"/>
                    <a:gd name="connsiteY419" fmla="*/ 142063 h 364198"/>
                    <a:gd name="connsiteX420" fmla="*/ 242799 w 364198"/>
                    <a:gd name="connsiteY420" fmla="*/ 134314 h 364198"/>
                    <a:gd name="connsiteX421" fmla="*/ 247965 w 364198"/>
                    <a:gd name="connsiteY421" fmla="*/ 134314 h 364198"/>
                    <a:gd name="connsiteX422" fmla="*/ 250548 w 364198"/>
                    <a:gd name="connsiteY422" fmla="*/ 136897 h 364198"/>
                    <a:gd name="connsiteX423" fmla="*/ 253131 w 364198"/>
                    <a:gd name="connsiteY423" fmla="*/ 136897 h 364198"/>
                    <a:gd name="connsiteX424" fmla="*/ 258297 w 364198"/>
                    <a:gd name="connsiteY424" fmla="*/ 142063 h 364198"/>
                    <a:gd name="connsiteX425" fmla="*/ 260880 w 364198"/>
                    <a:gd name="connsiteY425" fmla="*/ 142063 h 364198"/>
                    <a:gd name="connsiteX426" fmla="*/ 266046 w 364198"/>
                    <a:gd name="connsiteY426" fmla="*/ 147229 h 364198"/>
                    <a:gd name="connsiteX427" fmla="*/ 268629 w 364198"/>
                    <a:gd name="connsiteY427" fmla="*/ 147229 h 364198"/>
                    <a:gd name="connsiteX428" fmla="*/ 273794 w 364198"/>
                    <a:gd name="connsiteY428" fmla="*/ 152395 h 364198"/>
                    <a:gd name="connsiteX429" fmla="*/ 276377 w 364198"/>
                    <a:gd name="connsiteY429" fmla="*/ 152395 h 364198"/>
                    <a:gd name="connsiteX430" fmla="*/ 281543 w 364198"/>
                    <a:gd name="connsiteY430" fmla="*/ 157561 h 364198"/>
                    <a:gd name="connsiteX431" fmla="*/ 284126 w 364198"/>
                    <a:gd name="connsiteY431" fmla="*/ 157561 h 364198"/>
                    <a:gd name="connsiteX432" fmla="*/ 286709 w 364198"/>
                    <a:gd name="connsiteY432" fmla="*/ 160144 h 364198"/>
                    <a:gd name="connsiteX433" fmla="*/ 289292 w 364198"/>
                    <a:gd name="connsiteY433" fmla="*/ 160144 h 364198"/>
                    <a:gd name="connsiteX434" fmla="*/ 294458 w 364198"/>
                    <a:gd name="connsiteY434" fmla="*/ 165310 h 364198"/>
                    <a:gd name="connsiteX435" fmla="*/ 297041 w 364198"/>
                    <a:gd name="connsiteY435" fmla="*/ 165310 h 364198"/>
                    <a:gd name="connsiteX436" fmla="*/ 302207 w 364198"/>
                    <a:gd name="connsiteY436" fmla="*/ 170476 h 364198"/>
                    <a:gd name="connsiteX437" fmla="*/ 304790 w 364198"/>
                    <a:gd name="connsiteY437" fmla="*/ 170476 h 364198"/>
                    <a:gd name="connsiteX438" fmla="*/ 312539 w 364198"/>
                    <a:gd name="connsiteY438" fmla="*/ 178225 h 364198"/>
                    <a:gd name="connsiteX439" fmla="*/ 312539 w 364198"/>
                    <a:gd name="connsiteY439" fmla="*/ 185974 h 364198"/>
                    <a:gd name="connsiteX440" fmla="*/ 309956 w 364198"/>
                    <a:gd name="connsiteY440" fmla="*/ 188557 h 364198"/>
                    <a:gd name="connsiteX441" fmla="*/ 309956 w 364198"/>
                    <a:gd name="connsiteY441" fmla="*/ 191140 h 364198"/>
                    <a:gd name="connsiteX442" fmla="*/ 307373 w 364198"/>
                    <a:gd name="connsiteY442" fmla="*/ 191140 h 364198"/>
                    <a:gd name="connsiteX443" fmla="*/ 302207 w 364198"/>
                    <a:gd name="connsiteY443" fmla="*/ 196305 h 364198"/>
                    <a:gd name="connsiteX444" fmla="*/ 299624 w 364198"/>
                    <a:gd name="connsiteY444" fmla="*/ 196305 h 364198"/>
                    <a:gd name="connsiteX445" fmla="*/ 294458 w 364198"/>
                    <a:gd name="connsiteY445" fmla="*/ 201471 h 364198"/>
                    <a:gd name="connsiteX446" fmla="*/ 291875 w 364198"/>
                    <a:gd name="connsiteY446" fmla="*/ 201471 h 364198"/>
                    <a:gd name="connsiteX447" fmla="*/ 286709 w 364198"/>
                    <a:gd name="connsiteY447" fmla="*/ 206637 h 364198"/>
                    <a:gd name="connsiteX448" fmla="*/ 284126 w 364198"/>
                    <a:gd name="connsiteY448" fmla="*/ 206637 h 364198"/>
                    <a:gd name="connsiteX449" fmla="*/ 281543 w 364198"/>
                    <a:gd name="connsiteY449" fmla="*/ 209220 h 364198"/>
                    <a:gd name="connsiteX450" fmla="*/ 278960 w 364198"/>
                    <a:gd name="connsiteY450" fmla="*/ 209220 h 364198"/>
                    <a:gd name="connsiteX451" fmla="*/ 273794 w 364198"/>
                    <a:gd name="connsiteY451" fmla="*/ 214386 h 364198"/>
                    <a:gd name="connsiteX452" fmla="*/ 271212 w 364198"/>
                    <a:gd name="connsiteY452" fmla="*/ 214386 h 364198"/>
                    <a:gd name="connsiteX453" fmla="*/ 266046 w 364198"/>
                    <a:gd name="connsiteY453" fmla="*/ 219552 h 364198"/>
                    <a:gd name="connsiteX454" fmla="*/ 263463 w 364198"/>
                    <a:gd name="connsiteY454" fmla="*/ 219552 h 364198"/>
                    <a:gd name="connsiteX455" fmla="*/ 258297 w 364198"/>
                    <a:gd name="connsiteY455" fmla="*/ 224718 h 364198"/>
                    <a:gd name="connsiteX456" fmla="*/ 255714 w 364198"/>
                    <a:gd name="connsiteY456" fmla="*/ 224718 h 364198"/>
                    <a:gd name="connsiteX457" fmla="*/ 247965 w 364198"/>
                    <a:gd name="connsiteY457" fmla="*/ 232467 h 364198"/>
                    <a:gd name="connsiteX458" fmla="*/ 302207 w 364198"/>
                    <a:gd name="connsiteY458" fmla="*/ 286709 h 364198"/>
                    <a:gd name="connsiteX459" fmla="*/ 304790 w 364198"/>
                    <a:gd name="connsiteY459" fmla="*/ 286709 h 364198"/>
                    <a:gd name="connsiteX460" fmla="*/ 315122 w 364198"/>
                    <a:gd name="connsiteY460" fmla="*/ 276377 h 364198"/>
                    <a:gd name="connsiteX461" fmla="*/ 315122 w 364198"/>
                    <a:gd name="connsiteY461" fmla="*/ 273794 h 364198"/>
                    <a:gd name="connsiteX462" fmla="*/ 320288 w 364198"/>
                    <a:gd name="connsiteY462" fmla="*/ 268629 h 364198"/>
                    <a:gd name="connsiteX463" fmla="*/ 320288 w 364198"/>
                    <a:gd name="connsiteY463" fmla="*/ 266046 h 364198"/>
                    <a:gd name="connsiteX464" fmla="*/ 325454 w 364198"/>
                    <a:gd name="connsiteY464" fmla="*/ 260880 h 364198"/>
                    <a:gd name="connsiteX465" fmla="*/ 325454 w 364198"/>
                    <a:gd name="connsiteY465" fmla="*/ 258297 h 364198"/>
                    <a:gd name="connsiteX466" fmla="*/ 328037 w 364198"/>
                    <a:gd name="connsiteY466" fmla="*/ 255714 h 364198"/>
                    <a:gd name="connsiteX467" fmla="*/ 328037 w 364198"/>
                    <a:gd name="connsiteY467" fmla="*/ 253131 h 364198"/>
                    <a:gd name="connsiteX468" fmla="*/ 330620 w 364198"/>
                    <a:gd name="connsiteY468" fmla="*/ 250548 h 364198"/>
                    <a:gd name="connsiteX469" fmla="*/ 330620 w 364198"/>
                    <a:gd name="connsiteY469" fmla="*/ 247965 h 364198"/>
                    <a:gd name="connsiteX470" fmla="*/ 333203 w 364198"/>
                    <a:gd name="connsiteY470" fmla="*/ 245382 h 364198"/>
                    <a:gd name="connsiteX471" fmla="*/ 333203 w 364198"/>
                    <a:gd name="connsiteY471" fmla="*/ 240216 h 364198"/>
                    <a:gd name="connsiteX472" fmla="*/ 335786 w 364198"/>
                    <a:gd name="connsiteY472" fmla="*/ 237633 h 364198"/>
                    <a:gd name="connsiteX473" fmla="*/ 335786 w 364198"/>
                    <a:gd name="connsiteY473" fmla="*/ 232467 h 364198"/>
                    <a:gd name="connsiteX474" fmla="*/ 338369 w 364198"/>
                    <a:gd name="connsiteY474" fmla="*/ 229884 h 364198"/>
                    <a:gd name="connsiteX475" fmla="*/ 338369 w 364198"/>
                    <a:gd name="connsiteY475" fmla="*/ 224718 h 364198"/>
                    <a:gd name="connsiteX476" fmla="*/ 340952 w 364198"/>
                    <a:gd name="connsiteY476" fmla="*/ 222135 h 364198"/>
                    <a:gd name="connsiteX477" fmla="*/ 340952 w 364198"/>
                    <a:gd name="connsiteY477" fmla="*/ 211803 h 364198"/>
                    <a:gd name="connsiteX478" fmla="*/ 343535 w 364198"/>
                    <a:gd name="connsiteY478" fmla="*/ 209220 h 364198"/>
                    <a:gd name="connsiteX479" fmla="*/ 343535 w 364198"/>
                    <a:gd name="connsiteY479" fmla="*/ 157561 h 364198"/>
                    <a:gd name="connsiteX480" fmla="*/ 340952 w 364198"/>
                    <a:gd name="connsiteY480" fmla="*/ 154978 h 364198"/>
                    <a:gd name="connsiteX481" fmla="*/ 340952 w 364198"/>
                    <a:gd name="connsiteY481" fmla="*/ 144646 h 364198"/>
                    <a:gd name="connsiteX482" fmla="*/ 338369 w 364198"/>
                    <a:gd name="connsiteY482" fmla="*/ 142063 h 364198"/>
                    <a:gd name="connsiteX483" fmla="*/ 338369 w 364198"/>
                    <a:gd name="connsiteY483" fmla="*/ 134314 h 364198"/>
                    <a:gd name="connsiteX484" fmla="*/ 335786 w 364198"/>
                    <a:gd name="connsiteY484" fmla="*/ 131731 h 364198"/>
                    <a:gd name="connsiteX485" fmla="*/ 335786 w 364198"/>
                    <a:gd name="connsiteY485" fmla="*/ 126565 h 364198"/>
                    <a:gd name="connsiteX486" fmla="*/ 333203 w 364198"/>
                    <a:gd name="connsiteY486" fmla="*/ 123982 h 364198"/>
                    <a:gd name="connsiteX487" fmla="*/ 333203 w 364198"/>
                    <a:gd name="connsiteY487" fmla="*/ 121399 h 364198"/>
                    <a:gd name="connsiteX488" fmla="*/ 330620 w 364198"/>
                    <a:gd name="connsiteY488" fmla="*/ 118816 h 364198"/>
                    <a:gd name="connsiteX489" fmla="*/ 330620 w 364198"/>
                    <a:gd name="connsiteY489" fmla="*/ 116234 h 364198"/>
                    <a:gd name="connsiteX490" fmla="*/ 328037 w 364198"/>
                    <a:gd name="connsiteY490" fmla="*/ 113651 h 364198"/>
                    <a:gd name="connsiteX491" fmla="*/ 328037 w 364198"/>
                    <a:gd name="connsiteY491" fmla="*/ 111068 h 364198"/>
                    <a:gd name="connsiteX492" fmla="*/ 325454 w 364198"/>
                    <a:gd name="connsiteY492" fmla="*/ 108485 h 364198"/>
                    <a:gd name="connsiteX493" fmla="*/ 325454 w 364198"/>
                    <a:gd name="connsiteY493" fmla="*/ 105902 h 364198"/>
                    <a:gd name="connsiteX494" fmla="*/ 322871 w 364198"/>
                    <a:gd name="connsiteY494" fmla="*/ 103319 h 364198"/>
                    <a:gd name="connsiteX495" fmla="*/ 322871 w 364198"/>
                    <a:gd name="connsiteY495" fmla="*/ 100736 h 364198"/>
                    <a:gd name="connsiteX496" fmla="*/ 320288 w 364198"/>
                    <a:gd name="connsiteY496" fmla="*/ 98153 h 364198"/>
                    <a:gd name="connsiteX497" fmla="*/ 320288 w 364198"/>
                    <a:gd name="connsiteY497" fmla="*/ 95570 h 364198"/>
                    <a:gd name="connsiteX498" fmla="*/ 312539 w 364198"/>
                    <a:gd name="connsiteY498" fmla="*/ 87821 h 364198"/>
                    <a:gd name="connsiteX499" fmla="*/ 312539 w 364198"/>
                    <a:gd name="connsiteY499" fmla="*/ 85238 h 364198"/>
                    <a:gd name="connsiteX500" fmla="*/ 299624 w 364198"/>
                    <a:gd name="connsiteY500" fmla="*/ 72323 h 364198"/>
                    <a:gd name="connsiteX501" fmla="*/ 299624 w 364198"/>
                    <a:gd name="connsiteY501" fmla="*/ 69740 h 364198"/>
                    <a:gd name="connsiteX502" fmla="*/ 294458 w 364198"/>
                    <a:gd name="connsiteY502" fmla="*/ 64574 h 364198"/>
                    <a:gd name="connsiteX503" fmla="*/ 291875 w 364198"/>
                    <a:gd name="connsiteY503" fmla="*/ 64574 h 364198"/>
                    <a:gd name="connsiteX504" fmla="*/ 278960 w 364198"/>
                    <a:gd name="connsiteY504" fmla="*/ 51659 h 364198"/>
                    <a:gd name="connsiteX505" fmla="*/ 276377 w 364198"/>
                    <a:gd name="connsiteY505" fmla="*/ 51659 h 364198"/>
                    <a:gd name="connsiteX506" fmla="*/ 271212 w 364198"/>
                    <a:gd name="connsiteY506" fmla="*/ 46493 h 364198"/>
                    <a:gd name="connsiteX507" fmla="*/ 268629 w 364198"/>
                    <a:gd name="connsiteY507" fmla="*/ 46493 h 364198"/>
                    <a:gd name="connsiteX508" fmla="*/ 263463 w 364198"/>
                    <a:gd name="connsiteY508" fmla="*/ 41327 h 364198"/>
                    <a:gd name="connsiteX509" fmla="*/ 260880 w 364198"/>
                    <a:gd name="connsiteY509" fmla="*/ 41327 h 364198"/>
                    <a:gd name="connsiteX510" fmla="*/ 258297 w 364198"/>
                    <a:gd name="connsiteY510" fmla="*/ 38745 h 364198"/>
                    <a:gd name="connsiteX511" fmla="*/ 255714 w 364198"/>
                    <a:gd name="connsiteY511" fmla="*/ 38745 h 364198"/>
                    <a:gd name="connsiteX512" fmla="*/ 253131 w 364198"/>
                    <a:gd name="connsiteY512" fmla="*/ 36162 h 364198"/>
                    <a:gd name="connsiteX513" fmla="*/ 250548 w 364198"/>
                    <a:gd name="connsiteY513" fmla="*/ 36162 h 364198"/>
                    <a:gd name="connsiteX514" fmla="*/ 247965 w 364198"/>
                    <a:gd name="connsiteY514" fmla="*/ 33579 h 364198"/>
                    <a:gd name="connsiteX515" fmla="*/ 242799 w 364198"/>
                    <a:gd name="connsiteY515" fmla="*/ 33579 h 364198"/>
                    <a:gd name="connsiteX516" fmla="*/ 240216 w 364198"/>
                    <a:gd name="connsiteY516" fmla="*/ 30996 h 364198"/>
                    <a:gd name="connsiteX517" fmla="*/ 237633 w 364198"/>
                    <a:gd name="connsiteY517" fmla="*/ 30996 h 364198"/>
                    <a:gd name="connsiteX518" fmla="*/ 235050 w 364198"/>
                    <a:gd name="connsiteY518" fmla="*/ 28413 h 364198"/>
                    <a:gd name="connsiteX519" fmla="*/ 229884 w 364198"/>
                    <a:gd name="connsiteY519" fmla="*/ 28413 h 364198"/>
                    <a:gd name="connsiteX520" fmla="*/ 227301 w 364198"/>
                    <a:gd name="connsiteY520" fmla="*/ 25830 h 364198"/>
                    <a:gd name="connsiteX521" fmla="*/ 219552 w 364198"/>
                    <a:gd name="connsiteY521" fmla="*/ 25830 h 364198"/>
                    <a:gd name="connsiteX522" fmla="*/ 216969 w 364198"/>
                    <a:gd name="connsiteY522" fmla="*/ 23247 h 364198"/>
                    <a:gd name="connsiteX523" fmla="*/ 204054 w 364198"/>
                    <a:gd name="connsiteY523" fmla="*/ 23247 h 364198"/>
                    <a:gd name="connsiteX524" fmla="*/ 201471 w 364198"/>
                    <a:gd name="connsiteY524" fmla="*/ 20664 h 364198"/>
                    <a:gd name="connsiteX525" fmla="*/ 165310 w 364198"/>
                    <a:gd name="connsiteY525" fmla="*/ 20664 h 364198"/>
                    <a:gd name="connsiteX526" fmla="*/ 162727 w 364198"/>
                    <a:gd name="connsiteY526" fmla="*/ 23247 h 364198"/>
                    <a:gd name="connsiteX527" fmla="*/ 149812 w 364198"/>
                    <a:gd name="connsiteY527" fmla="*/ 23247 h 364198"/>
                    <a:gd name="connsiteX528" fmla="*/ 147229 w 364198"/>
                    <a:gd name="connsiteY528" fmla="*/ 25830 h 364198"/>
                    <a:gd name="connsiteX529" fmla="*/ 139480 w 364198"/>
                    <a:gd name="connsiteY529" fmla="*/ 25830 h 364198"/>
                    <a:gd name="connsiteX530" fmla="*/ 136897 w 364198"/>
                    <a:gd name="connsiteY530" fmla="*/ 28413 h 364198"/>
                    <a:gd name="connsiteX531" fmla="*/ 131731 w 364198"/>
                    <a:gd name="connsiteY531" fmla="*/ 28413 h 364198"/>
                    <a:gd name="connsiteX532" fmla="*/ 129148 w 364198"/>
                    <a:gd name="connsiteY532" fmla="*/ 30996 h 364198"/>
                    <a:gd name="connsiteX533" fmla="*/ 123982 w 364198"/>
                    <a:gd name="connsiteY533" fmla="*/ 30996 h 364198"/>
                    <a:gd name="connsiteX534" fmla="*/ 121399 w 364198"/>
                    <a:gd name="connsiteY534" fmla="*/ 33579 h 364198"/>
                    <a:gd name="connsiteX535" fmla="*/ 118816 w 364198"/>
                    <a:gd name="connsiteY535" fmla="*/ 33579 h 364198"/>
                    <a:gd name="connsiteX536" fmla="*/ 116234 w 364198"/>
                    <a:gd name="connsiteY536" fmla="*/ 36162 h 364198"/>
                    <a:gd name="connsiteX537" fmla="*/ 113651 w 364198"/>
                    <a:gd name="connsiteY537" fmla="*/ 36162 h 364198"/>
                    <a:gd name="connsiteX538" fmla="*/ 111068 w 364198"/>
                    <a:gd name="connsiteY538" fmla="*/ 38745 h 364198"/>
                    <a:gd name="connsiteX539" fmla="*/ 108485 w 364198"/>
                    <a:gd name="connsiteY539" fmla="*/ 38745 h 364198"/>
                    <a:gd name="connsiteX540" fmla="*/ 105902 w 364198"/>
                    <a:gd name="connsiteY540" fmla="*/ 41327 h 364198"/>
                    <a:gd name="connsiteX541" fmla="*/ 103319 w 364198"/>
                    <a:gd name="connsiteY541" fmla="*/ 41327 h 364198"/>
                    <a:gd name="connsiteX542" fmla="*/ 100736 w 364198"/>
                    <a:gd name="connsiteY542" fmla="*/ 43910 h 364198"/>
                    <a:gd name="connsiteX543" fmla="*/ 98153 w 364198"/>
                    <a:gd name="connsiteY543" fmla="*/ 43910 h 364198"/>
                    <a:gd name="connsiteX544" fmla="*/ 92987 w 364198"/>
                    <a:gd name="connsiteY544" fmla="*/ 49076 h 36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  <a:cxn ang="0">
                      <a:pos x="connsiteX402" y="connsiteY402"/>
                    </a:cxn>
                    <a:cxn ang="0">
                      <a:pos x="connsiteX403" y="connsiteY403"/>
                    </a:cxn>
                    <a:cxn ang="0">
                      <a:pos x="connsiteX404" y="connsiteY404"/>
                    </a:cxn>
                    <a:cxn ang="0">
                      <a:pos x="connsiteX405" y="connsiteY405"/>
                    </a:cxn>
                    <a:cxn ang="0">
                      <a:pos x="connsiteX406" y="connsiteY406"/>
                    </a:cxn>
                    <a:cxn ang="0">
                      <a:pos x="connsiteX407" y="connsiteY407"/>
                    </a:cxn>
                    <a:cxn ang="0">
                      <a:pos x="connsiteX408" y="connsiteY408"/>
                    </a:cxn>
                    <a:cxn ang="0">
                      <a:pos x="connsiteX409" y="connsiteY409"/>
                    </a:cxn>
                    <a:cxn ang="0">
                      <a:pos x="connsiteX410" y="connsiteY410"/>
                    </a:cxn>
                    <a:cxn ang="0">
                      <a:pos x="connsiteX411" y="connsiteY411"/>
                    </a:cxn>
                    <a:cxn ang="0">
                      <a:pos x="connsiteX412" y="connsiteY412"/>
                    </a:cxn>
                    <a:cxn ang="0">
                      <a:pos x="connsiteX413" y="connsiteY413"/>
                    </a:cxn>
                    <a:cxn ang="0">
                      <a:pos x="connsiteX414" y="connsiteY414"/>
                    </a:cxn>
                    <a:cxn ang="0">
                      <a:pos x="connsiteX415" y="connsiteY415"/>
                    </a:cxn>
                    <a:cxn ang="0">
                      <a:pos x="connsiteX416" y="connsiteY416"/>
                    </a:cxn>
                    <a:cxn ang="0">
                      <a:pos x="connsiteX417" y="connsiteY417"/>
                    </a:cxn>
                    <a:cxn ang="0">
                      <a:pos x="connsiteX418" y="connsiteY418"/>
                    </a:cxn>
                    <a:cxn ang="0">
                      <a:pos x="connsiteX419" y="connsiteY419"/>
                    </a:cxn>
                    <a:cxn ang="0">
                      <a:pos x="connsiteX420" y="connsiteY420"/>
                    </a:cxn>
                    <a:cxn ang="0">
                      <a:pos x="connsiteX421" y="connsiteY421"/>
                    </a:cxn>
                    <a:cxn ang="0">
                      <a:pos x="connsiteX422" y="connsiteY422"/>
                    </a:cxn>
                    <a:cxn ang="0">
                      <a:pos x="connsiteX423" y="connsiteY423"/>
                    </a:cxn>
                    <a:cxn ang="0">
                      <a:pos x="connsiteX424" y="connsiteY424"/>
                    </a:cxn>
                    <a:cxn ang="0">
                      <a:pos x="connsiteX425" y="connsiteY425"/>
                    </a:cxn>
                    <a:cxn ang="0">
                      <a:pos x="connsiteX426" y="connsiteY426"/>
                    </a:cxn>
                    <a:cxn ang="0">
                      <a:pos x="connsiteX427" y="connsiteY427"/>
                    </a:cxn>
                    <a:cxn ang="0">
                      <a:pos x="connsiteX428" y="connsiteY428"/>
                    </a:cxn>
                    <a:cxn ang="0">
                      <a:pos x="connsiteX429" y="connsiteY429"/>
                    </a:cxn>
                    <a:cxn ang="0">
                      <a:pos x="connsiteX430" y="connsiteY430"/>
                    </a:cxn>
                    <a:cxn ang="0">
                      <a:pos x="connsiteX431" y="connsiteY431"/>
                    </a:cxn>
                    <a:cxn ang="0">
                      <a:pos x="connsiteX432" y="connsiteY432"/>
                    </a:cxn>
                    <a:cxn ang="0">
                      <a:pos x="connsiteX433" y="connsiteY433"/>
                    </a:cxn>
                    <a:cxn ang="0">
                      <a:pos x="connsiteX434" y="connsiteY434"/>
                    </a:cxn>
                    <a:cxn ang="0">
                      <a:pos x="connsiteX435" y="connsiteY435"/>
                    </a:cxn>
                    <a:cxn ang="0">
                      <a:pos x="connsiteX436" y="connsiteY436"/>
                    </a:cxn>
                    <a:cxn ang="0">
                      <a:pos x="connsiteX437" y="connsiteY437"/>
                    </a:cxn>
                    <a:cxn ang="0">
                      <a:pos x="connsiteX438" y="connsiteY438"/>
                    </a:cxn>
                    <a:cxn ang="0">
                      <a:pos x="connsiteX439" y="connsiteY439"/>
                    </a:cxn>
                    <a:cxn ang="0">
                      <a:pos x="connsiteX440" y="connsiteY440"/>
                    </a:cxn>
                    <a:cxn ang="0">
                      <a:pos x="connsiteX441" y="connsiteY441"/>
                    </a:cxn>
                    <a:cxn ang="0">
                      <a:pos x="connsiteX442" y="connsiteY442"/>
                    </a:cxn>
                    <a:cxn ang="0">
                      <a:pos x="connsiteX443" y="connsiteY443"/>
                    </a:cxn>
                    <a:cxn ang="0">
                      <a:pos x="connsiteX444" y="connsiteY444"/>
                    </a:cxn>
                    <a:cxn ang="0">
                      <a:pos x="connsiteX445" y="connsiteY445"/>
                    </a:cxn>
                    <a:cxn ang="0">
                      <a:pos x="connsiteX446" y="connsiteY446"/>
                    </a:cxn>
                    <a:cxn ang="0">
                      <a:pos x="connsiteX447" y="connsiteY447"/>
                    </a:cxn>
                    <a:cxn ang="0">
                      <a:pos x="connsiteX448" y="connsiteY448"/>
                    </a:cxn>
                    <a:cxn ang="0">
                      <a:pos x="connsiteX449" y="connsiteY449"/>
                    </a:cxn>
                    <a:cxn ang="0">
                      <a:pos x="connsiteX450" y="connsiteY450"/>
                    </a:cxn>
                    <a:cxn ang="0">
                      <a:pos x="connsiteX451" y="connsiteY451"/>
                    </a:cxn>
                    <a:cxn ang="0">
                      <a:pos x="connsiteX452" y="connsiteY452"/>
                    </a:cxn>
                    <a:cxn ang="0">
                      <a:pos x="connsiteX453" y="connsiteY453"/>
                    </a:cxn>
                    <a:cxn ang="0">
                      <a:pos x="connsiteX454" y="connsiteY454"/>
                    </a:cxn>
                    <a:cxn ang="0">
                      <a:pos x="connsiteX455" y="connsiteY455"/>
                    </a:cxn>
                    <a:cxn ang="0">
                      <a:pos x="connsiteX456" y="connsiteY456"/>
                    </a:cxn>
                    <a:cxn ang="0">
                      <a:pos x="connsiteX457" y="connsiteY457"/>
                    </a:cxn>
                    <a:cxn ang="0">
                      <a:pos x="connsiteX458" y="connsiteY458"/>
                    </a:cxn>
                    <a:cxn ang="0">
                      <a:pos x="connsiteX459" y="connsiteY459"/>
                    </a:cxn>
                    <a:cxn ang="0">
                      <a:pos x="connsiteX460" y="connsiteY460"/>
                    </a:cxn>
                    <a:cxn ang="0">
                      <a:pos x="connsiteX461" y="connsiteY461"/>
                    </a:cxn>
                    <a:cxn ang="0">
                      <a:pos x="connsiteX462" y="connsiteY462"/>
                    </a:cxn>
                    <a:cxn ang="0">
                      <a:pos x="connsiteX463" y="connsiteY463"/>
                    </a:cxn>
                    <a:cxn ang="0">
                      <a:pos x="connsiteX464" y="connsiteY464"/>
                    </a:cxn>
                    <a:cxn ang="0">
                      <a:pos x="connsiteX465" y="connsiteY465"/>
                    </a:cxn>
                    <a:cxn ang="0">
                      <a:pos x="connsiteX466" y="connsiteY466"/>
                    </a:cxn>
                    <a:cxn ang="0">
                      <a:pos x="connsiteX467" y="connsiteY467"/>
                    </a:cxn>
                    <a:cxn ang="0">
                      <a:pos x="connsiteX468" y="connsiteY468"/>
                    </a:cxn>
                    <a:cxn ang="0">
                      <a:pos x="connsiteX469" y="connsiteY469"/>
                    </a:cxn>
                    <a:cxn ang="0">
                      <a:pos x="connsiteX470" y="connsiteY470"/>
                    </a:cxn>
                    <a:cxn ang="0">
                      <a:pos x="connsiteX471" y="connsiteY471"/>
                    </a:cxn>
                    <a:cxn ang="0">
                      <a:pos x="connsiteX472" y="connsiteY472"/>
                    </a:cxn>
                    <a:cxn ang="0">
                      <a:pos x="connsiteX473" y="connsiteY473"/>
                    </a:cxn>
                    <a:cxn ang="0">
                      <a:pos x="connsiteX474" y="connsiteY474"/>
                    </a:cxn>
                    <a:cxn ang="0">
                      <a:pos x="connsiteX475" y="connsiteY475"/>
                    </a:cxn>
                    <a:cxn ang="0">
                      <a:pos x="connsiteX476" y="connsiteY476"/>
                    </a:cxn>
                    <a:cxn ang="0">
                      <a:pos x="connsiteX477" y="connsiteY477"/>
                    </a:cxn>
                    <a:cxn ang="0">
                      <a:pos x="connsiteX478" y="connsiteY478"/>
                    </a:cxn>
                    <a:cxn ang="0">
                      <a:pos x="connsiteX479" y="connsiteY479"/>
                    </a:cxn>
                    <a:cxn ang="0">
                      <a:pos x="connsiteX480" y="connsiteY480"/>
                    </a:cxn>
                    <a:cxn ang="0">
                      <a:pos x="connsiteX481" y="connsiteY481"/>
                    </a:cxn>
                    <a:cxn ang="0">
                      <a:pos x="connsiteX482" y="connsiteY482"/>
                    </a:cxn>
                    <a:cxn ang="0">
                      <a:pos x="connsiteX483" y="connsiteY483"/>
                    </a:cxn>
                    <a:cxn ang="0">
                      <a:pos x="connsiteX484" y="connsiteY484"/>
                    </a:cxn>
                    <a:cxn ang="0">
                      <a:pos x="connsiteX485" y="connsiteY485"/>
                    </a:cxn>
                    <a:cxn ang="0">
                      <a:pos x="connsiteX486" y="connsiteY486"/>
                    </a:cxn>
                    <a:cxn ang="0">
                      <a:pos x="connsiteX487" y="connsiteY487"/>
                    </a:cxn>
                    <a:cxn ang="0">
                      <a:pos x="connsiteX488" y="connsiteY488"/>
                    </a:cxn>
                    <a:cxn ang="0">
                      <a:pos x="connsiteX489" y="connsiteY489"/>
                    </a:cxn>
                    <a:cxn ang="0">
                      <a:pos x="connsiteX490" y="connsiteY490"/>
                    </a:cxn>
                    <a:cxn ang="0">
                      <a:pos x="connsiteX491" y="connsiteY491"/>
                    </a:cxn>
                    <a:cxn ang="0">
                      <a:pos x="connsiteX492" y="connsiteY492"/>
                    </a:cxn>
                    <a:cxn ang="0">
                      <a:pos x="connsiteX493" y="connsiteY493"/>
                    </a:cxn>
                    <a:cxn ang="0">
                      <a:pos x="connsiteX494" y="connsiteY494"/>
                    </a:cxn>
                    <a:cxn ang="0">
                      <a:pos x="connsiteX495" y="connsiteY495"/>
                    </a:cxn>
                    <a:cxn ang="0">
                      <a:pos x="connsiteX496" y="connsiteY496"/>
                    </a:cxn>
                    <a:cxn ang="0">
                      <a:pos x="connsiteX497" y="connsiteY497"/>
                    </a:cxn>
                    <a:cxn ang="0">
                      <a:pos x="connsiteX498" y="connsiteY498"/>
                    </a:cxn>
                    <a:cxn ang="0">
                      <a:pos x="connsiteX499" y="connsiteY499"/>
                    </a:cxn>
                    <a:cxn ang="0">
                      <a:pos x="connsiteX500" y="connsiteY500"/>
                    </a:cxn>
                    <a:cxn ang="0">
                      <a:pos x="connsiteX501" y="connsiteY501"/>
                    </a:cxn>
                    <a:cxn ang="0">
                      <a:pos x="connsiteX502" y="connsiteY502"/>
                    </a:cxn>
                    <a:cxn ang="0">
                      <a:pos x="connsiteX503" y="connsiteY503"/>
                    </a:cxn>
                    <a:cxn ang="0">
                      <a:pos x="connsiteX504" y="connsiteY504"/>
                    </a:cxn>
                    <a:cxn ang="0">
                      <a:pos x="connsiteX505" y="connsiteY505"/>
                    </a:cxn>
                    <a:cxn ang="0">
                      <a:pos x="connsiteX506" y="connsiteY506"/>
                    </a:cxn>
                    <a:cxn ang="0">
                      <a:pos x="connsiteX507" y="connsiteY507"/>
                    </a:cxn>
                    <a:cxn ang="0">
                      <a:pos x="connsiteX508" y="connsiteY508"/>
                    </a:cxn>
                    <a:cxn ang="0">
                      <a:pos x="connsiteX509" y="connsiteY509"/>
                    </a:cxn>
                    <a:cxn ang="0">
                      <a:pos x="connsiteX510" y="connsiteY510"/>
                    </a:cxn>
                    <a:cxn ang="0">
                      <a:pos x="connsiteX511" y="connsiteY511"/>
                    </a:cxn>
                    <a:cxn ang="0">
                      <a:pos x="connsiteX512" y="connsiteY512"/>
                    </a:cxn>
                    <a:cxn ang="0">
                      <a:pos x="connsiteX513" y="connsiteY513"/>
                    </a:cxn>
                    <a:cxn ang="0">
                      <a:pos x="connsiteX514" y="connsiteY514"/>
                    </a:cxn>
                    <a:cxn ang="0">
                      <a:pos x="connsiteX515" y="connsiteY515"/>
                    </a:cxn>
                    <a:cxn ang="0">
                      <a:pos x="connsiteX516" y="connsiteY516"/>
                    </a:cxn>
                    <a:cxn ang="0">
                      <a:pos x="connsiteX517" y="connsiteY517"/>
                    </a:cxn>
                    <a:cxn ang="0">
                      <a:pos x="connsiteX518" y="connsiteY518"/>
                    </a:cxn>
                    <a:cxn ang="0">
                      <a:pos x="connsiteX519" y="connsiteY519"/>
                    </a:cxn>
                    <a:cxn ang="0">
                      <a:pos x="connsiteX520" y="connsiteY520"/>
                    </a:cxn>
                    <a:cxn ang="0">
                      <a:pos x="connsiteX521" y="connsiteY521"/>
                    </a:cxn>
                    <a:cxn ang="0">
                      <a:pos x="connsiteX522" y="connsiteY522"/>
                    </a:cxn>
                    <a:cxn ang="0">
                      <a:pos x="connsiteX523" y="connsiteY523"/>
                    </a:cxn>
                    <a:cxn ang="0">
                      <a:pos x="connsiteX524" y="connsiteY524"/>
                    </a:cxn>
                    <a:cxn ang="0">
                      <a:pos x="connsiteX525" y="connsiteY525"/>
                    </a:cxn>
                    <a:cxn ang="0">
                      <a:pos x="connsiteX526" y="connsiteY526"/>
                    </a:cxn>
                    <a:cxn ang="0">
                      <a:pos x="connsiteX527" y="connsiteY527"/>
                    </a:cxn>
                    <a:cxn ang="0">
                      <a:pos x="connsiteX528" y="connsiteY528"/>
                    </a:cxn>
                    <a:cxn ang="0">
                      <a:pos x="connsiteX529" y="connsiteY529"/>
                    </a:cxn>
                    <a:cxn ang="0">
                      <a:pos x="connsiteX530" y="connsiteY530"/>
                    </a:cxn>
                    <a:cxn ang="0">
                      <a:pos x="connsiteX531" y="connsiteY531"/>
                    </a:cxn>
                    <a:cxn ang="0">
                      <a:pos x="connsiteX532" y="connsiteY532"/>
                    </a:cxn>
                    <a:cxn ang="0">
                      <a:pos x="connsiteX533" y="connsiteY533"/>
                    </a:cxn>
                    <a:cxn ang="0">
                      <a:pos x="connsiteX534" y="connsiteY534"/>
                    </a:cxn>
                    <a:cxn ang="0">
                      <a:pos x="connsiteX535" y="connsiteY535"/>
                    </a:cxn>
                    <a:cxn ang="0">
                      <a:pos x="connsiteX536" y="connsiteY536"/>
                    </a:cxn>
                    <a:cxn ang="0">
                      <a:pos x="connsiteX537" y="connsiteY537"/>
                    </a:cxn>
                    <a:cxn ang="0">
                      <a:pos x="connsiteX538" y="connsiteY538"/>
                    </a:cxn>
                    <a:cxn ang="0">
                      <a:pos x="connsiteX539" y="connsiteY539"/>
                    </a:cxn>
                    <a:cxn ang="0">
                      <a:pos x="connsiteX540" y="connsiteY540"/>
                    </a:cxn>
                    <a:cxn ang="0">
                      <a:pos x="connsiteX541" y="connsiteY541"/>
                    </a:cxn>
                    <a:cxn ang="0">
                      <a:pos x="connsiteX542" y="connsiteY542"/>
                    </a:cxn>
                    <a:cxn ang="0">
                      <a:pos x="connsiteX543" y="connsiteY543"/>
                    </a:cxn>
                    <a:cxn ang="0">
                      <a:pos x="connsiteX544" y="connsiteY544"/>
                    </a:cxn>
                  </a:cxnLst>
                  <a:rect l="l" t="t" r="r" b="b"/>
                  <a:pathLst>
                    <a:path w="364198" h="364198">
                      <a:moveTo>
                        <a:pt x="162727" y="0"/>
                      </a:moveTo>
                      <a:lnTo>
                        <a:pt x="160144" y="2583"/>
                      </a:lnTo>
                      <a:lnTo>
                        <a:pt x="147229" y="2583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7749"/>
                      </a:lnTo>
                      <a:lnTo>
                        <a:pt x="129148" y="7749"/>
                      </a:lnTo>
                      <a:lnTo>
                        <a:pt x="126565" y="10332"/>
                      </a:lnTo>
                      <a:lnTo>
                        <a:pt x="121399" y="10332"/>
                      </a:lnTo>
                      <a:lnTo>
                        <a:pt x="118816" y="12915"/>
                      </a:lnTo>
                      <a:lnTo>
                        <a:pt x="113651" y="12915"/>
                      </a:lnTo>
                      <a:lnTo>
                        <a:pt x="111068" y="15498"/>
                      </a:lnTo>
                      <a:lnTo>
                        <a:pt x="108485" y="15498"/>
                      </a:lnTo>
                      <a:lnTo>
                        <a:pt x="105902" y="18081"/>
                      </a:lnTo>
                      <a:lnTo>
                        <a:pt x="103319" y="18081"/>
                      </a:lnTo>
                      <a:lnTo>
                        <a:pt x="100736" y="20664"/>
                      </a:lnTo>
                      <a:lnTo>
                        <a:pt x="98153" y="20664"/>
                      </a:lnTo>
                      <a:lnTo>
                        <a:pt x="95570" y="23247"/>
                      </a:lnTo>
                      <a:lnTo>
                        <a:pt x="92987" y="23247"/>
                      </a:lnTo>
                      <a:lnTo>
                        <a:pt x="90404" y="25830"/>
                      </a:lnTo>
                      <a:lnTo>
                        <a:pt x="87821" y="25830"/>
                      </a:lnTo>
                      <a:lnTo>
                        <a:pt x="82655" y="30996"/>
                      </a:lnTo>
                      <a:lnTo>
                        <a:pt x="80072" y="30996"/>
                      </a:lnTo>
                      <a:lnTo>
                        <a:pt x="74906" y="36162"/>
                      </a:lnTo>
                      <a:lnTo>
                        <a:pt x="72323" y="36162"/>
                      </a:lnTo>
                      <a:lnTo>
                        <a:pt x="56825" y="51659"/>
                      </a:lnTo>
                      <a:lnTo>
                        <a:pt x="54242" y="51659"/>
                      </a:lnTo>
                      <a:lnTo>
                        <a:pt x="51659" y="54242"/>
                      </a:lnTo>
                      <a:lnTo>
                        <a:pt x="51659" y="56825"/>
                      </a:lnTo>
                      <a:lnTo>
                        <a:pt x="38745" y="69740"/>
                      </a:lnTo>
                      <a:lnTo>
                        <a:pt x="38745" y="72323"/>
                      </a:lnTo>
                      <a:lnTo>
                        <a:pt x="30996" y="80072"/>
                      </a:lnTo>
                      <a:lnTo>
                        <a:pt x="30996" y="82655"/>
                      </a:lnTo>
                      <a:lnTo>
                        <a:pt x="25830" y="87821"/>
                      </a:lnTo>
                      <a:lnTo>
                        <a:pt x="25830" y="90404"/>
                      </a:lnTo>
                      <a:lnTo>
                        <a:pt x="23247" y="92987"/>
                      </a:lnTo>
                      <a:lnTo>
                        <a:pt x="23247" y="95570"/>
                      </a:lnTo>
                      <a:lnTo>
                        <a:pt x="20664" y="98153"/>
                      </a:lnTo>
                      <a:lnTo>
                        <a:pt x="20664" y="100736"/>
                      </a:lnTo>
                      <a:lnTo>
                        <a:pt x="18081" y="103319"/>
                      </a:lnTo>
                      <a:lnTo>
                        <a:pt x="18081" y="105902"/>
                      </a:lnTo>
                      <a:lnTo>
                        <a:pt x="15498" y="108485"/>
                      </a:lnTo>
                      <a:lnTo>
                        <a:pt x="15498" y="111068"/>
                      </a:lnTo>
                      <a:lnTo>
                        <a:pt x="12915" y="113651"/>
                      </a:lnTo>
                      <a:lnTo>
                        <a:pt x="12915" y="118816"/>
                      </a:lnTo>
                      <a:lnTo>
                        <a:pt x="10332" y="121399"/>
                      </a:lnTo>
                      <a:lnTo>
                        <a:pt x="10332" y="126565"/>
                      </a:lnTo>
                      <a:lnTo>
                        <a:pt x="7749" y="129148"/>
                      </a:lnTo>
                      <a:lnTo>
                        <a:pt x="7749" y="134314"/>
                      </a:lnTo>
                      <a:lnTo>
                        <a:pt x="5166" y="136897"/>
                      </a:lnTo>
                      <a:lnTo>
                        <a:pt x="5166" y="144646"/>
                      </a:lnTo>
                      <a:lnTo>
                        <a:pt x="2583" y="147229"/>
                      </a:lnTo>
                      <a:lnTo>
                        <a:pt x="2583" y="162727"/>
                      </a:lnTo>
                      <a:lnTo>
                        <a:pt x="0" y="165310"/>
                      </a:lnTo>
                      <a:lnTo>
                        <a:pt x="0" y="198888"/>
                      </a:lnTo>
                      <a:lnTo>
                        <a:pt x="2583" y="201471"/>
                      </a:lnTo>
                      <a:lnTo>
                        <a:pt x="2583" y="216969"/>
                      </a:lnTo>
                      <a:lnTo>
                        <a:pt x="5166" y="219552"/>
                      </a:lnTo>
                      <a:lnTo>
                        <a:pt x="5166" y="227301"/>
                      </a:lnTo>
                      <a:lnTo>
                        <a:pt x="7749" y="229884"/>
                      </a:lnTo>
                      <a:lnTo>
                        <a:pt x="7749" y="237633"/>
                      </a:lnTo>
                      <a:lnTo>
                        <a:pt x="10332" y="240216"/>
                      </a:lnTo>
                      <a:lnTo>
                        <a:pt x="10332" y="245382"/>
                      </a:lnTo>
                      <a:lnTo>
                        <a:pt x="12915" y="247965"/>
                      </a:lnTo>
                      <a:lnTo>
                        <a:pt x="12915" y="250548"/>
                      </a:lnTo>
                      <a:lnTo>
                        <a:pt x="15498" y="253131"/>
                      </a:lnTo>
                      <a:lnTo>
                        <a:pt x="15498" y="255714"/>
                      </a:lnTo>
                      <a:lnTo>
                        <a:pt x="18081" y="258297"/>
                      </a:lnTo>
                      <a:lnTo>
                        <a:pt x="18081" y="263463"/>
                      </a:lnTo>
                      <a:lnTo>
                        <a:pt x="23247" y="268629"/>
                      </a:lnTo>
                      <a:lnTo>
                        <a:pt x="23247" y="271212"/>
                      </a:lnTo>
                      <a:lnTo>
                        <a:pt x="25830" y="273794"/>
                      </a:lnTo>
                      <a:lnTo>
                        <a:pt x="25830" y="276377"/>
                      </a:lnTo>
                      <a:lnTo>
                        <a:pt x="28413" y="278960"/>
                      </a:lnTo>
                      <a:lnTo>
                        <a:pt x="28413" y="281543"/>
                      </a:lnTo>
                      <a:lnTo>
                        <a:pt x="36162" y="289292"/>
                      </a:lnTo>
                      <a:lnTo>
                        <a:pt x="36162" y="291875"/>
                      </a:lnTo>
                      <a:lnTo>
                        <a:pt x="43910" y="299624"/>
                      </a:lnTo>
                      <a:lnTo>
                        <a:pt x="43910" y="302207"/>
                      </a:lnTo>
                      <a:lnTo>
                        <a:pt x="61991" y="320288"/>
                      </a:lnTo>
                      <a:lnTo>
                        <a:pt x="64574" y="320288"/>
                      </a:lnTo>
                      <a:lnTo>
                        <a:pt x="74906" y="330620"/>
                      </a:lnTo>
                      <a:lnTo>
                        <a:pt x="77489" y="330620"/>
                      </a:lnTo>
                      <a:lnTo>
                        <a:pt x="82655" y="335786"/>
                      </a:lnTo>
                      <a:lnTo>
                        <a:pt x="85238" y="335786"/>
                      </a:lnTo>
                      <a:lnTo>
                        <a:pt x="90404" y="340952"/>
                      </a:lnTo>
                      <a:lnTo>
                        <a:pt x="92987" y="340952"/>
                      </a:lnTo>
                      <a:lnTo>
                        <a:pt x="95570" y="343535"/>
                      </a:lnTo>
                      <a:lnTo>
                        <a:pt x="98153" y="343535"/>
                      </a:lnTo>
                      <a:lnTo>
                        <a:pt x="100736" y="346118"/>
                      </a:lnTo>
                      <a:lnTo>
                        <a:pt x="103319" y="346118"/>
                      </a:lnTo>
                      <a:lnTo>
                        <a:pt x="105902" y="348701"/>
                      </a:lnTo>
                      <a:lnTo>
                        <a:pt x="108485" y="348701"/>
                      </a:lnTo>
                      <a:lnTo>
                        <a:pt x="111068" y="351284"/>
                      </a:lnTo>
                      <a:lnTo>
                        <a:pt x="116234" y="351284"/>
                      </a:lnTo>
                      <a:lnTo>
                        <a:pt x="118816" y="353866"/>
                      </a:lnTo>
                      <a:lnTo>
                        <a:pt x="121399" y="353866"/>
                      </a:lnTo>
                      <a:lnTo>
                        <a:pt x="123982" y="356449"/>
                      </a:lnTo>
                      <a:lnTo>
                        <a:pt x="131731" y="356449"/>
                      </a:lnTo>
                      <a:lnTo>
                        <a:pt x="134314" y="359032"/>
                      </a:lnTo>
                      <a:lnTo>
                        <a:pt x="139480" y="359032"/>
                      </a:lnTo>
                      <a:lnTo>
                        <a:pt x="142063" y="361615"/>
                      </a:lnTo>
                      <a:lnTo>
                        <a:pt x="154978" y="361615"/>
                      </a:lnTo>
                      <a:lnTo>
                        <a:pt x="157561" y="364198"/>
                      </a:lnTo>
                      <a:lnTo>
                        <a:pt x="209220" y="364198"/>
                      </a:lnTo>
                      <a:lnTo>
                        <a:pt x="211803" y="361615"/>
                      </a:lnTo>
                      <a:lnTo>
                        <a:pt x="222135" y="361615"/>
                      </a:lnTo>
                      <a:lnTo>
                        <a:pt x="224718" y="359032"/>
                      </a:lnTo>
                      <a:lnTo>
                        <a:pt x="232467" y="359032"/>
                      </a:lnTo>
                      <a:lnTo>
                        <a:pt x="235050" y="356449"/>
                      </a:lnTo>
                      <a:lnTo>
                        <a:pt x="240216" y="356449"/>
                      </a:lnTo>
                      <a:lnTo>
                        <a:pt x="242799" y="353866"/>
                      </a:lnTo>
                      <a:lnTo>
                        <a:pt x="247965" y="353866"/>
                      </a:lnTo>
                      <a:lnTo>
                        <a:pt x="250548" y="351284"/>
                      </a:lnTo>
                      <a:lnTo>
                        <a:pt x="253131" y="351284"/>
                      </a:lnTo>
                      <a:lnTo>
                        <a:pt x="255714" y="348701"/>
                      </a:lnTo>
                      <a:lnTo>
                        <a:pt x="258297" y="348701"/>
                      </a:lnTo>
                      <a:lnTo>
                        <a:pt x="260880" y="346118"/>
                      </a:lnTo>
                      <a:lnTo>
                        <a:pt x="263463" y="346118"/>
                      </a:lnTo>
                      <a:lnTo>
                        <a:pt x="266046" y="343535"/>
                      </a:lnTo>
                      <a:lnTo>
                        <a:pt x="268629" y="343535"/>
                      </a:lnTo>
                      <a:lnTo>
                        <a:pt x="271212" y="340952"/>
                      </a:lnTo>
                      <a:lnTo>
                        <a:pt x="273794" y="340952"/>
                      </a:lnTo>
                      <a:lnTo>
                        <a:pt x="276377" y="338369"/>
                      </a:lnTo>
                      <a:lnTo>
                        <a:pt x="278960" y="338369"/>
                      </a:lnTo>
                      <a:lnTo>
                        <a:pt x="284126" y="333203"/>
                      </a:lnTo>
                      <a:lnTo>
                        <a:pt x="286709" y="333203"/>
                      </a:lnTo>
                      <a:lnTo>
                        <a:pt x="294458" y="325454"/>
                      </a:lnTo>
                      <a:lnTo>
                        <a:pt x="297041" y="325454"/>
                      </a:lnTo>
                      <a:lnTo>
                        <a:pt x="307373" y="315122"/>
                      </a:lnTo>
                      <a:lnTo>
                        <a:pt x="309956" y="315122"/>
                      </a:lnTo>
                      <a:lnTo>
                        <a:pt x="315122" y="309956"/>
                      </a:lnTo>
                      <a:lnTo>
                        <a:pt x="315122" y="307373"/>
                      </a:lnTo>
                      <a:lnTo>
                        <a:pt x="328037" y="294458"/>
                      </a:lnTo>
                      <a:lnTo>
                        <a:pt x="328037" y="291875"/>
                      </a:lnTo>
                      <a:lnTo>
                        <a:pt x="333203" y="286709"/>
                      </a:lnTo>
                      <a:lnTo>
                        <a:pt x="333203" y="284126"/>
                      </a:lnTo>
                      <a:lnTo>
                        <a:pt x="338369" y="278960"/>
                      </a:lnTo>
                      <a:lnTo>
                        <a:pt x="338369" y="276377"/>
                      </a:lnTo>
                      <a:lnTo>
                        <a:pt x="340952" y="273794"/>
                      </a:lnTo>
                      <a:lnTo>
                        <a:pt x="340952" y="271212"/>
                      </a:lnTo>
                      <a:lnTo>
                        <a:pt x="346118" y="266046"/>
                      </a:lnTo>
                      <a:lnTo>
                        <a:pt x="346118" y="263463"/>
                      </a:lnTo>
                      <a:lnTo>
                        <a:pt x="348701" y="260880"/>
                      </a:lnTo>
                      <a:lnTo>
                        <a:pt x="348701" y="255714"/>
                      </a:lnTo>
                      <a:lnTo>
                        <a:pt x="351284" y="253131"/>
                      </a:lnTo>
                      <a:lnTo>
                        <a:pt x="351284" y="250548"/>
                      </a:lnTo>
                      <a:lnTo>
                        <a:pt x="353866" y="247965"/>
                      </a:lnTo>
                      <a:lnTo>
                        <a:pt x="353866" y="242799"/>
                      </a:lnTo>
                      <a:lnTo>
                        <a:pt x="356449" y="240216"/>
                      </a:lnTo>
                      <a:lnTo>
                        <a:pt x="356449" y="235050"/>
                      </a:lnTo>
                      <a:lnTo>
                        <a:pt x="359032" y="232467"/>
                      </a:lnTo>
                      <a:lnTo>
                        <a:pt x="359032" y="224718"/>
                      </a:lnTo>
                      <a:lnTo>
                        <a:pt x="361615" y="222135"/>
                      </a:lnTo>
                      <a:lnTo>
                        <a:pt x="361615" y="211803"/>
                      </a:lnTo>
                      <a:lnTo>
                        <a:pt x="364198" y="209220"/>
                      </a:lnTo>
                      <a:lnTo>
                        <a:pt x="364198" y="154978"/>
                      </a:lnTo>
                      <a:lnTo>
                        <a:pt x="361615" y="152395"/>
                      </a:lnTo>
                      <a:lnTo>
                        <a:pt x="361615" y="142063"/>
                      </a:lnTo>
                      <a:lnTo>
                        <a:pt x="359032" y="139480"/>
                      </a:lnTo>
                      <a:lnTo>
                        <a:pt x="359032" y="131731"/>
                      </a:lnTo>
                      <a:lnTo>
                        <a:pt x="356449" y="129148"/>
                      </a:lnTo>
                      <a:lnTo>
                        <a:pt x="356449" y="123982"/>
                      </a:lnTo>
                      <a:lnTo>
                        <a:pt x="353866" y="121399"/>
                      </a:lnTo>
                      <a:lnTo>
                        <a:pt x="353866" y="116234"/>
                      </a:lnTo>
                      <a:lnTo>
                        <a:pt x="351284" y="113651"/>
                      </a:lnTo>
                      <a:lnTo>
                        <a:pt x="351284" y="111068"/>
                      </a:lnTo>
                      <a:lnTo>
                        <a:pt x="348701" y="108485"/>
                      </a:lnTo>
                      <a:lnTo>
                        <a:pt x="348701" y="105902"/>
                      </a:lnTo>
                      <a:lnTo>
                        <a:pt x="346118" y="103319"/>
                      </a:lnTo>
                      <a:lnTo>
                        <a:pt x="346118" y="100736"/>
                      </a:lnTo>
                      <a:lnTo>
                        <a:pt x="343535" y="98153"/>
                      </a:lnTo>
                      <a:lnTo>
                        <a:pt x="343535" y="95570"/>
                      </a:lnTo>
                      <a:lnTo>
                        <a:pt x="340952" y="92987"/>
                      </a:lnTo>
                      <a:lnTo>
                        <a:pt x="340952" y="90404"/>
                      </a:lnTo>
                      <a:lnTo>
                        <a:pt x="335786" y="85238"/>
                      </a:lnTo>
                      <a:lnTo>
                        <a:pt x="335786" y="82655"/>
                      </a:lnTo>
                      <a:lnTo>
                        <a:pt x="330620" y="77489"/>
                      </a:lnTo>
                      <a:lnTo>
                        <a:pt x="330620" y="74906"/>
                      </a:lnTo>
                      <a:lnTo>
                        <a:pt x="322871" y="67157"/>
                      </a:lnTo>
                      <a:lnTo>
                        <a:pt x="322871" y="64574"/>
                      </a:lnTo>
                      <a:lnTo>
                        <a:pt x="299624" y="41327"/>
                      </a:lnTo>
                      <a:lnTo>
                        <a:pt x="297041" y="41327"/>
                      </a:lnTo>
                      <a:lnTo>
                        <a:pt x="289292" y="33579"/>
                      </a:lnTo>
                      <a:lnTo>
                        <a:pt x="286709" y="33579"/>
                      </a:lnTo>
                      <a:lnTo>
                        <a:pt x="281543" y="28413"/>
                      </a:lnTo>
                      <a:lnTo>
                        <a:pt x="278960" y="28413"/>
                      </a:lnTo>
                      <a:lnTo>
                        <a:pt x="276377" y="25830"/>
                      </a:lnTo>
                      <a:lnTo>
                        <a:pt x="273794" y="25830"/>
                      </a:lnTo>
                      <a:lnTo>
                        <a:pt x="268629" y="20664"/>
                      </a:lnTo>
                      <a:lnTo>
                        <a:pt x="266046" y="20664"/>
                      </a:lnTo>
                      <a:lnTo>
                        <a:pt x="263463" y="18081"/>
                      </a:lnTo>
                      <a:lnTo>
                        <a:pt x="260880" y="18081"/>
                      </a:lnTo>
                      <a:lnTo>
                        <a:pt x="258297" y="15498"/>
                      </a:lnTo>
                      <a:lnTo>
                        <a:pt x="253131" y="15498"/>
                      </a:lnTo>
                      <a:lnTo>
                        <a:pt x="250548" y="12915"/>
                      </a:lnTo>
                      <a:lnTo>
                        <a:pt x="247965" y="12915"/>
                      </a:lnTo>
                      <a:lnTo>
                        <a:pt x="245382" y="10332"/>
                      </a:lnTo>
                      <a:lnTo>
                        <a:pt x="240216" y="10332"/>
                      </a:lnTo>
                      <a:lnTo>
                        <a:pt x="237633" y="7749"/>
                      </a:lnTo>
                      <a:lnTo>
                        <a:pt x="232467" y="7749"/>
                      </a:lnTo>
                      <a:lnTo>
                        <a:pt x="229884" y="5166"/>
                      </a:lnTo>
                      <a:lnTo>
                        <a:pt x="222135" y="5166"/>
                      </a:lnTo>
                      <a:lnTo>
                        <a:pt x="219552" y="2583"/>
                      </a:lnTo>
                      <a:lnTo>
                        <a:pt x="204054" y="2583"/>
                      </a:lnTo>
                      <a:lnTo>
                        <a:pt x="201471" y="0"/>
                      </a:lnTo>
                      <a:close/>
                      <a:moveTo>
                        <a:pt x="61991" y="77489"/>
                      </a:moveTo>
                      <a:lnTo>
                        <a:pt x="49076" y="90404"/>
                      </a:lnTo>
                      <a:lnTo>
                        <a:pt x="49076" y="92987"/>
                      </a:lnTo>
                      <a:lnTo>
                        <a:pt x="43910" y="98153"/>
                      </a:lnTo>
                      <a:lnTo>
                        <a:pt x="43910" y="100736"/>
                      </a:lnTo>
                      <a:lnTo>
                        <a:pt x="41327" y="103319"/>
                      </a:lnTo>
                      <a:lnTo>
                        <a:pt x="41327" y="105902"/>
                      </a:lnTo>
                      <a:lnTo>
                        <a:pt x="38745" y="108485"/>
                      </a:lnTo>
                      <a:lnTo>
                        <a:pt x="38745" y="111068"/>
                      </a:lnTo>
                      <a:lnTo>
                        <a:pt x="36162" y="113651"/>
                      </a:lnTo>
                      <a:lnTo>
                        <a:pt x="36162" y="116234"/>
                      </a:lnTo>
                      <a:lnTo>
                        <a:pt x="33579" y="118816"/>
                      </a:lnTo>
                      <a:lnTo>
                        <a:pt x="33579" y="121399"/>
                      </a:lnTo>
                      <a:lnTo>
                        <a:pt x="30996" y="123982"/>
                      </a:lnTo>
                      <a:lnTo>
                        <a:pt x="30996" y="129148"/>
                      </a:lnTo>
                      <a:lnTo>
                        <a:pt x="28413" y="131731"/>
                      </a:lnTo>
                      <a:lnTo>
                        <a:pt x="28413" y="136897"/>
                      </a:lnTo>
                      <a:lnTo>
                        <a:pt x="25830" y="139480"/>
                      </a:lnTo>
                      <a:lnTo>
                        <a:pt x="25830" y="147229"/>
                      </a:lnTo>
                      <a:lnTo>
                        <a:pt x="23247" y="149812"/>
                      </a:lnTo>
                      <a:lnTo>
                        <a:pt x="23247" y="162727"/>
                      </a:lnTo>
                      <a:lnTo>
                        <a:pt x="20664" y="165310"/>
                      </a:lnTo>
                      <a:lnTo>
                        <a:pt x="20664" y="198888"/>
                      </a:lnTo>
                      <a:lnTo>
                        <a:pt x="23247" y="201471"/>
                      </a:lnTo>
                      <a:lnTo>
                        <a:pt x="23247" y="214386"/>
                      </a:lnTo>
                      <a:lnTo>
                        <a:pt x="25830" y="216969"/>
                      </a:lnTo>
                      <a:lnTo>
                        <a:pt x="25830" y="224718"/>
                      </a:lnTo>
                      <a:lnTo>
                        <a:pt x="28413" y="227301"/>
                      </a:lnTo>
                      <a:lnTo>
                        <a:pt x="28413" y="232467"/>
                      </a:lnTo>
                      <a:lnTo>
                        <a:pt x="30996" y="235050"/>
                      </a:lnTo>
                      <a:lnTo>
                        <a:pt x="30996" y="240216"/>
                      </a:lnTo>
                      <a:lnTo>
                        <a:pt x="33579" y="242799"/>
                      </a:lnTo>
                      <a:lnTo>
                        <a:pt x="33579" y="245382"/>
                      </a:lnTo>
                      <a:lnTo>
                        <a:pt x="36162" y="247965"/>
                      </a:lnTo>
                      <a:lnTo>
                        <a:pt x="36162" y="253131"/>
                      </a:lnTo>
                      <a:lnTo>
                        <a:pt x="38745" y="255714"/>
                      </a:lnTo>
                      <a:lnTo>
                        <a:pt x="38745" y="258297"/>
                      </a:lnTo>
                      <a:lnTo>
                        <a:pt x="43910" y="263463"/>
                      </a:lnTo>
                      <a:lnTo>
                        <a:pt x="43910" y="266046"/>
                      </a:lnTo>
                      <a:lnTo>
                        <a:pt x="46493" y="268629"/>
                      </a:lnTo>
                      <a:lnTo>
                        <a:pt x="46493" y="271212"/>
                      </a:lnTo>
                      <a:lnTo>
                        <a:pt x="54242" y="278960"/>
                      </a:lnTo>
                      <a:lnTo>
                        <a:pt x="54242" y="281543"/>
                      </a:lnTo>
                      <a:lnTo>
                        <a:pt x="85238" y="312539"/>
                      </a:lnTo>
                      <a:lnTo>
                        <a:pt x="87821" y="312539"/>
                      </a:lnTo>
                      <a:lnTo>
                        <a:pt x="92987" y="317705"/>
                      </a:lnTo>
                      <a:lnTo>
                        <a:pt x="95570" y="317705"/>
                      </a:lnTo>
                      <a:lnTo>
                        <a:pt x="100736" y="322871"/>
                      </a:lnTo>
                      <a:lnTo>
                        <a:pt x="103319" y="322871"/>
                      </a:lnTo>
                      <a:lnTo>
                        <a:pt x="105902" y="325454"/>
                      </a:lnTo>
                      <a:lnTo>
                        <a:pt x="108485" y="325454"/>
                      </a:lnTo>
                      <a:lnTo>
                        <a:pt x="111068" y="328037"/>
                      </a:lnTo>
                      <a:lnTo>
                        <a:pt x="113651" y="328037"/>
                      </a:lnTo>
                      <a:lnTo>
                        <a:pt x="116234" y="330620"/>
                      </a:lnTo>
                      <a:lnTo>
                        <a:pt x="118816" y="330620"/>
                      </a:lnTo>
                      <a:lnTo>
                        <a:pt x="121399" y="333203"/>
                      </a:lnTo>
                      <a:lnTo>
                        <a:pt x="126565" y="333203"/>
                      </a:lnTo>
                      <a:lnTo>
                        <a:pt x="129148" y="335786"/>
                      </a:lnTo>
                      <a:lnTo>
                        <a:pt x="134314" y="335786"/>
                      </a:lnTo>
                      <a:lnTo>
                        <a:pt x="136897" y="338369"/>
                      </a:lnTo>
                      <a:lnTo>
                        <a:pt x="142063" y="338369"/>
                      </a:lnTo>
                      <a:lnTo>
                        <a:pt x="144646" y="340952"/>
                      </a:lnTo>
                      <a:lnTo>
                        <a:pt x="154978" y="340952"/>
                      </a:lnTo>
                      <a:lnTo>
                        <a:pt x="157561" y="343535"/>
                      </a:lnTo>
                      <a:lnTo>
                        <a:pt x="206637" y="343535"/>
                      </a:lnTo>
                      <a:lnTo>
                        <a:pt x="209220" y="340952"/>
                      </a:lnTo>
                      <a:lnTo>
                        <a:pt x="219552" y="340952"/>
                      </a:lnTo>
                      <a:lnTo>
                        <a:pt x="222135" y="338369"/>
                      </a:lnTo>
                      <a:lnTo>
                        <a:pt x="229884" y="338369"/>
                      </a:lnTo>
                      <a:lnTo>
                        <a:pt x="232467" y="335786"/>
                      </a:lnTo>
                      <a:lnTo>
                        <a:pt x="237633" y="335786"/>
                      </a:lnTo>
                      <a:lnTo>
                        <a:pt x="240216" y="333203"/>
                      </a:lnTo>
                      <a:lnTo>
                        <a:pt x="242799" y="333203"/>
                      </a:lnTo>
                      <a:lnTo>
                        <a:pt x="245382" y="330620"/>
                      </a:lnTo>
                      <a:lnTo>
                        <a:pt x="250548" y="330620"/>
                      </a:lnTo>
                      <a:lnTo>
                        <a:pt x="253131" y="328037"/>
                      </a:lnTo>
                      <a:lnTo>
                        <a:pt x="255714" y="328037"/>
                      </a:lnTo>
                      <a:lnTo>
                        <a:pt x="258297" y="325454"/>
                      </a:lnTo>
                      <a:lnTo>
                        <a:pt x="260880" y="325454"/>
                      </a:lnTo>
                      <a:lnTo>
                        <a:pt x="266046" y="320288"/>
                      </a:lnTo>
                      <a:lnTo>
                        <a:pt x="268629" y="320288"/>
                      </a:lnTo>
                      <a:lnTo>
                        <a:pt x="273794" y="315122"/>
                      </a:lnTo>
                      <a:lnTo>
                        <a:pt x="276377" y="315122"/>
                      </a:lnTo>
                      <a:lnTo>
                        <a:pt x="286709" y="304790"/>
                      </a:lnTo>
                      <a:lnTo>
                        <a:pt x="286709" y="302207"/>
                      </a:lnTo>
                      <a:lnTo>
                        <a:pt x="211803" y="227301"/>
                      </a:lnTo>
                      <a:lnTo>
                        <a:pt x="209220" y="229884"/>
                      </a:lnTo>
                      <a:lnTo>
                        <a:pt x="198888" y="229884"/>
                      </a:lnTo>
                      <a:lnTo>
                        <a:pt x="196305" y="227301"/>
                      </a:lnTo>
                      <a:lnTo>
                        <a:pt x="196305" y="224718"/>
                      </a:lnTo>
                      <a:lnTo>
                        <a:pt x="191140" y="219552"/>
                      </a:lnTo>
                      <a:lnTo>
                        <a:pt x="191140" y="216969"/>
                      </a:lnTo>
                      <a:lnTo>
                        <a:pt x="188557" y="214386"/>
                      </a:lnTo>
                      <a:lnTo>
                        <a:pt x="188557" y="211803"/>
                      </a:lnTo>
                      <a:lnTo>
                        <a:pt x="185974" y="209220"/>
                      </a:lnTo>
                      <a:lnTo>
                        <a:pt x="185974" y="206637"/>
                      </a:lnTo>
                      <a:lnTo>
                        <a:pt x="180808" y="201471"/>
                      </a:lnTo>
                      <a:lnTo>
                        <a:pt x="180808" y="198888"/>
                      </a:lnTo>
                      <a:lnTo>
                        <a:pt x="178225" y="196305"/>
                      </a:lnTo>
                      <a:lnTo>
                        <a:pt x="178225" y="193723"/>
                      </a:lnTo>
                      <a:lnTo>
                        <a:pt x="131731" y="147229"/>
                      </a:lnTo>
                      <a:lnTo>
                        <a:pt x="121399" y="157561"/>
                      </a:lnTo>
                      <a:lnTo>
                        <a:pt x="118816" y="157561"/>
                      </a:lnTo>
                      <a:lnTo>
                        <a:pt x="113651" y="162727"/>
                      </a:lnTo>
                      <a:lnTo>
                        <a:pt x="111068" y="162727"/>
                      </a:lnTo>
                      <a:lnTo>
                        <a:pt x="105902" y="167893"/>
                      </a:lnTo>
                      <a:lnTo>
                        <a:pt x="103319" y="167893"/>
                      </a:lnTo>
                      <a:lnTo>
                        <a:pt x="98153" y="173059"/>
                      </a:lnTo>
                      <a:lnTo>
                        <a:pt x="95570" y="173059"/>
                      </a:lnTo>
                      <a:lnTo>
                        <a:pt x="92987" y="175642"/>
                      </a:lnTo>
                      <a:lnTo>
                        <a:pt x="90404" y="175642"/>
                      </a:lnTo>
                      <a:lnTo>
                        <a:pt x="85238" y="180808"/>
                      </a:lnTo>
                      <a:lnTo>
                        <a:pt x="85238" y="183391"/>
                      </a:lnTo>
                      <a:lnTo>
                        <a:pt x="92987" y="191140"/>
                      </a:lnTo>
                      <a:lnTo>
                        <a:pt x="95570" y="191140"/>
                      </a:lnTo>
                      <a:lnTo>
                        <a:pt x="100736" y="196305"/>
                      </a:lnTo>
                      <a:lnTo>
                        <a:pt x="103319" y="196305"/>
                      </a:lnTo>
                      <a:lnTo>
                        <a:pt x="105902" y="198888"/>
                      </a:lnTo>
                      <a:lnTo>
                        <a:pt x="108485" y="198888"/>
                      </a:lnTo>
                      <a:lnTo>
                        <a:pt x="113651" y="204054"/>
                      </a:lnTo>
                      <a:lnTo>
                        <a:pt x="116234" y="204054"/>
                      </a:lnTo>
                      <a:lnTo>
                        <a:pt x="121399" y="209220"/>
                      </a:lnTo>
                      <a:lnTo>
                        <a:pt x="123982" y="209220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23982" y="229884"/>
                      </a:lnTo>
                      <a:lnTo>
                        <a:pt x="116234" y="229884"/>
                      </a:lnTo>
                      <a:lnTo>
                        <a:pt x="113651" y="227301"/>
                      </a:lnTo>
                      <a:lnTo>
                        <a:pt x="111068" y="227301"/>
                      </a:lnTo>
                      <a:lnTo>
                        <a:pt x="105902" y="222135"/>
                      </a:lnTo>
                      <a:lnTo>
                        <a:pt x="103319" y="222135"/>
                      </a:lnTo>
                      <a:lnTo>
                        <a:pt x="98153" y="216969"/>
                      </a:lnTo>
                      <a:lnTo>
                        <a:pt x="95570" y="216969"/>
                      </a:lnTo>
                      <a:lnTo>
                        <a:pt x="90404" y="211803"/>
                      </a:lnTo>
                      <a:lnTo>
                        <a:pt x="87821" y="211803"/>
                      </a:lnTo>
                      <a:lnTo>
                        <a:pt x="82655" y="206637"/>
                      </a:lnTo>
                      <a:lnTo>
                        <a:pt x="80072" y="206637"/>
                      </a:lnTo>
                      <a:lnTo>
                        <a:pt x="77489" y="204054"/>
                      </a:lnTo>
                      <a:lnTo>
                        <a:pt x="74906" y="204054"/>
                      </a:lnTo>
                      <a:lnTo>
                        <a:pt x="69740" y="198888"/>
                      </a:lnTo>
                      <a:lnTo>
                        <a:pt x="67157" y="198888"/>
                      </a:lnTo>
                      <a:lnTo>
                        <a:pt x="61991" y="193723"/>
                      </a:lnTo>
                      <a:lnTo>
                        <a:pt x="59408" y="193723"/>
                      </a:lnTo>
                      <a:lnTo>
                        <a:pt x="54242" y="188557"/>
                      </a:lnTo>
                      <a:lnTo>
                        <a:pt x="54242" y="185974"/>
                      </a:lnTo>
                      <a:lnTo>
                        <a:pt x="51659" y="183391"/>
                      </a:lnTo>
                      <a:lnTo>
                        <a:pt x="51659" y="180808"/>
                      </a:lnTo>
                      <a:lnTo>
                        <a:pt x="54242" y="178225"/>
                      </a:lnTo>
                      <a:lnTo>
                        <a:pt x="54242" y="175642"/>
                      </a:lnTo>
                      <a:lnTo>
                        <a:pt x="56825" y="173059"/>
                      </a:lnTo>
                      <a:lnTo>
                        <a:pt x="59408" y="173059"/>
                      </a:lnTo>
                      <a:lnTo>
                        <a:pt x="64574" y="167893"/>
                      </a:lnTo>
                      <a:lnTo>
                        <a:pt x="67157" y="167893"/>
                      </a:lnTo>
                      <a:lnTo>
                        <a:pt x="69740" y="165310"/>
                      </a:lnTo>
                      <a:lnTo>
                        <a:pt x="72323" y="165310"/>
                      </a:lnTo>
                      <a:lnTo>
                        <a:pt x="77489" y="160144"/>
                      </a:lnTo>
                      <a:lnTo>
                        <a:pt x="80072" y="160144"/>
                      </a:lnTo>
                      <a:lnTo>
                        <a:pt x="85238" y="154978"/>
                      </a:lnTo>
                      <a:lnTo>
                        <a:pt x="87821" y="154978"/>
                      </a:lnTo>
                      <a:lnTo>
                        <a:pt x="92987" y="149812"/>
                      </a:lnTo>
                      <a:lnTo>
                        <a:pt x="95570" y="149812"/>
                      </a:lnTo>
                      <a:lnTo>
                        <a:pt x="100736" y="144646"/>
                      </a:lnTo>
                      <a:lnTo>
                        <a:pt x="103319" y="144646"/>
                      </a:lnTo>
                      <a:lnTo>
                        <a:pt x="108485" y="139480"/>
                      </a:lnTo>
                      <a:lnTo>
                        <a:pt x="111068" y="139480"/>
                      </a:lnTo>
                      <a:lnTo>
                        <a:pt x="116234" y="134314"/>
                      </a:lnTo>
                      <a:lnTo>
                        <a:pt x="116234" y="131731"/>
                      </a:lnTo>
                      <a:close/>
                      <a:moveTo>
                        <a:pt x="90404" y="49076"/>
                      </a:moveTo>
                      <a:lnTo>
                        <a:pt x="77489" y="61991"/>
                      </a:lnTo>
                      <a:lnTo>
                        <a:pt x="152395" y="136897"/>
                      </a:lnTo>
                      <a:lnTo>
                        <a:pt x="157561" y="136897"/>
                      </a:lnTo>
                      <a:lnTo>
                        <a:pt x="160144" y="134314"/>
                      </a:lnTo>
                      <a:lnTo>
                        <a:pt x="162727" y="134314"/>
                      </a:lnTo>
                      <a:lnTo>
                        <a:pt x="165310" y="136897"/>
                      </a:lnTo>
                      <a:lnTo>
                        <a:pt x="167893" y="136897"/>
                      </a:lnTo>
                      <a:lnTo>
                        <a:pt x="170476" y="139480"/>
                      </a:lnTo>
                      <a:lnTo>
                        <a:pt x="170476" y="142063"/>
                      </a:lnTo>
                      <a:lnTo>
                        <a:pt x="173059" y="144646"/>
                      </a:lnTo>
                      <a:lnTo>
                        <a:pt x="173059" y="147229"/>
                      </a:lnTo>
                      <a:lnTo>
                        <a:pt x="178225" y="152395"/>
                      </a:lnTo>
                      <a:lnTo>
                        <a:pt x="178225" y="154978"/>
                      </a:lnTo>
                      <a:lnTo>
                        <a:pt x="180808" y="157561"/>
                      </a:lnTo>
                      <a:lnTo>
                        <a:pt x="180808" y="160144"/>
                      </a:lnTo>
                      <a:lnTo>
                        <a:pt x="185974" y="165310"/>
                      </a:lnTo>
                      <a:lnTo>
                        <a:pt x="185974" y="167893"/>
                      </a:lnTo>
                      <a:lnTo>
                        <a:pt x="188557" y="170476"/>
                      </a:lnTo>
                      <a:lnTo>
                        <a:pt x="188557" y="173059"/>
                      </a:lnTo>
                      <a:lnTo>
                        <a:pt x="232467" y="216969"/>
                      </a:lnTo>
                      <a:lnTo>
                        <a:pt x="235050" y="216969"/>
                      </a:lnTo>
                      <a:lnTo>
                        <a:pt x="245382" y="206637"/>
                      </a:lnTo>
                      <a:lnTo>
                        <a:pt x="247965" y="206637"/>
                      </a:lnTo>
                      <a:lnTo>
                        <a:pt x="253131" y="201471"/>
                      </a:lnTo>
                      <a:lnTo>
                        <a:pt x="255714" y="201471"/>
                      </a:lnTo>
                      <a:lnTo>
                        <a:pt x="258297" y="198888"/>
                      </a:lnTo>
                      <a:lnTo>
                        <a:pt x="260880" y="198888"/>
                      </a:lnTo>
                      <a:lnTo>
                        <a:pt x="266046" y="193723"/>
                      </a:lnTo>
                      <a:lnTo>
                        <a:pt x="268629" y="193723"/>
                      </a:lnTo>
                      <a:lnTo>
                        <a:pt x="273794" y="188557"/>
                      </a:lnTo>
                      <a:lnTo>
                        <a:pt x="276377" y="188557"/>
                      </a:lnTo>
                      <a:lnTo>
                        <a:pt x="281543" y="183391"/>
                      </a:lnTo>
                      <a:lnTo>
                        <a:pt x="271212" y="173059"/>
                      </a:lnTo>
                      <a:lnTo>
                        <a:pt x="268629" y="173059"/>
                      </a:lnTo>
                      <a:lnTo>
                        <a:pt x="263463" y="167893"/>
                      </a:lnTo>
                      <a:lnTo>
                        <a:pt x="260880" y="167893"/>
                      </a:lnTo>
                      <a:lnTo>
                        <a:pt x="258297" y="165310"/>
                      </a:lnTo>
                      <a:lnTo>
                        <a:pt x="255714" y="165310"/>
                      </a:lnTo>
                      <a:lnTo>
                        <a:pt x="250548" y="160144"/>
                      </a:lnTo>
                      <a:lnTo>
                        <a:pt x="247965" y="160144"/>
                      </a:lnTo>
                      <a:lnTo>
                        <a:pt x="242799" y="154978"/>
                      </a:lnTo>
                      <a:lnTo>
                        <a:pt x="240216" y="154978"/>
                      </a:lnTo>
                      <a:lnTo>
                        <a:pt x="237633" y="152395"/>
                      </a:lnTo>
                      <a:lnTo>
                        <a:pt x="237633" y="149812"/>
                      </a:lnTo>
                      <a:lnTo>
                        <a:pt x="235050" y="147229"/>
                      </a:lnTo>
                      <a:lnTo>
                        <a:pt x="235050" y="142063"/>
                      </a:lnTo>
                      <a:lnTo>
                        <a:pt x="242799" y="134314"/>
                      </a:lnTo>
                      <a:lnTo>
                        <a:pt x="247965" y="134314"/>
                      </a:lnTo>
                      <a:lnTo>
                        <a:pt x="250548" y="136897"/>
                      </a:lnTo>
                      <a:lnTo>
                        <a:pt x="253131" y="136897"/>
                      </a:lnTo>
                      <a:lnTo>
                        <a:pt x="258297" y="142063"/>
                      </a:lnTo>
                      <a:lnTo>
                        <a:pt x="260880" y="142063"/>
                      </a:lnTo>
                      <a:lnTo>
                        <a:pt x="266046" y="147229"/>
                      </a:lnTo>
                      <a:lnTo>
                        <a:pt x="268629" y="147229"/>
                      </a:lnTo>
                      <a:lnTo>
                        <a:pt x="273794" y="152395"/>
                      </a:lnTo>
                      <a:lnTo>
                        <a:pt x="276377" y="152395"/>
                      </a:lnTo>
                      <a:lnTo>
                        <a:pt x="281543" y="157561"/>
                      </a:lnTo>
                      <a:lnTo>
                        <a:pt x="284126" y="157561"/>
                      </a:lnTo>
                      <a:lnTo>
                        <a:pt x="286709" y="160144"/>
                      </a:lnTo>
                      <a:lnTo>
                        <a:pt x="289292" y="160144"/>
                      </a:lnTo>
                      <a:lnTo>
                        <a:pt x="294458" y="165310"/>
                      </a:lnTo>
                      <a:lnTo>
                        <a:pt x="297041" y="165310"/>
                      </a:lnTo>
                      <a:lnTo>
                        <a:pt x="302207" y="170476"/>
                      </a:lnTo>
                      <a:lnTo>
                        <a:pt x="304790" y="170476"/>
                      </a:lnTo>
                      <a:lnTo>
                        <a:pt x="312539" y="178225"/>
                      </a:lnTo>
                      <a:lnTo>
                        <a:pt x="312539" y="185974"/>
                      </a:lnTo>
                      <a:lnTo>
                        <a:pt x="309956" y="188557"/>
                      </a:lnTo>
                      <a:lnTo>
                        <a:pt x="309956" y="191140"/>
                      </a:lnTo>
                      <a:lnTo>
                        <a:pt x="307373" y="191140"/>
                      </a:lnTo>
                      <a:lnTo>
                        <a:pt x="302207" y="196305"/>
                      </a:lnTo>
                      <a:lnTo>
                        <a:pt x="299624" y="196305"/>
                      </a:lnTo>
                      <a:lnTo>
                        <a:pt x="294458" y="201471"/>
                      </a:lnTo>
                      <a:lnTo>
                        <a:pt x="291875" y="201471"/>
                      </a:lnTo>
                      <a:lnTo>
                        <a:pt x="286709" y="206637"/>
                      </a:lnTo>
                      <a:lnTo>
                        <a:pt x="284126" y="206637"/>
                      </a:lnTo>
                      <a:lnTo>
                        <a:pt x="281543" y="209220"/>
                      </a:lnTo>
                      <a:lnTo>
                        <a:pt x="278960" y="209220"/>
                      </a:lnTo>
                      <a:lnTo>
                        <a:pt x="273794" y="214386"/>
                      </a:lnTo>
                      <a:lnTo>
                        <a:pt x="271212" y="214386"/>
                      </a:lnTo>
                      <a:lnTo>
                        <a:pt x="266046" y="219552"/>
                      </a:lnTo>
                      <a:lnTo>
                        <a:pt x="263463" y="219552"/>
                      </a:lnTo>
                      <a:lnTo>
                        <a:pt x="258297" y="224718"/>
                      </a:lnTo>
                      <a:lnTo>
                        <a:pt x="255714" y="224718"/>
                      </a:lnTo>
                      <a:lnTo>
                        <a:pt x="247965" y="232467"/>
                      </a:lnTo>
                      <a:lnTo>
                        <a:pt x="302207" y="286709"/>
                      </a:lnTo>
                      <a:lnTo>
                        <a:pt x="304790" y="286709"/>
                      </a:lnTo>
                      <a:lnTo>
                        <a:pt x="315122" y="276377"/>
                      </a:lnTo>
                      <a:lnTo>
                        <a:pt x="315122" y="273794"/>
                      </a:lnTo>
                      <a:lnTo>
                        <a:pt x="320288" y="268629"/>
                      </a:lnTo>
                      <a:lnTo>
                        <a:pt x="320288" y="266046"/>
                      </a:lnTo>
                      <a:lnTo>
                        <a:pt x="325454" y="260880"/>
                      </a:lnTo>
                      <a:lnTo>
                        <a:pt x="325454" y="258297"/>
                      </a:lnTo>
                      <a:lnTo>
                        <a:pt x="328037" y="255714"/>
                      </a:lnTo>
                      <a:lnTo>
                        <a:pt x="328037" y="253131"/>
                      </a:lnTo>
                      <a:lnTo>
                        <a:pt x="330620" y="250548"/>
                      </a:lnTo>
                      <a:lnTo>
                        <a:pt x="330620" y="247965"/>
                      </a:lnTo>
                      <a:lnTo>
                        <a:pt x="333203" y="245382"/>
                      </a:lnTo>
                      <a:lnTo>
                        <a:pt x="333203" y="240216"/>
                      </a:lnTo>
                      <a:lnTo>
                        <a:pt x="335786" y="237633"/>
                      </a:lnTo>
                      <a:lnTo>
                        <a:pt x="335786" y="232467"/>
                      </a:lnTo>
                      <a:lnTo>
                        <a:pt x="338369" y="229884"/>
                      </a:lnTo>
                      <a:lnTo>
                        <a:pt x="338369" y="224718"/>
                      </a:lnTo>
                      <a:lnTo>
                        <a:pt x="340952" y="222135"/>
                      </a:lnTo>
                      <a:lnTo>
                        <a:pt x="340952" y="211803"/>
                      </a:lnTo>
                      <a:lnTo>
                        <a:pt x="343535" y="209220"/>
                      </a:lnTo>
                      <a:lnTo>
                        <a:pt x="343535" y="157561"/>
                      </a:lnTo>
                      <a:lnTo>
                        <a:pt x="340952" y="154978"/>
                      </a:lnTo>
                      <a:lnTo>
                        <a:pt x="340952" y="144646"/>
                      </a:lnTo>
                      <a:lnTo>
                        <a:pt x="338369" y="142063"/>
                      </a:lnTo>
                      <a:lnTo>
                        <a:pt x="338369" y="134314"/>
                      </a:lnTo>
                      <a:lnTo>
                        <a:pt x="335786" y="131731"/>
                      </a:lnTo>
                      <a:lnTo>
                        <a:pt x="335786" y="126565"/>
                      </a:lnTo>
                      <a:lnTo>
                        <a:pt x="333203" y="123982"/>
                      </a:lnTo>
                      <a:lnTo>
                        <a:pt x="333203" y="121399"/>
                      </a:lnTo>
                      <a:lnTo>
                        <a:pt x="330620" y="118816"/>
                      </a:lnTo>
                      <a:lnTo>
                        <a:pt x="330620" y="116234"/>
                      </a:lnTo>
                      <a:lnTo>
                        <a:pt x="328037" y="113651"/>
                      </a:lnTo>
                      <a:lnTo>
                        <a:pt x="328037" y="111068"/>
                      </a:lnTo>
                      <a:lnTo>
                        <a:pt x="325454" y="108485"/>
                      </a:lnTo>
                      <a:lnTo>
                        <a:pt x="325454" y="105902"/>
                      </a:lnTo>
                      <a:lnTo>
                        <a:pt x="322871" y="103319"/>
                      </a:lnTo>
                      <a:lnTo>
                        <a:pt x="322871" y="100736"/>
                      </a:lnTo>
                      <a:lnTo>
                        <a:pt x="320288" y="98153"/>
                      </a:lnTo>
                      <a:lnTo>
                        <a:pt x="320288" y="95570"/>
                      </a:lnTo>
                      <a:lnTo>
                        <a:pt x="312539" y="87821"/>
                      </a:lnTo>
                      <a:lnTo>
                        <a:pt x="312539" y="85238"/>
                      </a:lnTo>
                      <a:lnTo>
                        <a:pt x="299624" y="72323"/>
                      </a:lnTo>
                      <a:lnTo>
                        <a:pt x="299624" y="69740"/>
                      </a:lnTo>
                      <a:lnTo>
                        <a:pt x="294458" y="64574"/>
                      </a:lnTo>
                      <a:lnTo>
                        <a:pt x="291875" y="64574"/>
                      </a:lnTo>
                      <a:lnTo>
                        <a:pt x="278960" y="51659"/>
                      </a:lnTo>
                      <a:lnTo>
                        <a:pt x="276377" y="51659"/>
                      </a:lnTo>
                      <a:lnTo>
                        <a:pt x="271212" y="46493"/>
                      </a:lnTo>
                      <a:lnTo>
                        <a:pt x="268629" y="46493"/>
                      </a:lnTo>
                      <a:lnTo>
                        <a:pt x="263463" y="41327"/>
                      </a:lnTo>
                      <a:lnTo>
                        <a:pt x="260880" y="41327"/>
                      </a:lnTo>
                      <a:lnTo>
                        <a:pt x="258297" y="38745"/>
                      </a:lnTo>
                      <a:lnTo>
                        <a:pt x="255714" y="38745"/>
                      </a:lnTo>
                      <a:lnTo>
                        <a:pt x="253131" y="36162"/>
                      </a:lnTo>
                      <a:lnTo>
                        <a:pt x="250548" y="36162"/>
                      </a:lnTo>
                      <a:lnTo>
                        <a:pt x="247965" y="33579"/>
                      </a:lnTo>
                      <a:lnTo>
                        <a:pt x="242799" y="33579"/>
                      </a:lnTo>
                      <a:lnTo>
                        <a:pt x="240216" y="30996"/>
                      </a:lnTo>
                      <a:lnTo>
                        <a:pt x="237633" y="30996"/>
                      </a:lnTo>
                      <a:lnTo>
                        <a:pt x="235050" y="28413"/>
                      </a:lnTo>
                      <a:lnTo>
                        <a:pt x="229884" y="28413"/>
                      </a:lnTo>
                      <a:lnTo>
                        <a:pt x="227301" y="25830"/>
                      </a:lnTo>
                      <a:lnTo>
                        <a:pt x="219552" y="25830"/>
                      </a:lnTo>
                      <a:lnTo>
                        <a:pt x="216969" y="23247"/>
                      </a:lnTo>
                      <a:lnTo>
                        <a:pt x="204054" y="23247"/>
                      </a:lnTo>
                      <a:lnTo>
                        <a:pt x="201471" y="20664"/>
                      </a:lnTo>
                      <a:lnTo>
                        <a:pt x="165310" y="20664"/>
                      </a:lnTo>
                      <a:lnTo>
                        <a:pt x="162727" y="23247"/>
                      </a:lnTo>
                      <a:lnTo>
                        <a:pt x="149812" y="23247"/>
                      </a:lnTo>
                      <a:lnTo>
                        <a:pt x="147229" y="25830"/>
                      </a:lnTo>
                      <a:lnTo>
                        <a:pt x="139480" y="25830"/>
                      </a:lnTo>
                      <a:lnTo>
                        <a:pt x="136897" y="28413"/>
                      </a:lnTo>
                      <a:lnTo>
                        <a:pt x="131731" y="28413"/>
                      </a:lnTo>
                      <a:lnTo>
                        <a:pt x="129148" y="30996"/>
                      </a:lnTo>
                      <a:lnTo>
                        <a:pt x="123982" y="30996"/>
                      </a:lnTo>
                      <a:lnTo>
                        <a:pt x="121399" y="33579"/>
                      </a:lnTo>
                      <a:lnTo>
                        <a:pt x="118816" y="33579"/>
                      </a:lnTo>
                      <a:lnTo>
                        <a:pt x="116234" y="36162"/>
                      </a:lnTo>
                      <a:lnTo>
                        <a:pt x="113651" y="36162"/>
                      </a:lnTo>
                      <a:lnTo>
                        <a:pt x="111068" y="38745"/>
                      </a:lnTo>
                      <a:lnTo>
                        <a:pt x="108485" y="38745"/>
                      </a:lnTo>
                      <a:lnTo>
                        <a:pt x="105902" y="41327"/>
                      </a:lnTo>
                      <a:lnTo>
                        <a:pt x="103319" y="41327"/>
                      </a:lnTo>
                      <a:lnTo>
                        <a:pt x="100736" y="43910"/>
                      </a:lnTo>
                      <a:lnTo>
                        <a:pt x="98153" y="43910"/>
                      </a:lnTo>
                      <a:lnTo>
                        <a:pt x="92987" y="49076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3" name="任意形状 7022">
                  <a:extLst>
                    <a:ext uri="{FF2B5EF4-FFF2-40B4-BE49-F238E27FC236}">
                      <a16:creationId xmlns:a16="http://schemas.microsoft.com/office/drawing/2014/main" id="{E170190D-DFF0-EFEF-0068-4930FD50B37D}"/>
                    </a:ext>
                  </a:extLst>
                </p:cNvPr>
                <p:cNvSpPr/>
                <p:nvPr/>
              </p:nvSpPr>
              <p:spPr>
                <a:xfrm>
                  <a:off x="4786448" y="5285451"/>
                  <a:ext cx="676737" cy="676737"/>
                </a:xfrm>
                <a:custGeom>
                  <a:avLst/>
                  <a:gdLst>
                    <a:gd name="connsiteX0" fmla="*/ 260880 w 676737"/>
                    <a:gd name="connsiteY0" fmla="*/ 0 h 676737"/>
                    <a:gd name="connsiteX1" fmla="*/ 255714 w 676737"/>
                    <a:gd name="connsiteY1" fmla="*/ 7749 h 676737"/>
                    <a:gd name="connsiteX2" fmla="*/ 255714 w 676737"/>
                    <a:gd name="connsiteY2" fmla="*/ 90404 h 676737"/>
                    <a:gd name="connsiteX3" fmla="*/ 250548 w 676737"/>
                    <a:gd name="connsiteY3" fmla="*/ 95570 h 676737"/>
                    <a:gd name="connsiteX4" fmla="*/ 240216 w 676737"/>
                    <a:gd name="connsiteY4" fmla="*/ 98153 h 676737"/>
                    <a:gd name="connsiteX5" fmla="*/ 227301 w 676737"/>
                    <a:gd name="connsiteY5" fmla="*/ 105902 h 676737"/>
                    <a:gd name="connsiteX6" fmla="*/ 219552 w 676737"/>
                    <a:gd name="connsiteY6" fmla="*/ 105902 h 676737"/>
                    <a:gd name="connsiteX7" fmla="*/ 160144 w 676737"/>
                    <a:gd name="connsiteY7" fmla="*/ 46493 h 676737"/>
                    <a:gd name="connsiteX8" fmla="*/ 149812 w 676737"/>
                    <a:gd name="connsiteY8" fmla="*/ 46493 h 676737"/>
                    <a:gd name="connsiteX9" fmla="*/ 46493 w 676737"/>
                    <a:gd name="connsiteY9" fmla="*/ 149812 h 676737"/>
                    <a:gd name="connsiteX10" fmla="*/ 46493 w 676737"/>
                    <a:gd name="connsiteY10" fmla="*/ 160144 h 676737"/>
                    <a:gd name="connsiteX11" fmla="*/ 105902 w 676737"/>
                    <a:gd name="connsiteY11" fmla="*/ 219552 h 676737"/>
                    <a:gd name="connsiteX12" fmla="*/ 105902 w 676737"/>
                    <a:gd name="connsiteY12" fmla="*/ 227301 h 676737"/>
                    <a:gd name="connsiteX13" fmla="*/ 98153 w 676737"/>
                    <a:gd name="connsiteY13" fmla="*/ 240216 h 676737"/>
                    <a:gd name="connsiteX14" fmla="*/ 95570 w 676737"/>
                    <a:gd name="connsiteY14" fmla="*/ 250548 h 676737"/>
                    <a:gd name="connsiteX15" fmla="*/ 90404 w 676737"/>
                    <a:gd name="connsiteY15" fmla="*/ 255714 h 676737"/>
                    <a:gd name="connsiteX16" fmla="*/ 7749 w 676737"/>
                    <a:gd name="connsiteY16" fmla="*/ 255714 h 676737"/>
                    <a:gd name="connsiteX17" fmla="*/ 0 w 676737"/>
                    <a:gd name="connsiteY17" fmla="*/ 260880 h 676737"/>
                    <a:gd name="connsiteX18" fmla="*/ 0 w 676737"/>
                    <a:gd name="connsiteY18" fmla="*/ 413275 h 676737"/>
                    <a:gd name="connsiteX19" fmla="*/ 5166 w 676737"/>
                    <a:gd name="connsiteY19" fmla="*/ 418441 h 676737"/>
                    <a:gd name="connsiteX20" fmla="*/ 90404 w 676737"/>
                    <a:gd name="connsiteY20" fmla="*/ 418441 h 676737"/>
                    <a:gd name="connsiteX21" fmla="*/ 95570 w 676737"/>
                    <a:gd name="connsiteY21" fmla="*/ 423607 h 676737"/>
                    <a:gd name="connsiteX22" fmla="*/ 98153 w 676737"/>
                    <a:gd name="connsiteY22" fmla="*/ 433938 h 676737"/>
                    <a:gd name="connsiteX23" fmla="*/ 105902 w 676737"/>
                    <a:gd name="connsiteY23" fmla="*/ 446853 h 676737"/>
                    <a:gd name="connsiteX24" fmla="*/ 105902 w 676737"/>
                    <a:gd name="connsiteY24" fmla="*/ 454602 h 676737"/>
                    <a:gd name="connsiteX25" fmla="*/ 46493 w 676737"/>
                    <a:gd name="connsiteY25" fmla="*/ 514010 h 676737"/>
                    <a:gd name="connsiteX26" fmla="*/ 46493 w 676737"/>
                    <a:gd name="connsiteY26" fmla="*/ 524342 h 676737"/>
                    <a:gd name="connsiteX27" fmla="*/ 152395 w 676737"/>
                    <a:gd name="connsiteY27" fmla="*/ 630244 h 676737"/>
                    <a:gd name="connsiteX28" fmla="*/ 162727 w 676737"/>
                    <a:gd name="connsiteY28" fmla="*/ 627661 h 676737"/>
                    <a:gd name="connsiteX29" fmla="*/ 222135 w 676737"/>
                    <a:gd name="connsiteY29" fmla="*/ 568253 h 676737"/>
                    <a:gd name="connsiteX30" fmla="*/ 224718 w 676737"/>
                    <a:gd name="connsiteY30" fmla="*/ 568253 h 676737"/>
                    <a:gd name="connsiteX31" fmla="*/ 237633 w 676737"/>
                    <a:gd name="connsiteY31" fmla="*/ 576002 h 676737"/>
                    <a:gd name="connsiteX32" fmla="*/ 250548 w 676737"/>
                    <a:gd name="connsiteY32" fmla="*/ 578585 h 676737"/>
                    <a:gd name="connsiteX33" fmla="*/ 255714 w 676737"/>
                    <a:gd name="connsiteY33" fmla="*/ 583751 h 676737"/>
                    <a:gd name="connsiteX34" fmla="*/ 255714 w 676737"/>
                    <a:gd name="connsiteY34" fmla="*/ 666405 h 676737"/>
                    <a:gd name="connsiteX35" fmla="*/ 260880 w 676737"/>
                    <a:gd name="connsiteY35" fmla="*/ 674154 h 676737"/>
                    <a:gd name="connsiteX36" fmla="*/ 266046 w 676737"/>
                    <a:gd name="connsiteY36" fmla="*/ 676737 h 676737"/>
                    <a:gd name="connsiteX37" fmla="*/ 410692 w 676737"/>
                    <a:gd name="connsiteY37" fmla="*/ 676737 h 676737"/>
                    <a:gd name="connsiteX38" fmla="*/ 415858 w 676737"/>
                    <a:gd name="connsiteY38" fmla="*/ 674154 h 676737"/>
                    <a:gd name="connsiteX39" fmla="*/ 418441 w 676737"/>
                    <a:gd name="connsiteY39" fmla="*/ 668988 h 676737"/>
                    <a:gd name="connsiteX40" fmla="*/ 418441 w 676737"/>
                    <a:gd name="connsiteY40" fmla="*/ 586333 h 676737"/>
                    <a:gd name="connsiteX41" fmla="*/ 426190 w 676737"/>
                    <a:gd name="connsiteY41" fmla="*/ 578585 h 676737"/>
                    <a:gd name="connsiteX42" fmla="*/ 431355 w 676737"/>
                    <a:gd name="connsiteY42" fmla="*/ 578585 h 676737"/>
                    <a:gd name="connsiteX43" fmla="*/ 444270 w 676737"/>
                    <a:gd name="connsiteY43" fmla="*/ 570836 h 676737"/>
                    <a:gd name="connsiteX44" fmla="*/ 454602 w 676737"/>
                    <a:gd name="connsiteY44" fmla="*/ 568253 h 676737"/>
                    <a:gd name="connsiteX45" fmla="*/ 516593 w 676737"/>
                    <a:gd name="connsiteY45" fmla="*/ 630244 h 676737"/>
                    <a:gd name="connsiteX46" fmla="*/ 521759 w 676737"/>
                    <a:gd name="connsiteY46" fmla="*/ 630244 h 676737"/>
                    <a:gd name="connsiteX47" fmla="*/ 526925 w 676737"/>
                    <a:gd name="connsiteY47" fmla="*/ 627661 h 676737"/>
                    <a:gd name="connsiteX48" fmla="*/ 627661 w 676737"/>
                    <a:gd name="connsiteY48" fmla="*/ 526925 h 676737"/>
                    <a:gd name="connsiteX49" fmla="*/ 630244 w 676737"/>
                    <a:gd name="connsiteY49" fmla="*/ 516593 h 676737"/>
                    <a:gd name="connsiteX50" fmla="*/ 568253 w 676737"/>
                    <a:gd name="connsiteY50" fmla="*/ 454602 h 676737"/>
                    <a:gd name="connsiteX51" fmla="*/ 568253 w 676737"/>
                    <a:gd name="connsiteY51" fmla="*/ 452019 h 676737"/>
                    <a:gd name="connsiteX52" fmla="*/ 573419 w 676737"/>
                    <a:gd name="connsiteY52" fmla="*/ 444270 h 676737"/>
                    <a:gd name="connsiteX53" fmla="*/ 578585 w 676737"/>
                    <a:gd name="connsiteY53" fmla="*/ 426190 h 676737"/>
                    <a:gd name="connsiteX54" fmla="*/ 586333 w 676737"/>
                    <a:gd name="connsiteY54" fmla="*/ 418441 h 676737"/>
                    <a:gd name="connsiteX55" fmla="*/ 668988 w 676737"/>
                    <a:gd name="connsiteY55" fmla="*/ 418441 h 676737"/>
                    <a:gd name="connsiteX56" fmla="*/ 674154 w 676737"/>
                    <a:gd name="connsiteY56" fmla="*/ 415858 h 676737"/>
                    <a:gd name="connsiteX57" fmla="*/ 676737 w 676737"/>
                    <a:gd name="connsiteY57" fmla="*/ 410692 h 676737"/>
                    <a:gd name="connsiteX58" fmla="*/ 676737 w 676737"/>
                    <a:gd name="connsiteY58" fmla="*/ 263463 h 676737"/>
                    <a:gd name="connsiteX59" fmla="*/ 666405 w 676737"/>
                    <a:gd name="connsiteY59" fmla="*/ 255714 h 676737"/>
                    <a:gd name="connsiteX60" fmla="*/ 586333 w 676737"/>
                    <a:gd name="connsiteY60" fmla="*/ 255714 h 676737"/>
                    <a:gd name="connsiteX61" fmla="*/ 578585 w 676737"/>
                    <a:gd name="connsiteY61" fmla="*/ 247965 h 676737"/>
                    <a:gd name="connsiteX62" fmla="*/ 568253 w 676737"/>
                    <a:gd name="connsiteY62" fmla="*/ 222135 h 676737"/>
                    <a:gd name="connsiteX63" fmla="*/ 627661 w 676737"/>
                    <a:gd name="connsiteY63" fmla="*/ 162727 h 676737"/>
                    <a:gd name="connsiteX64" fmla="*/ 630244 w 676737"/>
                    <a:gd name="connsiteY64" fmla="*/ 152395 h 676737"/>
                    <a:gd name="connsiteX65" fmla="*/ 524342 w 676737"/>
                    <a:gd name="connsiteY65" fmla="*/ 46493 h 676737"/>
                    <a:gd name="connsiteX66" fmla="*/ 514010 w 676737"/>
                    <a:gd name="connsiteY66" fmla="*/ 46493 h 676737"/>
                    <a:gd name="connsiteX67" fmla="*/ 454602 w 676737"/>
                    <a:gd name="connsiteY67" fmla="*/ 105902 h 676737"/>
                    <a:gd name="connsiteX68" fmla="*/ 449436 w 676737"/>
                    <a:gd name="connsiteY68" fmla="*/ 105902 h 676737"/>
                    <a:gd name="connsiteX69" fmla="*/ 441687 w 676737"/>
                    <a:gd name="connsiteY69" fmla="*/ 100736 h 676737"/>
                    <a:gd name="connsiteX70" fmla="*/ 423607 w 676737"/>
                    <a:gd name="connsiteY70" fmla="*/ 95570 h 676737"/>
                    <a:gd name="connsiteX71" fmla="*/ 418441 w 676737"/>
                    <a:gd name="connsiteY71" fmla="*/ 90404 h 676737"/>
                    <a:gd name="connsiteX72" fmla="*/ 418441 w 676737"/>
                    <a:gd name="connsiteY72" fmla="*/ 5166 h 676737"/>
                    <a:gd name="connsiteX73" fmla="*/ 413275 w 676737"/>
                    <a:gd name="connsiteY73" fmla="*/ 0 h 676737"/>
                    <a:gd name="connsiteX74" fmla="*/ 281543 w 676737"/>
                    <a:gd name="connsiteY74" fmla="*/ 20664 h 676737"/>
                    <a:gd name="connsiteX75" fmla="*/ 276377 w 676737"/>
                    <a:gd name="connsiteY75" fmla="*/ 25830 h 676737"/>
                    <a:gd name="connsiteX76" fmla="*/ 276377 w 676737"/>
                    <a:gd name="connsiteY76" fmla="*/ 105902 h 676737"/>
                    <a:gd name="connsiteX77" fmla="*/ 273794 w 676737"/>
                    <a:gd name="connsiteY77" fmla="*/ 108485 h 676737"/>
                    <a:gd name="connsiteX78" fmla="*/ 263463 w 676737"/>
                    <a:gd name="connsiteY78" fmla="*/ 111068 h 676737"/>
                    <a:gd name="connsiteX79" fmla="*/ 255714 w 676737"/>
                    <a:gd name="connsiteY79" fmla="*/ 116234 h 676737"/>
                    <a:gd name="connsiteX80" fmla="*/ 250548 w 676737"/>
                    <a:gd name="connsiteY80" fmla="*/ 116234 h 676737"/>
                    <a:gd name="connsiteX81" fmla="*/ 242799 w 676737"/>
                    <a:gd name="connsiteY81" fmla="*/ 121399 h 676737"/>
                    <a:gd name="connsiteX82" fmla="*/ 237633 w 676737"/>
                    <a:gd name="connsiteY82" fmla="*/ 121399 h 676737"/>
                    <a:gd name="connsiteX83" fmla="*/ 224718 w 676737"/>
                    <a:gd name="connsiteY83" fmla="*/ 129148 h 676737"/>
                    <a:gd name="connsiteX84" fmla="*/ 214386 w 676737"/>
                    <a:gd name="connsiteY84" fmla="*/ 129148 h 676737"/>
                    <a:gd name="connsiteX85" fmla="*/ 157561 w 676737"/>
                    <a:gd name="connsiteY85" fmla="*/ 72323 h 676737"/>
                    <a:gd name="connsiteX86" fmla="*/ 152395 w 676737"/>
                    <a:gd name="connsiteY86" fmla="*/ 72323 h 676737"/>
                    <a:gd name="connsiteX87" fmla="*/ 72323 w 676737"/>
                    <a:gd name="connsiteY87" fmla="*/ 152395 h 676737"/>
                    <a:gd name="connsiteX88" fmla="*/ 72323 w 676737"/>
                    <a:gd name="connsiteY88" fmla="*/ 157561 h 676737"/>
                    <a:gd name="connsiteX89" fmla="*/ 129148 w 676737"/>
                    <a:gd name="connsiteY89" fmla="*/ 214386 h 676737"/>
                    <a:gd name="connsiteX90" fmla="*/ 129148 w 676737"/>
                    <a:gd name="connsiteY90" fmla="*/ 224718 h 676737"/>
                    <a:gd name="connsiteX91" fmla="*/ 116234 w 676737"/>
                    <a:gd name="connsiteY91" fmla="*/ 250548 h 676737"/>
                    <a:gd name="connsiteX92" fmla="*/ 113651 w 676737"/>
                    <a:gd name="connsiteY92" fmla="*/ 263463 h 676737"/>
                    <a:gd name="connsiteX93" fmla="*/ 105902 w 676737"/>
                    <a:gd name="connsiteY93" fmla="*/ 276377 h 676737"/>
                    <a:gd name="connsiteX94" fmla="*/ 25830 w 676737"/>
                    <a:gd name="connsiteY94" fmla="*/ 276377 h 676737"/>
                    <a:gd name="connsiteX95" fmla="*/ 20664 w 676737"/>
                    <a:gd name="connsiteY95" fmla="*/ 281543 h 676737"/>
                    <a:gd name="connsiteX96" fmla="*/ 20664 w 676737"/>
                    <a:gd name="connsiteY96" fmla="*/ 392611 h 676737"/>
                    <a:gd name="connsiteX97" fmla="*/ 25830 w 676737"/>
                    <a:gd name="connsiteY97" fmla="*/ 397777 h 676737"/>
                    <a:gd name="connsiteX98" fmla="*/ 103319 w 676737"/>
                    <a:gd name="connsiteY98" fmla="*/ 397777 h 676737"/>
                    <a:gd name="connsiteX99" fmla="*/ 108485 w 676737"/>
                    <a:gd name="connsiteY99" fmla="*/ 400360 h 676737"/>
                    <a:gd name="connsiteX100" fmla="*/ 113651 w 676737"/>
                    <a:gd name="connsiteY100" fmla="*/ 418441 h 676737"/>
                    <a:gd name="connsiteX101" fmla="*/ 118816 w 676737"/>
                    <a:gd name="connsiteY101" fmla="*/ 426190 h 676737"/>
                    <a:gd name="connsiteX102" fmla="*/ 118816 w 676737"/>
                    <a:gd name="connsiteY102" fmla="*/ 431355 h 676737"/>
                    <a:gd name="connsiteX103" fmla="*/ 129148 w 676737"/>
                    <a:gd name="connsiteY103" fmla="*/ 449436 h 676737"/>
                    <a:gd name="connsiteX104" fmla="*/ 129148 w 676737"/>
                    <a:gd name="connsiteY104" fmla="*/ 459768 h 676737"/>
                    <a:gd name="connsiteX105" fmla="*/ 72323 w 676737"/>
                    <a:gd name="connsiteY105" fmla="*/ 516593 h 676737"/>
                    <a:gd name="connsiteX106" fmla="*/ 72323 w 676737"/>
                    <a:gd name="connsiteY106" fmla="*/ 521759 h 676737"/>
                    <a:gd name="connsiteX107" fmla="*/ 154978 w 676737"/>
                    <a:gd name="connsiteY107" fmla="*/ 604414 h 676737"/>
                    <a:gd name="connsiteX108" fmla="*/ 211803 w 676737"/>
                    <a:gd name="connsiteY108" fmla="*/ 547589 h 676737"/>
                    <a:gd name="connsiteX109" fmla="*/ 216969 w 676737"/>
                    <a:gd name="connsiteY109" fmla="*/ 545006 h 676737"/>
                    <a:gd name="connsiteX110" fmla="*/ 224718 w 676737"/>
                    <a:gd name="connsiteY110" fmla="*/ 545006 h 676737"/>
                    <a:gd name="connsiteX111" fmla="*/ 247965 w 676737"/>
                    <a:gd name="connsiteY111" fmla="*/ 557921 h 676737"/>
                    <a:gd name="connsiteX112" fmla="*/ 253131 w 676737"/>
                    <a:gd name="connsiteY112" fmla="*/ 557921 h 676737"/>
                    <a:gd name="connsiteX113" fmla="*/ 260880 w 676737"/>
                    <a:gd name="connsiteY113" fmla="*/ 563087 h 676737"/>
                    <a:gd name="connsiteX114" fmla="*/ 266046 w 676737"/>
                    <a:gd name="connsiteY114" fmla="*/ 563087 h 676737"/>
                    <a:gd name="connsiteX115" fmla="*/ 276377 w 676737"/>
                    <a:gd name="connsiteY115" fmla="*/ 568253 h 676737"/>
                    <a:gd name="connsiteX116" fmla="*/ 276377 w 676737"/>
                    <a:gd name="connsiteY116" fmla="*/ 650908 h 676737"/>
                    <a:gd name="connsiteX117" fmla="*/ 281543 w 676737"/>
                    <a:gd name="connsiteY117" fmla="*/ 656074 h 676737"/>
                    <a:gd name="connsiteX118" fmla="*/ 392611 w 676737"/>
                    <a:gd name="connsiteY118" fmla="*/ 656074 h 676737"/>
                    <a:gd name="connsiteX119" fmla="*/ 397777 w 676737"/>
                    <a:gd name="connsiteY119" fmla="*/ 650908 h 676737"/>
                    <a:gd name="connsiteX120" fmla="*/ 397777 w 676737"/>
                    <a:gd name="connsiteY120" fmla="*/ 573419 h 676737"/>
                    <a:gd name="connsiteX121" fmla="*/ 402943 w 676737"/>
                    <a:gd name="connsiteY121" fmla="*/ 565670 h 676737"/>
                    <a:gd name="connsiteX122" fmla="*/ 421024 w 676737"/>
                    <a:gd name="connsiteY122" fmla="*/ 560504 h 676737"/>
                    <a:gd name="connsiteX123" fmla="*/ 428773 w 676737"/>
                    <a:gd name="connsiteY123" fmla="*/ 555338 h 676737"/>
                    <a:gd name="connsiteX124" fmla="*/ 433938 w 676737"/>
                    <a:gd name="connsiteY124" fmla="*/ 555338 h 676737"/>
                    <a:gd name="connsiteX125" fmla="*/ 452019 w 676737"/>
                    <a:gd name="connsiteY125" fmla="*/ 545006 h 676737"/>
                    <a:gd name="connsiteX126" fmla="*/ 459768 w 676737"/>
                    <a:gd name="connsiteY126" fmla="*/ 545006 h 676737"/>
                    <a:gd name="connsiteX127" fmla="*/ 519176 w 676737"/>
                    <a:gd name="connsiteY127" fmla="*/ 604414 h 676737"/>
                    <a:gd name="connsiteX128" fmla="*/ 604414 w 676737"/>
                    <a:gd name="connsiteY128" fmla="*/ 519176 h 676737"/>
                    <a:gd name="connsiteX129" fmla="*/ 545006 w 676737"/>
                    <a:gd name="connsiteY129" fmla="*/ 459768 h 676737"/>
                    <a:gd name="connsiteX130" fmla="*/ 545006 w 676737"/>
                    <a:gd name="connsiteY130" fmla="*/ 452019 h 676737"/>
                    <a:gd name="connsiteX131" fmla="*/ 557921 w 676737"/>
                    <a:gd name="connsiteY131" fmla="*/ 428773 h 676737"/>
                    <a:gd name="connsiteX132" fmla="*/ 563087 w 676737"/>
                    <a:gd name="connsiteY132" fmla="*/ 408109 h 676737"/>
                    <a:gd name="connsiteX133" fmla="*/ 570836 w 676737"/>
                    <a:gd name="connsiteY133" fmla="*/ 397777 h 676737"/>
                    <a:gd name="connsiteX134" fmla="*/ 650908 w 676737"/>
                    <a:gd name="connsiteY134" fmla="*/ 397777 h 676737"/>
                    <a:gd name="connsiteX135" fmla="*/ 656074 w 676737"/>
                    <a:gd name="connsiteY135" fmla="*/ 392611 h 676737"/>
                    <a:gd name="connsiteX136" fmla="*/ 656074 w 676737"/>
                    <a:gd name="connsiteY136" fmla="*/ 281543 h 676737"/>
                    <a:gd name="connsiteX137" fmla="*/ 650908 w 676737"/>
                    <a:gd name="connsiteY137" fmla="*/ 276377 h 676737"/>
                    <a:gd name="connsiteX138" fmla="*/ 570836 w 676737"/>
                    <a:gd name="connsiteY138" fmla="*/ 276377 h 676737"/>
                    <a:gd name="connsiteX139" fmla="*/ 565670 w 676737"/>
                    <a:gd name="connsiteY139" fmla="*/ 271212 h 676737"/>
                    <a:gd name="connsiteX140" fmla="*/ 560504 w 676737"/>
                    <a:gd name="connsiteY140" fmla="*/ 253131 h 676737"/>
                    <a:gd name="connsiteX141" fmla="*/ 545006 w 676737"/>
                    <a:gd name="connsiteY141" fmla="*/ 222135 h 676737"/>
                    <a:gd name="connsiteX142" fmla="*/ 545006 w 676737"/>
                    <a:gd name="connsiteY142" fmla="*/ 216969 h 676737"/>
                    <a:gd name="connsiteX143" fmla="*/ 547589 w 676737"/>
                    <a:gd name="connsiteY143" fmla="*/ 211803 h 676737"/>
                    <a:gd name="connsiteX144" fmla="*/ 604414 w 676737"/>
                    <a:gd name="connsiteY144" fmla="*/ 154978 h 676737"/>
                    <a:gd name="connsiteX145" fmla="*/ 521759 w 676737"/>
                    <a:gd name="connsiteY145" fmla="*/ 72323 h 676737"/>
                    <a:gd name="connsiteX146" fmla="*/ 516593 w 676737"/>
                    <a:gd name="connsiteY146" fmla="*/ 72323 h 676737"/>
                    <a:gd name="connsiteX147" fmla="*/ 459768 w 676737"/>
                    <a:gd name="connsiteY147" fmla="*/ 129148 h 676737"/>
                    <a:gd name="connsiteX148" fmla="*/ 449436 w 676737"/>
                    <a:gd name="connsiteY148" fmla="*/ 129148 h 676737"/>
                    <a:gd name="connsiteX149" fmla="*/ 426190 w 676737"/>
                    <a:gd name="connsiteY149" fmla="*/ 116234 h 676737"/>
                    <a:gd name="connsiteX150" fmla="*/ 405526 w 676737"/>
                    <a:gd name="connsiteY150" fmla="*/ 111068 h 676737"/>
                    <a:gd name="connsiteX151" fmla="*/ 397777 w 676737"/>
                    <a:gd name="connsiteY151" fmla="*/ 103319 h 676737"/>
                    <a:gd name="connsiteX152" fmla="*/ 397777 w 676737"/>
                    <a:gd name="connsiteY152" fmla="*/ 25830 h 676737"/>
                    <a:gd name="connsiteX153" fmla="*/ 392611 w 676737"/>
                    <a:gd name="connsiteY153" fmla="*/ 20664 h 676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</a:cxnLst>
                  <a:rect l="l" t="t" r="r" b="b"/>
                  <a:pathLst>
                    <a:path w="676737" h="676737">
                      <a:moveTo>
                        <a:pt x="260880" y="0"/>
                      </a:moveTo>
                      <a:lnTo>
                        <a:pt x="255714" y="7749"/>
                      </a:lnTo>
                      <a:lnTo>
                        <a:pt x="255714" y="90404"/>
                      </a:lnTo>
                      <a:lnTo>
                        <a:pt x="250548" y="95570"/>
                      </a:lnTo>
                      <a:lnTo>
                        <a:pt x="240216" y="98153"/>
                      </a:lnTo>
                      <a:lnTo>
                        <a:pt x="227301" y="105902"/>
                      </a:lnTo>
                      <a:lnTo>
                        <a:pt x="219552" y="105902"/>
                      </a:lnTo>
                      <a:lnTo>
                        <a:pt x="160144" y="46493"/>
                      </a:lnTo>
                      <a:lnTo>
                        <a:pt x="149812" y="46493"/>
                      </a:lnTo>
                      <a:lnTo>
                        <a:pt x="46493" y="149812"/>
                      </a:lnTo>
                      <a:lnTo>
                        <a:pt x="46493" y="160144"/>
                      </a:lnTo>
                      <a:lnTo>
                        <a:pt x="105902" y="219552"/>
                      </a:lnTo>
                      <a:lnTo>
                        <a:pt x="105902" y="227301"/>
                      </a:lnTo>
                      <a:lnTo>
                        <a:pt x="98153" y="240216"/>
                      </a:lnTo>
                      <a:lnTo>
                        <a:pt x="95570" y="250548"/>
                      </a:lnTo>
                      <a:lnTo>
                        <a:pt x="90404" y="255714"/>
                      </a:lnTo>
                      <a:lnTo>
                        <a:pt x="7749" y="255714"/>
                      </a:lnTo>
                      <a:lnTo>
                        <a:pt x="0" y="260880"/>
                      </a:lnTo>
                      <a:lnTo>
                        <a:pt x="0" y="413275"/>
                      </a:lnTo>
                      <a:lnTo>
                        <a:pt x="5166" y="418441"/>
                      </a:lnTo>
                      <a:lnTo>
                        <a:pt x="90404" y="418441"/>
                      </a:lnTo>
                      <a:lnTo>
                        <a:pt x="95570" y="423607"/>
                      </a:lnTo>
                      <a:lnTo>
                        <a:pt x="98153" y="433938"/>
                      </a:lnTo>
                      <a:lnTo>
                        <a:pt x="105902" y="446853"/>
                      </a:lnTo>
                      <a:lnTo>
                        <a:pt x="105902" y="454602"/>
                      </a:lnTo>
                      <a:lnTo>
                        <a:pt x="46493" y="514010"/>
                      </a:lnTo>
                      <a:lnTo>
                        <a:pt x="46493" y="524342"/>
                      </a:lnTo>
                      <a:lnTo>
                        <a:pt x="152395" y="630244"/>
                      </a:lnTo>
                      <a:lnTo>
                        <a:pt x="162727" y="627661"/>
                      </a:lnTo>
                      <a:lnTo>
                        <a:pt x="222135" y="568253"/>
                      </a:lnTo>
                      <a:lnTo>
                        <a:pt x="224718" y="568253"/>
                      </a:lnTo>
                      <a:lnTo>
                        <a:pt x="237633" y="576002"/>
                      </a:lnTo>
                      <a:lnTo>
                        <a:pt x="250548" y="578585"/>
                      </a:lnTo>
                      <a:lnTo>
                        <a:pt x="255714" y="583751"/>
                      </a:lnTo>
                      <a:lnTo>
                        <a:pt x="255714" y="666405"/>
                      </a:lnTo>
                      <a:lnTo>
                        <a:pt x="260880" y="674154"/>
                      </a:lnTo>
                      <a:lnTo>
                        <a:pt x="266046" y="676737"/>
                      </a:lnTo>
                      <a:lnTo>
                        <a:pt x="410692" y="676737"/>
                      </a:lnTo>
                      <a:lnTo>
                        <a:pt x="415858" y="674154"/>
                      </a:lnTo>
                      <a:lnTo>
                        <a:pt x="418441" y="668988"/>
                      </a:lnTo>
                      <a:lnTo>
                        <a:pt x="418441" y="586333"/>
                      </a:lnTo>
                      <a:lnTo>
                        <a:pt x="426190" y="578585"/>
                      </a:lnTo>
                      <a:lnTo>
                        <a:pt x="431355" y="578585"/>
                      </a:lnTo>
                      <a:lnTo>
                        <a:pt x="444270" y="570836"/>
                      </a:lnTo>
                      <a:lnTo>
                        <a:pt x="454602" y="568253"/>
                      </a:lnTo>
                      <a:lnTo>
                        <a:pt x="516593" y="630244"/>
                      </a:lnTo>
                      <a:lnTo>
                        <a:pt x="521759" y="630244"/>
                      </a:lnTo>
                      <a:lnTo>
                        <a:pt x="526925" y="627661"/>
                      </a:lnTo>
                      <a:lnTo>
                        <a:pt x="627661" y="526925"/>
                      </a:lnTo>
                      <a:lnTo>
                        <a:pt x="630244" y="516593"/>
                      </a:lnTo>
                      <a:lnTo>
                        <a:pt x="568253" y="454602"/>
                      </a:lnTo>
                      <a:lnTo>
                        <a:pt x="568253" y="452019"/>
                      </a:lnTo>
                      <a:lnTo>
                        <a:pt x="573419" y="444270"/>
                      </a:lnTo>
                      <a:lnTo>
                        <a:pt x="578585" y="426190"/>
                      </a:lnTo>
                      <a:lnTo>
                        <a:pt x="586333" y="418441"/>
                      </a:lnTo>
                      <a:lnTo>
                        <a:pt x="668988" y="418441"/>
                      </a:lnTo>
                      <a:lnTo>
                        <a:pt x="674154" y="415858"/>
                      </a:lnTo>
                      <a:lnTo>
                        <a:pt x="676737" y="410692"/>
                      </a:lnTo>
                      <a:lnTo>
                        <a:pt x="676737" y="263463"/>
                      </a:lnTo>
                      <a:lnTo>
                        <a:pt x="666405" y="255714"/>
                      </a:lnTo>
                      <a:lnTo>
                        <a:pt x="586333" y="255714"/>
                      </a:lnTo>
                      <a:lnTo>
                        <a:pt x="578585" y="247965"/>
                      </a:lnTo>
                      <a:lnTo>
                        <a:pt x="568253" y="222135"/>
                      </a:lnTo>
                      <a:lnTo>
                        <a:pt x="627661" y="162727"/>
                      </a:lnTo>
                      <a:lnTo>
                        <a:pt x="630244" y="152395"/>
                      </a:lnTo>
                      <a:lnTo>
                        <a:pt x="524342" y="46493"/>
                      </a:lnTo>
                      <a:lnTo>
                        <a:pt x="514010" y="46493"/>
                      </a:lnTo>
                      <a:lnTo>
                        <a:pt x="454602" y="105902"/>
                      </a:lnTo>
                      <a:lnTo>
                        <a:pt x="449436" y="105902"/>
                      </a:lnTo>
                      <a:lnTo>
                        <a:pt x="441687" y="100736"/>
                      </a:lnTo>
                      <a:lnTo>
                        <a:pt x="423607" y="95570"/>
                      </a:lnTo>
                      <a:lnTo>
                        <a:pt x="418441" y="90404"/>
                      </a:lnTo>
                      <a:lnTo>
                        <a:pt x="418441" y="5166"/>
                      </a:lnTo>
                      <a:lnTo>
                        <a:pt x="413275" y="0"/>
                      </a:lnTo>
                      <a:close/>
                      <a:moveTo>
                        <a:pt x="281543" y="20664"/>
                      </a:moveTo>
                      <a:lnTo>
                        <a:pt x="276377" y="25830"/>
                      </a:lnTo>
                      <a:lnTo>
                        <a:pt x="276377" y="105902"/>
                      </a:lnTo>
                      <a:lnTo>
                        <a:pt x="273794" y="108485"/>
                      </a:lnTo>
                      <a:lnTo>
                        <a:pt x="263463" y="111068"/>
                      </a:lnTo>
                      <a:lnTo>
                        <a:pt x="255714" y="116234"/>
                      </a:lnTo>
                      <a:lnTo>
                        <a:pt x="250548" y="116234"/>
                      </a:lnTo>
                      <a:lnTo>
                        <a:pt x="242799" y="121399"/>
                      </a:lnTo>
                      <a:lnTo>
                        <a:pt x="237633" y="121399"/>
                      </a:lnTo>
                      <a:lnTo>
                        <a:pt x="224718" y="129148"/>
                      </a:lnTo>
                      <a:lnTo>
                        <a:pt x="214386" y="129148"/>
                      </a:lnTo>
                      <a:lnTo>
                        <a:pt x="157561" y="72323"/>
                      </a:lnTo>
                      <a:lnTo>
                        <a:pt x="152395" y="72323"/>
                      </a:lnTo>
                      <a:lnTo>
                        <a:pt x="72323" y="152395"/>
                      </a:lnTo>
                      <a:lnTo>
                        <a:pt x="72323" y="157561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16234" y="250548"/>
                      </a:lnTo>
                      <a:lnTo>
                        <a:pt x="113651" y="263463"/>
                      </a:lnTo>
                      <a:lnTo>
                        <a:pt x="105902" y="276377"/>
                      </a:lnTo>
                      <a:lnTo>
                        <a:pt x="25830" y="276377"/>
                      </a:lnTo>
                      <a:lnTo>
                        <a:pt x="20664" y="281543"/>
                      </a:lnTo>
                      <a:lnTo>
                        <a:pt x="20664" y="392611"/>
                      </a:lnTo>
                      <a:lnTo>
                        <a:pt x="25830" y="397777"/>
                      </a:lnTo>
                      <a:lnTo>
                        <a:pt x="103319" y="397777"/>
                      </a:lnTo>
                      <a:lnTo>
                        <a:pt x="108485" y="400360"/>
                      </a:lnTo>
                      <a:lnTo>
                        <a:pt x="113651" y="418441"/>
                      </a:lnTo>
                      <a:lnTo>
                        <a:pt x="118816" y="426190"/>
                      </a:lnTo>
                      <a:lnTo>
                        <a:pt x="118816" y="431355"/>
                      </a:lnTo>
                      <a:lnTo>
                        <a:pt x="129148" y="449436"/>
                      </a:lnTo>
                      <a:lnTo>
                        <a:pt x="129148" y="459768"/>
                      </a:lnTo>
                      <a:lnTo>
                        <a:pt x="72323" y="516593"/>
                      </a:lnTo>
                      <a:lnTo>
                        <a:pt x="72323" y="521759"/>
                      </a:lnTo>
                      <a:lnTo>
                        <a:pt x="154978" y="604414"/>
                      </a:lnTo>
                      <a:lnTo>
                        <a:pt x="211803" y="547589"/>
                      </a:lnTo>
                      <a:lnTo>
                        <a:pt x="216969" y="545006"/>
                      </a:lnTo>
                      <a:lnTo>
                        <a:pt x="224718" y="545006"/>
                      </a:lnTo>
                      <a:lnTo>
                        <a:pt x="247965" y="557921"/>
                      </a:lnTo>
                      <a:lnTo>
                        <a:pt x="253131" y="557921"/>
                      </a:lnTo>
                      <a:lnTo>
                        <a:pt x="260880" y="563087"/>
                      </a:lnTo>
                      <a:lnTo>
                        <a:pt x="266046" y="563087"/>
                      </a:lnTo>
                      <a:lnTo>
                        <a:pt x="276377" y="568253"/>
                      </a:lnTo>
                      <a:lnTo>
                        <a:pt x="276377" y="650908"/>
                      </a:lnTo>
                      <a:lnTo>
                        <a:pt x="281543" y="656074"/>
                      </a:lnTo>
                      <a:lnTo>
                        <a:pt x="392611" y="656074"/>
                      </a:lnTo>
                      <a:lnTo>
                        <a:pt x="397777" y="650908"/>
                      </a:lnTo>
                      <a:lnTo>
                        <a:pt x="397777" y="573419"/>
                      </a:lnTo>
                      <a:lnTo>
                        <a:pt x="402943" y="565670"/>
                      </a:lnTo>
                      <a:lnTo>
                        <a:pt x="421024" y="560504"/>
                      </a:lnTo>
                      <a:lnTo>
                        <a:pt x="428773" y="555338"/>
                      </a:lnTo>
                      <a:lnTo>
                        <a:pt x="433938" y="555338"/>
                      </a:lnTo>
                      <a:lnTo>
                        <a:pt x="452019" y="545006"/>
                      </a:lnTo>
                      <a:lnTo>
                        <a:pt x="459768" y="545006"/>
                      </a:lnTo>
                      <a:lnTo>
                        <a:pt x="519176" y="604414"/>
                      </a:lnTo>
                      <a:lnTo>
                        <a:pt x="604414" y="519176"/>
                      </a:lnTo>
                      <a:lnTo>
                        <a:pt x="545006" y="459768"/>
                      </a:lnTo>
                      <a:lnTo>
                        <a:pt x="545006" y="452019"/>
                      </a:lnTo>
                      <a:lnTo>
                        <a:pt x="557921" y="428773"/>
                      </a:lnTo>
                      <a:lnTo>
                        <a:pt x="563087" y="408109"/>
                      </a:lnTo>
                      <a:lnTo>
                        <a:pt x="570836" y="397777"/>
                      </a:lnTo>
                      <a:lnTo>
                        <a:pt x="650908" y="397777"/>
                      </a:lnTo>
                      <a:lnTo>
                        <a:pt x="656074" y="392611"/>
                      </a:lnTo>
                      <a:lnTo>
                        <a:pt x="656074" y="281543"/>
                      </a:lnTo>
                      <a:lnTo>
                        <a:pt x="650908" y="276377"/>
                      </a:lnTo>
                      <a:lnTo>
                        <a:pt x="570836" y="276377"/>
                      </a:lnTo>
                      <a:lnTo>
                        <a:pt x="565670" y="271212"/>
                      </a:lnTo>
                      <a:lnTo>
                        <a:pt x="560504" y="253131"/>
                      </a:lnTo>
                      <a:lnTo>
                        <a:pt x="545006" y="222135"/>
                      </a:lnTo>
                      <a:lnTo>
                        <a:pt x="545006" y="216969"/>
                      </a:lnTo>
                      <a:lnTo>
                        <a:pt x="547589" y="211803"/>
                      </a:lnTo>
                      <a:lnTo>
                        <a:pt x="604414" y="154978"/>
                      </a:lnTo>
                      <a:lnTo>
                        <a:pt x="521759" y="72323"/>
                      </a:lnTo>
                      <a:lnTo>
                        <a:pt x="516593" y="72323"/>
                      </a:lnTo>
                      <a:lnTo>
                        <a:pt x="459768" y="129148"/>
                      </a:lnTo>
                      <a:lnTo>
                        <a:pt x="449436" y="129148"/>
                      </a:lnTo>
                      <a:lnTo>
                        <a:pt x="426190" y="116234"/>
                      </a:lnTo>
                      <a:lnTo>
                        <a:pt x="405526" y="111068"/>
                      </a:lnTo>
                      <a:lnTo>
                        <a:pt x="397777" y="103319"/>
                      </a:lnTo>
                      <a:lnTo>
                        <a:pt x="397777" y="25830"/>
                      </a:lnTo>
                      <a:lnTo>
                        <a:pt x="392611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4" name="任意形状 7023">
                  <a:extLst>
                    <a:ext uri="{FF2B5EF4-FFF2-40B4-BE49-F238E27FC236}">
                      <a16:creationId xmlns:a16="http://schemas.microsoft.com/office/drawing/2014/main" id="{85546D73-E223-1914-A0D5-21D24BB4E2BD}"/>
                    </a:ext>
                  </a:extLst>
                </p:cNvPr>
                <p:cNvSpPr/>
                <p:nvPr/>
              </p:nvSpPr>
              <p:spPr>
                <a:xfrm>
                  <a:off x="5024081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3910 h 103318"/>
                    <a:gd name="connsiteX17" fmla="*/ 0 w 103318"/>
                    <a:gd name="connsiteY17" fmla="*/ 46493 h 103318"/>
                    <a:gd name="connsiteX18" fmla="*/ 0 w 103318"/>
                    <a:gd name="connsiteY18" fmla="*/ 56825 h 103318"/>
                    <a:gd name="connsiteX19" fmla="*/ 2583 w 103318"/>
                    <a:gd name="connsiteY19" fmla="*/ 59408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7749 w 103318"/>
                    <a:gd name="connsiteY23" fmla="*/ 77489 h 103318"/>
                    <a:gd name="connsiteX24" fmla="*/ 7749 w 103318"/>
                    <a:gd name="connsiteY24" fmla="*/ 80072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41327 h 103318"/>
                    <a:gd name="connsiteX47" fmla="*/ 100736 w 103318"/>
                    <a:gd name="connsiteY47" fmla="*/ 38745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6493 h 103318"/>
                    <a:gd name="connsiteX69" fmla="*/ 20664 w 103318"/>
                    <a:gd name="connsiteY69" fmla="*/ 49076 h 103318"/>
                    <a:gd name="connsiteX70" fmla="*/ 20664 w 103318"/>
                    <a:gd name="connsiteY70" fmla="*/ 56825 h 103318"/>
                    <a:gd name="connsiteX71" fmla="*/ 23247 w 103318"/>
                    <a:gd name="connsiteY71" fmla="*/ 59408 h 103318"/>
                    <a:gd name="connsiteX72" fmla="*/ 23247 w 103318"/>
                    <a:gd name="connsiteY72" fmla="*/ 64574 h 103318"/>
                    <a:gd name="connsiteX73" fmla="*/ 25830 w 103318"/>
                    <a:gd name="connsiteY73" fmla="*/ 67157 h 103318"/>
                    <a:gd name="connsiteX74" fmla="*/ 25830 w 103318"/>
                    <a:gd name="connsiteY74" fmla="*/ 69740 h 103318"/>
                    <a:gd name="connsiteX75" fmla="*/ 33579 w 103318"/>
                    <a:gd name="connsiteY75" fmla="*/ 77489 h 103318"/>
                    <a:gd name="connsiteX76" fmla="*/ 36162 w 103318"/>
                    <a:gd name="connsiteY76" fmla="*/ 77489 h 103318"/>
                    <a:gd name="connsiteX77" fmla="*/ 38745 w 103318"/>
                    <a:gd name="connsiteY77" fmla="*/ 80072 h 103318"/>
                    <a:gd name="connsiteX78" fmla="*/ 41327 w 103318"/>
                    <a:gd name="connsiteY78" fmla="*/ 80072 h 103318"/>
                    <a:gd name="connsiteX79" fmla="*/ 43910 w 103318"/>
                    <a:gd name="connsiteY79" fmla="*/ 82655 h 103318"/>
                    <a:gd name="connsiteX80" fmla="*/ 61991 w 103318"/>
                    <a:gd name="connsiteY80" fmla="*/ 82655 h 103318"/>
                    <a:gd name="connsiteX81" fmla="*/ 64574 w 103318"/>
                    <a:gd name="connsiteY81" fmla="*/ 80072 h 103318"/>
                    <a:gd name="connsiteX82" fmla="*/ 67157 w 103318"/>
                    <a:gd name="connsiteY82" fmla="*/ 80072 h 103318"/>
                    <a:gd name="connsiteX83" fmla="*/ 80072 w 103318"/>
                    <a:gd name="connsiteY83" fmla="*/ 67157 h 103318"/>
                    <a:gd name="connsiteX84" fmla="*/ 80072 w 103318"/>
                    <a:gd name="connsiteY84" fmla="*/ 64574 h 103318"/>
                    <a:gd name="connsiteX85" fmla="*/ 82655 w 103318"/>
                    <a:gd name="connsiteY85" fmla="*/ 61991 h 103318"/>
                    <a:gd name="connsiteX86" fmla="*/ 82655 w 103318"/>
                    <a:gd name="connsiteY86" fmla="*/ 43910 h 103318"/>
                    <a:gd name="connsiteX87" fmla="*/ 80072 w 103318"/>
                    <a:gd name="connsiteY87" fmla="*/ 41327 h 103318"/>
                    <a:gd name="connsiteX88" fmla="*/ 80072 w 103318"/>
                    <a:gd name="connsiteY88" fmla="*/ 38745 h 103318"/>
                    <a:gd name="connsiteX89" fmla="*/ 77489 w 103318"/>
                    <a:gd name="connsiteY89" fmla="*/ 36162 h 103318"/>
                    <a:gd name="connsiteX90" fmla="*/ 77489 w 103318"/>
                    <a:gd name="connsiteY90" fmla="*/ 33579 h 103318"/>
                    <a:gd name="connsiteX91" fmla="*/ 69740 w 103318"/>
                    <a:gd name="connsiteY91" fmla="*/ 25830 h 103318"/>
                    <a:gd name="connsiteX92" fmla="*/ 67157 w 103318"/>
                    <a:gd name="connsiteY92" fmla="*/ 25830 h 103318"/>
                    <a:gd name="connsiteX93" fmla="*/ 64574 w 103318"/>
                    <a:gd name="connsiteY93" fmla="*/ 23247 h 103318"/>
                    <a:gd name="connsiteX94" fmla="*/ 56825 w 103318"/>
                    <a:gd name="connsiteY94" fmla="*/ 23247 h 103318"/>
                    <a:gd name="connsiteX95" fmla="*/ 54242 w 103318"/>
                    <a:gd name="connsiteY95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3910"/>
                      </a:lnTo>
                      <a:lnTo>
                        <a:pt x="0" y="46493"/>
                      </a:lnTo>
                      <a:lnTo>
                        <a:pt x="0" y="56825"/>
                      </a:lnTo>
                      <a:lnTo>
                        <a:pt x="2583" y="59408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7749" y="77489"/>
                      </a:lnTo>
                      <a:lnTo>
                        <a:pt x="7749" y="80072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41327"/>
                      </a:lnTo>
                      <a:lnTo>
                        <a:pt x="100736" y="38745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6493"/>
                      </a:lnTo>
                      <a:lnTo>
                        <a:pt x="20664" y="49076"/>
                      </a:lnTo>
                      <a:lnTo>
                        <a:pt x="20664" y="56825"/>
                      </a:lnTo>
                      <a:lnTo>
                        <a:pt x="23247" y="59408"/>
                      </a:lnTo>
                      <a:lnTo>
                        <a:pt x="23247" y="64574"/>
                      </a:lnTo>
                      <a:lnTo>
                        <a:pt x="25830" y="67157"/>
                      </a:lnTo>
                      <a:lnTo>
                        <a:pt x="25830" y="69740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5" name="任意形状 7024">
                  <a:extLst>
                    <a:ext uri="{FF2B5EF4-FFF2-40B4-BE49-F238E27FC236}">
                      <a16:creationId xmlns:a16="http://schemas.microsoft.com/office/drawing/2014/main" id="{33C3DB78-8462-B294-16DA-2B243F125F74}"/>
                    </a:ext>
                  </a:extLst>
                </p:cNvPr>
                <p:cNvSpPr/>
                <p:nvPr/>
              </p:nvSpPr>
              <p:spPr>
                <a:xfrm>
                  <a:off x="4889767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28413 w 103318"/>
                    <a:gd name="connsiteY4" fmla="*/ 5166 h 103318"/>
                    <a:gd name="connsiteX5" fmla="*/ 23247 w 103318"/>
                    <a:gd name="connsiteY5" fmla="*/ 10332 h 103318"/>
                    <a:gd name="connsiteX6" fmla="*/ 20664 w 103318"/>
                    <a:gd name="connsiteY6" fmla="*/ 10332 h 103318"/>
                    <a:gd name="connsiteX7" fmla="*/ 7749 w 103318"/>
                    <a:gd name="connsiteY7" fmla="*/ 23247 h 103318"/>
                    <a:gd name="connsiteX8" fmla="*/ 7749 w 103318"/>
                    <a:gd name="connsiteY8" fmla="*/ 25830 h 103318"/>
                    <a:gd name="connsiteX9" fmla="*/ 5166 w 103318"/>
                    <a:gd name="connsiteY9" fmla="*/ 28413 h 103318"/>
                    <a:gd name="connsiteX10" fmla="*/ 5166 w 103318"/>
                    <a:gd name="connsiteY10" fmla="*/ 30996 h 103318"/>
                    <a:gd name="connsiteX11" fmla="*/ 2583 w 103318"/>
                    <a:gd name="connsiteY11" fmla="*/ 33579 h 103318"/>
                    <a:gd name="connsiteX12" fmla="*/ 2583 w 103318"/>
                    <a:gd name="connsiteY12" fmla="*/ 38745 h 103318"/>
                    <a:gd name="connsiteX13" fmla="*/ 0 w 103318"/>
                    <a:gd name="connsiteY13" fmla="*/ 41327 h 103318"/>
                    <a:gd name="connsiteX14" fmla="*/ 0 w 103318"/>
                    <a:gd name="connsiteY14" fmla="*/ 64574 h 103318"/>
                    <a:gd name="connsiteX15" fmla="*/ 2583 w 103318"/>
                    <a:gd name="connsiteY15" fmla="*/ 67157 h 103318"/>
                    <a:gd name="connsiteX16" fmla="*/ 2583 w 103318"/>
                    <a:gd name="connsiteY16" fmla="*/ 72323 h 103318"/>
                    <a:gd name="connsiteX17" fmla="*/ 5166 w 103318"/>
                    <a:gd name="connsiteY17" fmla="*/ 74906 h 103318"/>
                    <a:gd name="connsiteX18" fmla="*/ 5166 w 103318"/>
                    <a:gd name="connsiteY18" fmla="*/ 77489 h 103318"/>
                    <a:gd name="connsiteX19" fmla="*/ 10332 w 103318"/>
                    <a:gd name="connsiteY19" fmla="*/ 82655 h 103318"/>
                    <a:gd name="connsiteX20" fmla="*/ 10332 w 103318"/>
                    <a:gd name="connsiteY20" fmla="*/ 85238 h 103318"/>
                    <a:gd name="connsiteX21" fmla="*/ 18081 w 103318"/>
                    <a:gd name="connsiteY21" fmla="*/ 92987 h 103318"/>
                    <a:gd name="connsiteX22" fmla="*/ 20664 w 103318"/>
                    <a:gd name="connsiteY22" fmla="*/ 92987 h 103318"/>
                    <a:gd name="connsiteX23" fmla="*/ 25830 w 103318"/>
                    <a:gd name="connsiteY23" fmla="*/ 98153 h 103318"/>
                    <a:gd name="connsiteX24" fmla="*/ 28413 w 103318"/>
                    <a:gd name="connsiteY24" fmla="*/ 98153 h 103318"/>
                    <a:gd name="connsiteX25" fmla="*/ 30996 w 103318"/>
                    <a:gd name="connsiteY25" fmla="*/ 100736 h 103318"/>
                    <a:gd name="connsiteX26" fmla="*/ 36162 w 103318"/>
                    <a:gd name="connsiteY26" fmla="*/ 100736 h 103318"/>
                    <a:gd name="connsiteX27" fmla="*/ 38745 w 103318"/>
                    <a:gd name="connsiteY27" fmla="*/ 103319 h 103318"/>
                    <a:gd name="connsiteX28" fmla="*/ 64574 w 103318"/>
                    <a:gd name="connsiteY28" fmla="*/ 103319 h 103318"/>
                    <a:gd name="connsiteX29" fmla="*/ 67157 w 103318"/>
                    <a:gd name="connsiteY29" fmla="*/ 100736 h 103318"/>
                    <a:gd name="connsiteX30" fmla="*/ 69740 w 103318"/>
                    <a:gd name="connsiteY30" fmla="*/ 100736 h 103318"/>
                    <a:gd name="connsiteX31" fmla="*/ 72323 w 103318"/>
                    <a:gd name="connsiteY31" fmla="*/ 98153 h 103318"/>
                    <a:gd name="connsiteX32" fmla="*/ 74906 w 103318"/>
                    <a:gd name="connsiteY32" fmla="*/ 98153 h 103318"/>
                    <a:gd name="connsiteX33" fmla="*/ 77489 w 103318"/>
                    <a:gd name="connsiteY33" fmla="*/ 95570 h 103318"/>
                    <a:gd name="connsiteX34" fmla="*/ 80072 w 103318"/>
                    <a:gd name="connsiteY34" fmla="*/ 95570 h 103318"/>
                    <a:gd name="connsiteX35" fmla="*/ 95570 w 103318"/>
                    <a:gd name="connsiteY35" fmla="*/ 80072 h 103318"/>
                    <a:gd name="connsiteX36" fmla="*/ 95570 w 103318"/>
                    <a:gd name="connsiteY36" fmla="*/ 77489 h 103318"/>
                    <a:gd name="connsiteX37" fmla="*/ 98153 w 103318"/>
                    <a:gd name="connsiteY37" fmla="*/ 74906 h 103318"/>
                    <a:gd name="connsiteX38" fmla="*/ 98153 w 103318"/>
                    <a:gd name="connsiteY38" fmla="*/ 72323 h 103318"/>
                    <a:gd name="connsiteX39" fmla="*/ 100736 w 103318"/>
                    <a:gd name="connsiteY39" fmla="*/ 69740 h 103318"/>
                    <a:gd name="connsiteX40" fmla="*/ 100736 w 103318"/>
                    <a:gd name="connsiteY40" fmla="*/ 61991 h 103318"/>
                    <a:gd name="connsiteX41" fmla="*/ 103319 w 103318"/>
                    <a:gd name="connsiteY41" fmla="*/ 59408 h 103318"/>
                    <a:gd name="connsiteX42" fmla="*/ 103319 w 103318"/>
                    <a:gd name="connsiteY42" fmla="*/ 46493 h 103318"/>
                    <a:gd name="connsiteX43" fmla="*/ 100736 w 103318"/>
                    <a:gd name="connsiteY43" fmla="*/ 43910 h 103318"/>
                    <a:gd name="connsiteX44" fmla="*/ 100736 w 103318"/>
                    <a:gd name="connsiteY44" fmla="*/ 36162 h 103318"/>
                    <a:gd name="connsiteX45" fmla="*/ 98153 w 103318"/>
                    <a:gd name="connsiteY45" fmla="*/ 33579 h 103318"/>
                    <a:gd name="connsiteX46" fmla="*/ 98153 w 103318"/>
                    <a:gd name="connsiteY46" fmla="*/ 30996 h 103318"/>
                    <a:gd name="connsiteX47" fmla="*/ 95570 w 103318"/>
                    <a:gd name="connsiteY47" fmla="*/ 28413 h 103318"/>
                    <a:gd name="connsiteX48" fmla="*/ 95570 w 103318"/>
                    <a:gd name="connsiteY48" fmla="*/ 25830 h 103318"/>
                    <a:gd name="connsiteX49" fmla="*/ 92987 w 103318"/>
                    <a:gd name="connsiteY49" fmla="*/ 23247 h 103318"/>
                    <a:gd name="connsiteX50" fmla="*/ 92987 w 103318"/>
                    <a:gd name="connsiteY50" fmla="*/ 20664 h 103318"/>
                    <a:gd name="connsiteX51" fmla="*/ 85238 w 103318"/>
                    <a:gd name="connsiteY51" fmla="*/ 12915 h 103318"/>
                    <a:gd name="connsiteX52" fmla="*/ 82655 w 103318"/>
                    <a:gd name="connsiteY52" fmla="*/ 12915 h 103318"/>
                    <a:gd name="connsiteX53" fmla="*/ 77489 w 103318"/>
                    <a:gd name="connsiteY53" fmla="*/ 7749 h 103318"/>
                    <a:gd name="connsiteX54" fmla="*/ 74906 w 103318"/>
                    <a:gd name="connsiteY54" fmla="*/ 7749 h 103318"/>
                    <a:gd name="connsiteX55" fmla="*/ 72323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38745 w 103318"/>
                    <a:gd name="connsiteY60" fmla="*/ 23247 h 103318"/>
                    <a:gd name="connsiteX61" fmla="*/ 33579 w 103318"/>
                    <a:gd name="connsiteY61" fmla="*/ 28413 h 103318"/>
                    <a:gd name="connsiteX62" fmla="*/ 30996 w 103318"/>
                    <a:gd name="connsiteY62" fmla="*/ 28413 h 103318"/>
                    <a:gd name="connsiteX63" fmla="*/ 25830 w 103318"/>
                    <a:gd name="connsiteY63" fmla="*/ 33579 h 103318"/>
                    <a:gd name="connsiteX64" fmla="*/ 25830 w 103318"/>
                    <a:gd name="connsiteY64" fmla="*/ 36162 h 103318"/>
                    <a:gd name="connsiteX65" fmla="*/ 23247 w 103318"/>
                    <a:gd name="connsiteY65" fmla="*/ 38745 h 103318"/>
                    <a:gd name="connsiteX66" fmla="*/ 23247 w 103318"/>
                    <a:gd name="connsiteY66" fmla="*/ 41327 h 103318"/>
                    <a:gd name="connsiteX67" fmla="*/ 20664 w 103318"/>
                    <a:gd name="connsiteY67" fmla="*/ 43910 h 103318"/>
                    <a:gd name="connsiteX68" fmla="*/ 20664 w 103318"/>
                    <a:gd name="connsiteY68" fmla="*/ 59408 h 103318"/>
                    <a:gd name="connsiteX69" fmla="*/ 23247 w 103318"/>
                    <a:gd name="connsiteY69" fmla="*/ 61991 h 103318"/>
                    <a:gd name="connsiteX70" fmla="*/ 23247 w 103318"/>
                    <a:gd name="connsiteY70" fmla="*/ 67157 h 103318"/>
                    <a:gd name="connsiteX71" fmla="*/ 36162 w 103318"/>
                    <a:gd name="connsiteY71" fmla="*/ 80072 h 103318"/>
                    <a:gd name="connsiteX72" fmla="*/ 38745 w 103318"/>
                    <a:gd name="connsiteY72" fmla="*/ 80072 h 103318"/>
                    <a:gd name="connsiteX73" fmla="*/ 41327 w 103318"/>
                    <a:gd name="connsiteY73" fmla="*/ 82655 h 103318"/>
                    <a:gd name="connsiteX74" fmla="*/ 59408 w 103318"/>
                    <a:gd name="connsiteY74" fmla="*/ 82655 h 103318"/>
                    <a:gd name="connsiteX75" fmla="*/ 61991 w 103318"/>
                    <a:gd name="connsiteY75" fmla="*/ 80072 h 103318"/>
                    <a:gd name="connsiteX76" fmla="*/ 64574 w 103318"/>
                    <a:gd name="connsiteY76" fmla="*/ 80072 h 103318"/>
                    <a:gd name="connsiteX77" fmla="*/ 67157 w 103318"/>
                    <a:gd name="connsiteY77" fmla="*/ 77489 h 103318"/>
                    <a:gd name="connsiteX78" fmla="*/ 69740 w 103318"/>
                    <a:gd name="connsiteY78" fmla="*/ 77489 h 103318"/>
                    <a:gd name="connsiteX79" fmla="*/ 77489 w 103318"/>
                    <a:gd name="connsiteY79" fmla="*/ 69740 h 103318"/>
                    <a:gd name="connsiteX80" fmla="*/ 77489 w 103318"/>
                    <a:gd name="connsiteY80" fmla="*/ 67157 h 103318"/>
                    <a:gd name="connsiteX81" fmla="*/ 80072 w 103318"/>
                    <a:gd name="connsiteY81" fmla="*/ 64574 h 103318"/>
                    <a:gd name="connsiteX82" fmla="*/ 80072 w 103318"/>
                    <a:gd name="connsiteY82" fmla="*/ 59408 h 103318"/>
                    <a:gd name="connsiteX83" fmla="*/ 82655 w 103318"/>
                    <a:gd name="connsiteY83" fmla="*/ 56825 h 103318"/>
                    <a:gd name="connsiteX84" fmla="*/ 82655 w 103318"/>
                    <a:gd name="connsiteY84" fmla="*/ 49076 h 103318"/>
                    <a:gd name="connsiteX85" fmla="*/ 80072 w 103318"/>
                    <a:gd name="connsiteY85" fmla="*/ 46493 h 103318"/>
                    <a:gd name="connsiteX86" fmla="*/ 80072 w 103318"/>
                    <a:gd name="connsiteY86" fmla="*/ 41327 h 103318"/>
                    <a:gd name="connsiteX87" fmla="*/ 77489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67157 w 103318"/>
                    <a:gd name="connsiteY89" fmla="*/ 25830 h 103318"/>
                    <a:gd name="connsiteX90" fmla="*/ 64574 w 103318"/>
                    <a:gd name="connsiteY90" fmla="*/ 25830 h 103318"/>
                    <a:gd name="connsiteX91" fmla="*/ 61991 w 103318"/>
                    <a:gd name="connsiteY91" fmla="*/ 23247 h 103318"/>
                    <a:gd name="connsiteX92" fmla="*/ 56825 w 103318"/>
                    <a:gd name="connsiteY92" fmla="*/ 23247 h 103318"/>
                    <a:gd name="connsiteX93" fmla="*/ 54242 w 103318"/>
                    <a:gd name="connsiteY93" fmla="*/ 20664 h 103318"/>
                    <a:gd name="connsiteX94" fmla="*/ 49076 w 103318"/>
                    <a:gd name="connsiteY94" fmla="*/ 20664 h 103318"/>
                    <a:gd name="connsiteX95" fmla="*/ 46493 w 103318"/>
                    <a:gd name="connsiteY95" fmla="*/ 23247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28413" y="5166"/>
                      </a:lnTo>
                      <a:lnTo>
                        <a:pt x="23247" y="10332"/>
                      </a:lnTo>
                      <a:lnTo>
                        <a:pt x="20664" y="10332"/>
                      </a:lnTo>
                      <a:lnTo>
                        <a:pt x="7749" y="23247"/>
                      </a:lnTo>
                      <a:lnTo>
                        <a:pt x="7749" y="25830"/>
                      </a:lnTo>
                      <a:lnTo>
                        <a:pt x="5166" y="28413"/>
                      </a:lnTo>
                      <a:lnTo>
                        <a:pt x="5166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0" y="41327"/>
                      </a:lnTo>
                      <a:lnTo>
                        <a:pt x="0" y="64574"/>
                      </a:lnTo>
                      <a:lnTo>
                        <a:pt x="2583" y="67157"/>
                      </a:lnTo>
                      <a:lnTo>
                        <a:pt x="2583" y="72323"/>
                      </a:lnTo>
                      <a:lnTo>
                        <a:pt x="5166" y="74906"/>
                      </a:lnTo>
                      <a:lnTo>
                        <a:pt x="5166" y="77489"/>
                      </a:lnTo>
                      <a:lnTo>
                        <a:pt x="10332" y="82655"/>
                      </a:lnTo>
                      <a:lnTo>
                        <a:pt x="10332" y="85238"/>
                      </a:lnTo>
                      <a:lnTo>
                        <a:pt x="18081" y="92987"/>
                      </a:lnTo>
                      <a:lnTo>
                        <a:pt x="20664" y="92987"/>
                      </a:lnTo>
                      <a:lnTo>
                        <a:pt x="25830" y="98153"/>
                      </a:lnTo>
                      <a:lnTo>
                        <a:pt x="28413" y="98153"/>
                      </a:lnTo>
                      <a:lnTo>
                        <a:pt x="30996" y="100736"/>
                      </a:lnTo>
                      <a:lnTo>
                        <a:pt x="36162" y="100736"/>
                      </a:lnTo>
                      <a:lnTo>
                        <a:pt x="38745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69740" y="100736"/>
                      </a:lnTo>
                      <a:lnTo>
                        <a:pt x="72323" y="98153"/>
                      </a:lnTo>
                      <a:lnTo>
                        <a:pt x="74906" y="98153"/>
                      </a:lnTo>
                      <a:lnTo>
                        <a:pt x="77489" y="95570"/>
                      </a:lnTo>
                      <a:lnTo>
                        <a:pt x="80072" y="95570"/>
                      </a:lnTo>
                      <a:lnTo>
                        <a:pt x="95570" y="80072"/>
                      </a:lnTo>
                      <a:lnTo>
                        <a:pt x="95570" y="77489"/>
                      </a:lnTo>
                      <a:lnTo>
                        <a:pt x="98153" y="74906"/>
                      </a:lnTo>
                      <a:lnTo>
                        <a:pt x="98153" y="72323"/>
                      </a:lnTo>
                      <a:lnTo>
                        <a:pt x="100736" y="69740"/>
                      </a:lnTo>
                      <a:lnTo>
                        <a:pt x="100736" y="61991"/>
                      </a:lnTo>
                      <a:lnTo>
                        <a:pt x="103319" y="59408"/>
                      </a:lnTo>
                      <a:lnTo>
                        <a:pt x="103319" y="46493"/>
                      </a:lnTo>
                      <a:lnTo>
                        <a:pt x="100736" y="43910"/>
                      </a:lnTo>
                      <a:lnTo>
                        <a:pt x="100736" y="36162"/>
                      </a:lnTo>
                      <a:lnTo>
                        <a:pt x="98153" y="33579"/>
                      </a:lnTo>
                      <a:lnTo>
                        <a:pt x="98153" y="30996"/>
                      </a:lnTo>
                      <a:lnTo>
                        <a:pt x="95570" y="28413"/>
                      </a:lnTo>
                      <a:lnTo>
                        <a:pt x="95570" y="25830"/>
                      </a:lnTo>
                      <a:lnTo>
                        <a:pt x="92987" y="23247"/>
                      </a:lnTo>
                      <a:lnTo>
                        <a:pt x="92987" y="20664"/>
                      </a:lnTo>
                      <a:lnTo>
                        <a:pt x="85238" y="12915"/>
                      </a:lnTo>
                      <a:lnTo>
                        <a:pt x="82655" y="12915"/>
                      </a:lnTo>
                      <a:lnTo>
                        <a:pt x="77489" y="7749"/>
                      </a:lnTo>
                      <a:lnTo>
                        <a:pt x="74906" y="7749"/>
                      </a:lnTo>
                      <a:lnTo>
                        <a:pt x="72323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38745" y="23247"/>
                      </a:moveTo>
                      <a:lnTo>
                        <a:pt x="33579" y="28413"/>
                      </a:lnTo>
                      <a:lnTo>
                        <a:pt x="30996" y="28413"/>
                      </a:lnTo>
                      <a:lnTo>
                        <a:pt x="25830" y="33579"/>
                      </a:lnTo>
                      <a:lnTo>
                        <a:pt x="25830" y="36162"/>
                      </a:lnTo>
                      <a:lnTo>
                        <a:pt x="23247" y="38745"/>
                      </a:lnTo>
                      <a:lnTo>
                        <a:pt x="23247" y="41327"/>
                      </a:lnTo>
                      <a:lnTo>
                        <a:pt x="20664" y="43910"/>
                      </a:lnTo>
                      <a:lnTo>
                        <a:pt x="20664" y="59408"/>
                      </a:lnTo>
                      <a:lnTo>
                        <a:pt x="23247" y="61991"/>
                      </a:lnTo>
                      <a:lnTo>
                        <a:pt x="23247" y="67157"/>
                      </a:lnTo>
                      <a:lnTo>
                        <a:pt x="36162" y="80072"/>
                      </a:lnTo>
                      <a:lnTo>
                        <a:pt x="38745" y="80072"/>
                      </a:lnTo>
                      <a:lnTo>
                        <a:pt x="41327" y="82655"/>
                      </a:lnTo>
                      <a:lnTo>
                        <a:pt x="59408" y="82655"/>
                      </a:lnTo>
                      <a:lnTo>
                        <a:pt x="61991" y="80072"/>
                      </a:lnTo>
                      <a:lnTo>
                        <a:pt x="64574" y="80072"/>
                      </a:lnTo>
                      <a:lnTo>
                        <a:pt x="67157" y="77489"/>
                      </a:lnTo>
                      <a:lnTo>
                        <a:pt x="69740" y="77489"/>
                      </a:lnTo>
                      <a:lnTo>
                        <a:pt x="77489" y="69740"/>
                      </a:lnTo>
                      <a:lnTo>
                        <a:pt x="77489" y="67157"/>
                      </a:lnTo>
                      <a:lnTo>
                        <a:pt x="80072" y="64574"/>
                      </a:lnTo>
                      <a:lnTo>
                        <a:pt x="80072" y="59408"/>
                      </a:lnTo>
                      <a:lnTo>
                        <a:pt x="82655" y="56825"/>
                      </a:lnTo>
                      <a:lnTo>
                        <a:pt x="82655" y="49076"/>
                      </a:lnTo>
                      <a:lnTo>
                        <a:pt x="80072" y="46493"/>
                      </a:lnTo>
                      <a:lnTo>
                        <a:pt x="80072" y="41327"/>
                      </a:lnTo>
                      <a:lnTo>
                        <a:pt x="77489" y="38745"/>
                      </a:lnTo>
                      <a:lnTo>
                        <a:pt x="77489" y="36162"/>
                      </a:lnTo>
                      <a:lnTo>
                        <a:pt x="67157" y="25830"/>
                      </a:lnTo>
                      <a:lnTo>
                        <a:pt x="64574" y="25830"/>
                      </a:lnTo>
                      <a:lnTo>
                        <a:pt x="61991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lnTo>
                        <a:pt x="49076" y="20664"/>
                      </a:lnTo>
                      <a:lnTo>
                        <a:pt x="46493" y="23247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6" name="任意形状 7025">
                  <a:extLst>
                    <a:ext uri="{FF2B5EF4-FFF2-40B4-BE49-F238E27FC236}">
                      <a16:creationId xmlns:a16="http://schemas.microsoft.com/office/drawing/2014/main" id="{95C584E6-5C68-9436-27AA-75645E1B4063}"/>
                    </a:ext>
                  </a:extLst>
                </p:cNvPr>
                <p:cNvSpPr/>
                <p:nvPr/>
              </p:nvSpPr>
              <p:spPr>
                <a:xfrm>
                  <a:off x="4752870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6493 h 103318"/>
                    <a:gd name="connsiteX17" fmla="*/ 0 w 103318"/>
                    <a:gd name="connsiteY17" fmla="*/ 49076 h 103318"/>
                    <a:gd name="connsiteX18" fmla="*/ 0 w 103318"/>
                    <a:gd name="connsiteY18" fmla="*/ 54242 h 103318"/>
                    <a:gd name="connsiteX19" fmla="*/ 2583 w 103318"/>
                    <a:gd name="connsiteY19" fmla="*/ 56825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10332 w 103318"/>
                    <a:gd name="connsiteY23" fmla="*/ 80072 h 103318"/>
                    <a:gd name="connsiteX24" fmla="*/ 10332 w 103318"/>
                    <a:gd name="connsiteY24" fmla="*/ 82655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38745 h 103318"/>
                    <a:gd name="connsiteX47" fmla="*/ 100736 w 103318"/>
                    <a:gd name="connsiteY47" fmla="*/ 36162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9076 h 103318"/>
                    <a:gd name="connsiteX69" fmla="*/ 20664 w 103318"/>
                    <a:gd name="connsiteY69" fmla="*/ 51659 h 103318"/>
                    <a:gd name="connsiteX70" fmla="*/ 23247 w 103318"/>
                    <a:gd name="connsiteY70" fmla="*/ 54242 h 103318"/>
                    <a:gd name="connsiteX71" fmla="*/ 23247 w 103318"/>
                    <a:gd name="connsiteY71" fmla="*/ 64574 h 103318"/>
                    <a:gd name="connsiteX72" fmla="*/ 28413 w 103318"/>
                    <a:gd name="connsiteY72" fmla="*/ 69740 h 103318"/>
                    <a:gd name="connsiteX73" fmla="*/ 28413 w 103318"/>
                    <a:gd name="connsiteY73" fmla="*/ 72323 h 103318"/>
                    <a:gd name="connsiteX74" fmla="*/ 33579 w 103318"/>
                    <a:gd name="connsiteY74" fmla="*/ 77489 h 103318"/>
                    <a:gd name="connsiteX75" fmla="*/ 36162 w 103318"/>
                    <a:gd name="connsiteY75" fmla="*/ 77489 h 103318"/>
                    <a:gd name="connsiteX76" fmla="*/ 38745 w 103318"/>
                    <a:gd name="connsiteY76" fmla="*/ 80072 h 103318"/>
                    <a:gd name="connsiteX77" fmla="*/ 41327 w 103318"/>
                    <a:gd name="connsiteY77" fmla="*/ 80072 h 103318"/>
                    <a:gd name="connsiteX78" fmla="*/ 43910 w 103318"/>
                    <a:gd name="connsiteY78" fmla="*/ 82655 h 103318"/>
                    <a:gd name="connsiteX79" fmla="*/ 61991 w 103318"/>
                    <a:gd name="connsiteY79" fmla="*/ 82655 h 103318"/>
                    <a:gd name="connsiteX80" fmla="*/ 64574 w 103318"/>
                    <a:gd name="connsiteY80" fmla="*/ 80072 h 103318"/>
                    <a:gd name="connsiteX81" fmla="*/ 67157 w 103318"/>
                    <a:gd name="connsiteY81" fmla="*/ 80072 h 103318"/>
                    <a:gd name="connsiteX82" fmla="*/ 80072 w 103318"/>
                    <a:gd name="connsiteY82" fmla="*/ 67157 h 103318"/>
                    <a:gd name="connsiteX83" fmla="*/ 80072 w 103318"/>
                    <a:gd name="connsiteY83" fmla="*/ 64574 h 103318"/>
                    <a:gd name="connsiteX84" fmla="*/ 82655 w 103318"/>
                    <a:gd name="connsiteY84" fmla="*/ 61991 h 103318"/>
                    <a:gd name="connsiteX85" fmla="*/ 82655 w 103318"/>
                    <a:gd name="connsiteY85" fmla="*/ 43910 h 103318"/>
                    <a:gd name="connsiteX86" fmla="*/ 80072 w 103318"/>
                    <a:gd name="connsiteY86" fmla="*/ 41327 h 103318"/>
                    <a:gd name="connsiteX87" fmla="*/ 80072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77489 w 103318"/>
                    <a:gd name="connsiteY89" fmla="*/ 33579 h 103318"/>
                    <a:gd name="connsiteX90" fmla="*/ 69740 w 103318"/>
                    <a:gd name="connsiteY90" fmla="*/ 25830 h 103318"/>
                    <a:gd name="connsiteX91" fmla="*/ 67157 w 103318"/>
                    <a:gd name="connsiteY91" fmla="*/ 25830 h 103318"/>
                    <a:gd name="connsiteX92" fmla="*/ 64574 w 103318"/>
                    <a:gd name="connsiteY92" fmla="*/ 23247 h 103318"/>
                    <a:gd name="connsiteX93" fmla="*/ 56825 w 103318"/>
                    <a:gd name="connsiteY93" fmla="*/ 23247 h 103318"/>
                    <a:gd name="connsiteX94" fmla="*/ 54242 w 103318"/>
                    <a:gd name="connsiteY94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6493"/>
                      </a:lnTo>
                      <a:lnTo>
                        <a:pt x="0" y="49076"/>
                      </a:lnTo>
                      <a:lnTo>
                        <a:pt x="0" y="54242"/>
                      </a:lnTo>
                      <a:lnTo>
                        <a:pt x="2583" y="56825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10332" y="80072"/>
                      </a:lnTo>
                      <a:lnTo>
                        <a:pt x="10332" y="82655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38745"/>
                      </a:lnTo>
                      <a:lnTo>
                        <a:pt x="100736" y="36162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9076"/>
                      </a:lnTo>
                      <a:lnTo>
                        <a:pt x="20664" y="51659"/>
                      </a:lnTo>
                      <a:lnTo>
                        <a:pt x="23247" y="54242"/>
                      </a:lnTo>
                      <a:lnTo>
                        <a:pt x="23247" y="64574"/>
                      </a:lnTo>
                      <a:lnTo>
                        <a:pt x="28413" y="69740"/>
                      </a:lnTo>
                      <a:lnTo>
                        <a:pt x="28413" y="72323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7" name="任意形状 7026">
                  <a:extLst>
                    <a:ext uri="{FF2B5EF4-FFF2-40B4-BE49-F238E27FC236}">
                      <a16:creationId xmlns:a16="http://schemas.microsoft.com/office/drawing/2014/main" id="{361D4901-074A-1122-00F7-73FEB115579B}"/>
                    </a:ext>
                  </a:extLst>
                </p:cNvPr>
                <p:cNvSpPr/>
                <p:nvPr/>
              </p:nvSpPr>
              <p:spPr>
                <a:xfrm>
                  <a:off x="4659883" y="4926419"/>
                  <a:ext cx="929868" cy="1180415"/>
                </a:xfrm>
                <a:custGeom>
                  <a:avLst/>
                  <a:gdLst>
                    <a:gd name="connsiteX0" fmla="*/ 28413 w 929868"/>
                    <a:gd name="connsiteY0" fmla="*/ 10332 h 1180415"/>
                    <a:gd name="connsiteX1" fmla="*/ 10332 w 929868"/>
                    <a:gd name="connsiteY1" fmla="*/ 28413 h 1180415"/>
                    <a:gd name="connsiteX2" fmla="*/ 0 w 929868"/>
                    <a:gd name="connsiteY2" fmla="*/ 51659 h 1180415"/>
                    <a:gd name="connsiteX3" fmla="*/ 0 w 929868"/>
                    <a:gd name="connsiteY3" fmla="*/ 1128757 h 1180415"/>
                    <a:gd name="connsiteX4" fmla="*/ 12915 w 929868"/>
                    <a:gd name="connsiteY4" fmla="*/ 1154586 h 1180415"/>
                    <a:gd name="connsiteX5" fmla="*/ 25830 w 929868"/>
                    <a:gd name="connsiteY5" fmla="*/ 1167501 h 1180415"/>
                    <a:gd name="connsiteX6" fmla="*/ 56825 w 929868"/>
                    <a:gd name="connsiteY6" fmla="*/ 1180416 h 1180415"/>
                    <a:gd name="connsiteX7" fmla="*/ 873043 w 929868"/>
                    <a:gd name="connsiteY7" fmla="*/ 1180416 h 1180415"/>
                    <a:gd name="connsiteX8" fmla="*/ 898872 w 929868"/>
                    <a:gd name="connsiteY8" fmla="*/ 1170084 h 1180415"/>
                    <a:gd name="connsiteX9" fmla="*/ 919536 w 929868"/>
                    <a:gd name="connsiteY9" fmla="*/ 1149420 h 1180415"/>
                    <a:gd name="connsiteX10" fmla="*/ 929868 w 929868"/>
                    <a:gd name="connsiteY10" fmla="*/ 1123591 h 1180415"/>
                    <a:gd name="connsiteX11" fmla="*/ 929868 w 929868"/>
                    <a:gd name="connsiteY11" fmla="*/ 56825 h 1180415"/>
                    <a:gd name="connsiteX12" fmla="*/ 924702 w 929868"/>
                    <a:gd name="connsiteY12" fmla="*/ 38745 h 1180415"/>
                    <a:gd name="connsiteX13" fmla="*/ 916953 w 929868"/>
                    <a:gd name="connsiteY13" fmla="*/ 25830 h 1180415"/>
                    <a:gd name="connsiteX14" fmla="*/ 904038 w 929868"/>
                    <a:gd name="connsiteY14" fmla="*/ 12915 h 1180415"/>
                    <a:gd name="connsiteX15" fmla="*/ 878209 w 929868"/>
                    <a:gd name="connsiteY15" fmla="*/ 0 h 1180415"/>
                    <a:gd name="connsiteX16" fmla="*/ 51659 w 929868"/>
                    <a:gd name="connsiteY16" fmla="*/ 0 h 1180415"/>
                    <a:gd name="connsiteX17" fmla="*/ 28413 w 929868"/>
                    <a:gd name="connsiteY17" fmla="*/ 235050 h 1180415"/>
                    <a:gd name="connsiteX18" fmla="*/ 23247 w 929868"/>
                    <a:gd name="connsiteY18" fmla="*/ 240216 h 1180415"/>
                    <a:gd name="connsiteX19" fmla="*/ 23247 w 929868"/>
                    <a:gd name="connsiteY19" fmla="*/ 1126174 h 1180415"/>
                    <a:gd name="connsiteX20" fmla="*/ 28413 w 929868"/>
                    <a:gd name="connsiteY20" fmla="*/ 1136505 h 1180415"/>
                    <a:gd name="connsiteX21" fmla="*/ 41327 w 929868"/>
                    <a:gd name="connsiteY21" fmla="*/ 1149420 h 1180415"/>
                    <a:gd name="connsiteX22" fmla="*/ 56825 w 929868"/>
                    <a:gd name="connsiteY22" fmla="*/ 1157169 h 1180415"/>
                    <a:gd name="connsiteX23" fmla="*/ 870460 w 929868"/>
                    <a:gd name="connsiteY23" fmla="*/ 1157169 h 1180415"/>
                    <a:gd name="connsiteX24" fmla="*/ 891124 w 929868"/>
                    <a:gd name="connsiteY24" fmla="*/ 1146837 h 1180415"/>
                    <a:gd name="connsiteX25" fmla="*/ 901455 w 929868"/>
                    <a:gd name="connsiteY25" fmla="*/ 1133922 h 1180415"/>
                    <a:gd name="connsiteX26" fmla="*/ 906621 w 929868"/>
                    <a:gd name="connsiteY26" fmla="*/ 1121008 h 1180415"/>
                    <a:gd name="connsiteX27" fmla="*/ 906621 w 929868"/>
                    <a:gd name="connsiteY27" fmla="*/ 240216 h 1180415"/>
                    <a:gd name="connsiteX28" fmla="*/ 901455 w 929868"/>
                    <a:gd name="connsiteY28" fmla="*/ 235050 h 1180415"/>
                    <a:gd name="connsiteX29" fmla="*/ 23247 w 929868"/>
                    <a:gd name="connsiteY29" fmla="*/ 54242 h 1180415"/>
                    <a:gd name="connsiteX30" fmla="*/ 23247 w 929868"/>
                    <a:gd name="connsiteY30" fmla="*/ 209220 h 1180415"/>
                    <a:gd name="connsiteX31" fmla="*/ 28413 w 929868"/>
                    <a:gd name="connsiteY31" fmla="*/ 214386 h 1180415"/>
                    <a:gd name="connsiteX32" fmla="*/ 901455 w 929868"/>
                    <a:gd name="connsiteY32" fmla="*/ 214386 h 1180415"/>
                    <a:gd name="connsiteX33" fmla="*/ 906621 w 929868"/>
                    <a:gd name="connsiteY33" fmla="*/ 209220 h 1180415"/>
                    <a:gd name="connsiteX34" fmla="*/ 906621 w 929868"/>
                    <a:gd name="connsiteY34" fmla="*/ 59408 h 1180415"/>
                    <a:gd name="connsiteX35" fmla="*/ 904038 w 929868"/>
                    <a:gd name="connsiteY35" fmla="*/ 56825 h 1180415"/>
                    <a:gd name="connsiteX36" fmla="*/ 904038 w 929868"/>
                    <a:gd name="connsiteY36" fmla="*/ 51659 h 1180415"/>
                    <a:gd name="connsiteX37" fmla="*/ 901455 w 929868"/>
                    <a:gd name="connsiteY37" fmla="*/ 49076 h 1180415"/>
                    <a:gd name="connsiteX38" fmla="*/ 898872 w 929868"/>
                    <a:gd name="connsiteY38" fmla="*/ 41327 h 1180415"/>
                    <a:gd name="connsiteX39" fmla="*/ 888541 w 929868"/>
                    <a:gd name="connsiteY39" fmla="*/ 30996 h 1180415"/>
                    <a:gd name="connsiteX40" fmla="*/ 885958 w 929868"/>
                    <a:gd name="connsiteY40" fmla="*/ 30996 h 1180415"/>
                    <a:gd name="connsiteX41" fmla="*/ 880792 w 929868"/>
                    <a:gd name="connsiteY41" fmla="*/ 25830 h 1180415"/>
                    <a:gd name="connsiteX42" fmla="*/ 875626 w 929868"/>
                    <a:gd name="connsiteY42" fmla="*/ 25830 h 1180415"/>
                    <a:gd name="connsiteX43" fmla="*/ 873043 w 929868"/>
                    <a:gd name="connsiteY43" fmla="*/ 23247 h 1180415"/>
                    <a:gd name="connsiteX44" fmla="*/ 54242 w 929868"/>
                    <a:gd name="connsiteY44" fmla="*/ 23247 h 1180415"/>
                    <a:gd name="connsiteX45" fmla="*/ 51659 w 929868"/>
                    <a:gd name="connsiteY45" fmla="*/ 25830 h 1180415"/>
                    <a:gd name="connsiteX46" fmla="*/ 43910 w 929868"/>
                    <a:gd name="connsiteY46" fmla="*/ 28413 h 1180415"/>
                    <a:gd name="connsiteX47" fmla="*/ 28413 w 929868"/>
                    <a:gd name="connsiteY47" fmla="*/ 43910 h 1180415"/>
                    <a:gd name="connsiteX48" fmla="*/ 28413 w 929868"/>
                    <a:gd name="connsiteY48" fmla="*/ 46493 h 1180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929868" h="1180415">
                      <a:moveTo>
                        <a:pt x="28413" y="10332"/>
                      </a:moveTo>
                      <a:lnTo>
                        <a:pt x="10332" y="28413"/>
                      </a:lnTo>
                      <a:lnTo>
                        <a:pt x="0" y="51659"/>
                      </a:lnTo>
                      <a:lnTo>
                        <a:pt x="0" y="1128757"/>
                      </a:lnTo>
                      <a:lnTo>
                        <a:pt x="12915" y="1154586"/>
                      </a:lnTo>
                      <a:lnTo>
                        <a:pt x="25830" y="1167501"/>
                      </a:lnTo>
                      <a:lnTo>
                        <a:pt x="56825" y="1180416"/>
                      </a:lnTo>
                      <a:lnTo>
                        <a:pt x="873043" y="1180416"/>
                      </a:lnTo>
                      <a:lnTo>
                        <a:pt x="898872" y="1170084"/>
                      </a:lnTo>
                      <a:lnTo>
                        <a:pt x="919536" y="1149420"/>
                      </a:lnTo>
                      <a:lnTo>
                        <a:pt x="929868" y="1123591"/>
                      </a:lnTo>
                      <a:lnTo>
                        <a:pt x="929868" y="56825"/>
                      </a:lnTo>
                      <a:lnTo>
                        <a:pt x="924702" y="38745"/>
                      </a:lnTo>
                      <a:lnTo>
                        <a:pt x="916953" y="25830"/>
                      </a:lnTo>
                      <a:lnTo>
                        <a:pt x="904038" y="12915"/>
                      </a:lnTo>
                      <a:lnTo>
                        <a:pt x="878209" y="0"/>
                      </a:lnTo>
                      <a:lnTo>
                        <a:pt x="51659" y="0"/>
                      </a:lnTo>
                      <a:close/>
                      <a:moveTo>
                        <a:pt x="28413" y="235050"/>
                      </a:moveTo>
                      <a:lnTo>
                        <a:pt x="23247" y="240216"/>
                      </a:lnTo>
                      <a:lnTo>
                        <a:pt x="23247" y="1126174"/>
                      </a:lnTo>
                      <a:lnTo>
                        <a:pt x="28413" y="1136505"/>
                      </a:lnTo>
                      <a:lnTo>
                        <a:pt x="41327" y="1149420"/>
                      </a:lnTo>
                      <a:lnTo>
                        <a:pt x="56825" y="1157169"/>
                      </a:lnTo>
                      <a:lnTo>
                        <a:pt x="870460" y="1157169"/>
                      </a:lnTo>
                      <a:lnTo>
                        <a:pt x="891124" y="1146837"/>
                      </a:lnTo>
                      <a:lnTo>
                        <a:pt x="901455" y="1133922"/>
                      </a:lnTo>
                      <a:lnTo>
                        <a:pt x="906621" y="1121008"/>
                      </a:lnTo>
                      <a:lnTo>
                        <a:pt x="906621" y="240216"/>
                      </a:lnTo>
                      <a:lnTo>
                        <a:pt x="901455" y="235050"/>
                      </a:lnTo>
                      <a:close/>
                      <a:moveTo>
                        <a:pt x="23247" y="54242"/>
                      </a:moveTo>
                      <a:lnTo>
                        <a:pt x="23247" y="209220"/>
                      </a:lnTo>
                      <a:lnTo>
                        <a:pt x="28413" y="214386"/>
                      </a:lnTo>
                      <a:lnTo>
                        <a:pt x="901455" y="214386"/>
                      </a:lnTo>
                      <a:lnTo>
                        <a:pt x="906621" y="209220"/>
                      </a:lnTo>
                      <a:lnTo>
                        <a:pt x="906621" y="59408"/>
                      </a:lnTo>
                      <a:lnTo>
                        <a:pt x="904038" y="56825"/>
                      </a:lnTo>
                      <a:lnTo>
                        <a:pt x="904038" y="51659"/>
                      </a:lnTo>
                      <a:lnTo>
                        <a:pt x="901455" y="49076"/>
                      </a:lnTo>
                      <a:lnTo>
                        <a:pt x="898872" y="41327"/>
                      </a:lnTo>
                      <a:lnTo>
                        <a:pt x="888541" y="30996"/>
                      </a:lnTo>
                      <a:lnTo>
                        <a:pt x="885958" y="30996"/>
                      </a:lnTo>
                      <a:lnTo>
                        <a:pt x="880792" y="25830"/>
                      </a:lnTo>
                      <a:lnTo>
                        <a:pt x="875626" y="25830"/>
                      </a:lnTo>
                      <a:lnTo>
                        <a:pt x="873043" y="23247"/>
                      </a:lnTo>
                      <a:lnTo>
                        <a:pt x="54242" y="23247"/>
                      </a:lnTo>
                      <a:lnTo>
                        <a:pt x="51659" y="25830"/>
                      </a:lnTo>
                      <a:lnTo>
                        <a:pt x="43910" y="28413"/>
                      </a:lnTo>
                      <a:lnTo>
                        <a:pt x="28413" y="43910"/>
                      </a:lnTo>
                      <a:lnTo>
                        <a:pt x="28413" y="46493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8" name="任意形状 7027">
                  <a:extLst>
                    <a:ext uri="{FF2B5EF4-FFF2-40B4-BE49-F238E27FC236}">
                      <a16:creationId xmlns:a16="http://schemas.microsoft.com/office/drawing/2014/main" id="{AAEAEDF0-6D11-4D61-00AE-1C2EA5800BEB}"/>
                    </a:ext>
                  </a:extLst>
                </p:cNvPr>
                <p:cNvSpPr/>
                <p:nvPr/>
              </p:nvSpPr>
              <p:spPr>
                <a:xfrm>
                  <a:off x="4812278" y="5311281"/>
                  <a:ext cx="625077" cy="625077"/>
                </a:xfrm>
                <a:custGeom>
                  <a:avLst/>
                  <a:gdLst>
                    <a:gd name="connsiteX0" fmla="*/ 255714 w 625077"/>
                    <a:gd name="connsiteY0" fmla="*/ 0 h 625077"/>
                    <a:gd name="connsiteX1" fmla="*/ 255714 w 625077"/>
                    <a:gd name="connsiteY1" fmla="*/ 80072 h 625077"/>
                    <a:gd name="connsiteX2" fmla="*/ 245382 w 625077"/>
                    <a:gd name="connsiteY2" fmla="*/ 90404 h 625077"/>
                    <a:gd name="connsiteX3" fmla="*/ 224718 w 625077"/>
                    <a:gd name="connsiteY3" fmla="*/ 95570 h 625077"/>
                    <a:gd name="connsiteX4" fmla="*/ 201471 w 625077"/>
                    <a:gd name="connsiteY4" fmla="*/ 108485 h 625077"/>
                    <a:gd name="connsiteX5" fmla="*/ 188557 w 625077"/>
                    <a:gd name="connsiteY5" fmla="*/ 108485 h 625077"/>
                    <a:gd name="connsiteX6" fmla="*/ 183391 w 625077"/>
                    <a:gd name="connsiteY6" fmla="*/ 105902 h 625077"/>
                    <a:gd name="connsiteX7" fmla="*/ 129148 w 625077"/>
                    <a:gd name="connsiteY7" fmla="*/ 51659 h 625077"/>
                    <a:gd name="connsiteX8" fmla="*/ 51659 w 625077"/>
                    <a:gd name="connsiteY8" fmla="*/ 129148 h 625077"/>
                    <a:gd name="connsiteX9" fmla="*/ 108485 w 625077"/>
                    <a:gd name="connsiteY9" fmla="*/ 185974 h 625077"/>
                    <a:gd name="connsiteX10" fmla="*/ 108485 w 625077"/>
                    <a:gd name="connsiteY10" fmla="*/ 201471 h 625077"/>
                    <a:gd name="connsiteX11" fmla="*/ 98153 w 625077"/>
                    <a:gd name="connsiteY11" fmla="*/ 219552 h 625077"/>
                    <a:gd name="connsiteX12" fmla="*/ 98153 w 625077"/>
                    <a:gd name="connsiteY12" fmla="*/ 224718 h 625077"/>
                    <a:gd name="connsiteX13" fmla="*/ 92987 w 625077"/>
                    <a:gd name="connsiteY13" fmla="*/ 232467 h 625077"/>
                    <a:gd name="connsiteX14" fmla="*/ 90404 w 625077"/>
                    <a:gd name="connsiteY14" fmla="*/ 245382 h 625077"/>
                    <a:gd name="connsiteX15" fmla="*/ 80072 w 625077"/>
                    <a:gd name="connsiteY15" fmla="*/ 255714 h 625077"/>
                    <a:gd name="connsiteX16" fmla="*/ 0 w 625077"/>
                    <a:gd name="connsiteY16" fmla="*/ 255714 h 625077"/>
                    <a:gd name="connsiteX17" fmla="*/ 0 w 625077"/>
                    <a:gd name="connsiteY17" fmla="*/ 366781 h 625077"/>
                    <a:gd name="connsiteX18" fmla="*/ 80072 w 625077"/>
                    <a:gd name="connsiteY18" fmla="*/ 366781 h 625077"/>
                    <a:gd name="connsiteX19" fmla="*/ 90404 w 625077"/>
                    <a:gd name="connsiteY19" fmla="*/ 377113 h 625077"/>
                    <a:gd name="connsiteX20" fmla="*/ 95570 w 625077"/>
                    <a:gd name="connsiteY20" fmla="*/ 397777 h 625077"/>
                    <a:gd name="connsiteX21" fmla="*/ 108485 w 625077"/>
                    <a:gd name="connsiteY21" fmla="*/ 421024 h 625077"/>
                    <a:gd name="connsiteX22" fmla="*/ 108485 w 625077"/>
                    <a:gd name="connsiteY22" fmla="*/ 436521 h 625077"/>
                    <a:gd name="connsiteX23" fmla="*/ 51659 w 625077"/>
                    <a:gd name="connsiteY23" fmla="*/ 493347 h 625077"/>
                    <a:gd name="connsiteX24" fmla="*/ 129148 w 625077"/>
                    <a:gd name="connsiteY24" fmla="*/ 570836 h 625077"/>
                    <a:gd name="connsiteX25" fmla="*/ 131731 w 625077"/>
                    <a:gd name="connsiteY25" fmla="*/ 570836 h 625077"/>
                    <a:gd name="connsiteX26" fmla="*/ 188557 w 625077"/>
                    <a:gd name="connsiteY26" fmla="*/ 514010 h 625077"/>
                    <a:gd name="connsiteX27" fmla="*/ 198888 w 625077"/>
                    <a:gd name="connsiteY27" fmla="*/ 514010 h 625077"/>
                    <a:gd name="connsiteX28" fmla="*/ 216969 w 625077"/>
                    <a:gd name="connsiteY28" fmla="*/ 524342 h 625077"/>
                    <a:gd name="connsiteX29" fmla="*/ 222135 w 625077"/>
                    <a:gd name="connsiteY29" fmla="*/ 524342 h 625077"/>
                    <a:gd name="connsiteX30" fmla="*/ 229884 w 625077"/>
                    <a:gd name="connsiteY30" fmla="*/ 529508 h 625077"/>
                    <a:gd name="connsiteX31" fmla="*/ 242799 w 625077"/>
                    <a:gd name="connsiteY31" fmla="*/ 532091 h 625077"/>
                    <a:gd name="connsiteX32" fmla="*/ 255714 w 625077"/>
                    <a:gd name="connsiteY32" fmla="*/ 542423 h 625077"/>
                    <a:gd name="connsiteX33" fmla="*/ 255714 w 625077"/>
                    <a:gd name="connsiteY33" fmla="*/ 625078 h 625077"/>
                    <a:gd name="connsiteX34" fmla="*/ 366781 w 625077"/>
                    <a:gd name="connsiteY34" fmla="*/ 625078 h 625077"/>
                    <a:gd name="connsiteX35" fmla="*/ 366781 w 625077"/>
                    <a:gd name="connsiteY35" fmla="*/ 545006 h 625077"/>
                    <a:gd name="connsiteX36" fmla="*/ 374530 w 625077"/>
                    <a:gd name="connsiteY36" fmla="*/ 534674 h 625077"/>
                    <a:gd name="connsiteX37" fmla="*/ 379696 w 625077"/>
                    <a:gd name="connsiteY37" fmla="*/ 534674 h 625077"/>
                    <a:gd name="connsiteX38" fmla="*/ 395194 w 625077"/>
                    <a:gd name="connsiteY38" fmla="*/ 526925 h 625077"/>
                    <a:gd name="connsiteX39" fmla="*/ 400360 w 625077"/>
                    <a:gd name="connsiteY39" fmla="*/ 526925 h 625077"/>
                    <a:gd name="connsiteX40" fmla="*/ 423607 w 625077"/>
                    <a:gd name="connsiteY40" fmla="*/ 514010 h 625077"/>
                    <a:gd name="connsiteX41" fmla="*/ 433938 w 625077"/>
                    <a:gd name="connsiteY41" fmla="*/ 514010 h 625077"/>
                    <a:gd name="connsiteX42" fmla="*/ 439104 w 625077"/>
                    <a:gd name="connsiteY42" fmla="*/ 516593 h 625077"/>
                    <a:gd name="connsiteX43" fmla="*/ 493347 w 625077"/>
                    <a:gd name="connsiteY43" fmla="*/ 570836 h 625077"/>
                    <a:gd name="connsiteX44" fmla="*/ 495930 w 625077"/>
                    <a:gd name="connsiteY44" fmla="*/ 570836 h 625077"/>
                    <a:gd name="connsiteX45" fmla="*/ 570836 w 625077"/>
                    <a:gd name="connsiteY45" fmla="*/ 495930 h 625077"/>
                    <a:gd name="connsiteX46" fmla="*/ 570836 w 625077"/>
                    <a:gd name="connsiteY46" fmla="*/ 493347 h 625077"/>
                    <a:gd name="connsiteX47" fmla="*/ 516593 w 625077"/>
                    <a:gd name="connsiteY47" fmla="*/ 439104 h 625077"/>
                    <a:gd name="connsiteX48" fmla="*/ 514010 w 625077"/>
                    <a:gd name="connsiteY48" fmla="*/ 433938 h 625077"/>
                    <a:gd name="connsiteX49" fmla="*/ 514010 w 625077"/>
                    <a:gd name="connsiteY49" fmla="*/ 426190 h 625077"/>
                    <a:gd name="connsiteX50" fmla="*/ 529508 w 625077"/>
                    <a:gd name="connsiteY50" fmla="*/ 395194 h 625077"/>
                    <a:gd name="connsiteX51" fmla="*/ 534674 w 625077"/>
                    <a:gd name="connsiteY51" fmla="*/ 374530 h 625077"/>
                    <a:gd name="connsiteX52" fmla="*/ 539840 w 625077"/>
                    <a:gd name="connsiteY52" fmla="*/ 369364 h 625077"/>
                    <a:gd name="connsiteX53" fmla="*/ 545006 w 625077"/>
                    <a:gd name="connsiteY53" fmla="*/ 366781 h 625077"/>
                    <a:gd name="connsiteX54" fmla="*/ 625078 w 625077"/>
                    <a:gd name="connsiteY54" fmla="*/ 366781 h 625077"/>
                    <a:gd name="connsiteX55" fmla="*/ 625078 w 625077"/>
                    <a:gd name="connsiteY55" fmla="*/ 255714 h 625077"/>
                    <a:gd name="connsiteX56" fmla="*/ 542423 w 625077"/>
                    <a:gd name="connsiteY56" fmla="*/ 255714 h 625077"/>
                    <a:gd name="connsiteX57" fmla="*/ 534674 w 625077"/>
                    <a:gd name="connsiteY57" fmla="*/ 247965 h 625077"/>
                    <a:gd name="connsiteX58" fmla="*/ 534674 w 625077"/>
                    <a:gd name="connsiteY58" fmla="*/ 242799 h 625077"/>
                    <a:gd name="connsiteX59" fmla="*/ 526925 w 625077"/>
                    <a:gd name="connsiteY59" fmla="*/ 227301 h 625077"/>
                    <a:gd name="connsiteX60" fmla="*/ 526925 w 625077"/>
                    <a:gd name="connsiteY60" fmla="*/ 222135 h 625077"/>
                    <a:gd name="connsiteX61" fmla="*/ 514010 w 625077"/>
                    <a:gd name="connsiteY61" fmla="*/ 198888 h 625077"/>
                    <a:gd name="connsiteX62" fmla="*/ 514010 w 625077"/>
                    <a:gd name="connsiteY62" fmla="*/ 188557 h 625077"/>
                    <a:gd name="connsiteX63" fmla="*/ 570836 w 625077"/>
                    <a:gd name="connsiteY63" fmla="*/ 131731 h 625077"/>
                    <a:gd name="connsiteX64" fmla="*/ 570836 w 625077"/>
                    <a:gd name="connsiteY64" fmla="*/ 129148 h 625077"/>
                    <a:gd name="connsiteX65" fmla="*/ 493347 w 625077"/>
                    <a:gd name="connsiteY65" fmla="*/ 51659 h 625077"/>
                    <a:gd name="connsiteX66" fmla="*/ 436521 w 625077"/>
                    <a:gd name="connsiteY66" fmla="*/ 108485 h 625077"/>
                    <a:gd name="connsiteX67" fmla="*/ 423607 w 625077"/>
                    <a:gd name="connsiteY67" fmla="*/ 108485 h 625077"/>
                    <a:gd name="connsiteX68" fmla="*/ 392611 w 625077"/>
                    <a:gd name="connsiteY68" fmla="*/ 92987 h 625077"/>
                    <a:gd name="connsiteX69" fmla="*/ 379696 w 625077"/>
                    <a:gd name="connsiteY69" fmla="*/ 90404 h 625077"/>
                    <a:gd name="connsiteX70" fmla="*/ 369364 w 625077"/>
                    <a:gd name="connsiteY70" fmla="*/ 82655 h 625077"/>
                    <a:gd name="connsiteX71" fmla="*/ 366781 w 625077"/>
                    <a:gd name="connsiteY71" fmla="*/ 77489 h 625077"/>
                    <a:gd name="connsiteX72" fmla="*/ 366781 w 625077"/>
                    <a:gd name="connsiteY72" fmla="*/ 0 h 625077"/>
                    <a:gd name="connsiteX73" fmla="*/ 291875 w 625077"/>
                    <a:gd name="connsiteY73" fmla="*/ 123982 h 625077"/>
                    <a:gd name="connsiteX74" fmla="*/ 289292 w 625077"/>
                    <a:gd name="connsiteY74" fmla="*/ 126565 h 625077"/>
                    <a:gd name="connsiteX75" fmla="*/ 276377 w 625077"/>
                    <a:gd name="connsiteY75" fmla="*/ 126565 h 625077"/>
                    <a:gd name="connsiteX76" fmla="*/ 273794 w 625077"/>
                    <a:gd name="connsiteY76" fmla="*/ 129148 h 625077"/>
                    <a:gd name="connsiteX77" fmla="*/ 266046 w 625077"/>
                    <a:gd name="connsiteY77" fmla="*/ 129148 h 625077"/>
                    <a:gd name="connsiteX78" fmla="*/ 263463 w 625077"/>
                    <a:gd name="connsiteY78" fmla="*/ 131731 h 625077"/>
                    <a:gd name="connsiteX79" fmla="*/ 255714 w 625077"/>
                    <a:gd name="connsiteY79" fmla="*/ 131731 h 625077"/>
                    <a:gd name="connsiteX80" fmla="*/ 253131 w 625077"/>
                    <a:gd name="connsiteY80" fmla="*/ 134314 h 625077"/>
                    <a:gd name="connsiteX81" fmla="*/ 247965 w 625077"/>
                    <a:gd name="connsiteY81" fmla="*/ 134314 h 625077"/>
                    <a:gd name="connsiteX82" fmla="*/ 245382 w 625077"/>
                    <a:gd name="connsiteY82" fmla="*/ 136897 h 625077"/>
                    <a:gd name="connsiteX83" fmla="*/ 242799 w 625077"/>
                    <a:gd name="connsiteY83" fmla="*/ 136897 h 625077"/>
                    <a:gd name="connsiteX84" fmla="*/ 240216 w 625077"/>
                    <a:gd name="connsiteY84" fmla="*/ 139480 h 625077"/>
                    <a:gd name="connsiteX85" fmla="*/ 235050 w 625077"/>
                    <a:gd name="connsiteY85" fmla="*/ 139480 h 625077"/>
                    <a:gd name="connsiteX86" fmla="*/ 232467 w 625077"/>
                    <a:gd name="connsiteY86" fmla="*/ 142063 h 625077"/>
                    <a:gd name="connsiteX87" fmla="*/ 229884 w 625077"/>
                    <a:gd name="connsiteY87" fmla="*/ 142063 h 625077"/>
                    <a:gd name="connsiteX88" fmla="*/ 227301 w 625077"/>
                    <a:gd name="connsiteY88" fmla="*/ 144646 h 625077"/>
                    <a:gd name="connsiteX89" fmla="*/ 224718 w 625077"/>
                    <a:gd name="connsiteY89" fmla="*/ 144646 h 625077"/>
                    <a:gd name="connsiteX90" fmla="*/ 219552 w 625077"/>
                    <a:gd name="connsiteY90" fmla="*/ 149812 h 625077"/>
                    <a:gd name="connsiteX91" fmla="*/ 216969 w 625077"/>
                    <a:gd name="connsiteY91" fmla="*/ 149812 h 625077"/>
                    <a:gd name="connsiteX92" fmla="*/ 214386 w 625077"/>
                    <a:gd name="connsiteY92" fmla="*/ 152395 h 625077"/>
                    <a:gd name="connsiteX93" fmla="*/ 211803 w 625077"/>
                    <a:gd name="connsiteY93" fmla="*/ 152395 h 625077"/>
                    <a:gd name="connsiteX94" fmla="*/ 206637 w 625077"/>
                    <a:gd name="connsiteY94" fmla="*/ 157561 h 625077"/>
                    <a:gd name="connsiteX95" fmla="*/ 204054 w 625077"/>
                    <a:gd name="connsiteY95" fmla="*/ 157561 h 625077"/>
                    <a:gd name="connsiteX96" fmla="*/ 196305 w 625077"/>
                    <a:gd name="connsiteY96" fmla="*/ 165310 h 625077"/>
                    <a:gd name="connsiteX97" fmla="*/ 193723 w 625077"/>
                    <a:gd name="connsiteY97" fmla="*/ 165310 h 625077"/>
                    <a:gd name="connsiteX98" fmla="*/ 165310 w 625077"/>
                    <a:gd name="connsiteY98" fmla="*/ 193723 h 625077"/>
                    <a:gd name="connsiteX99" fmla="*/ 165310 w 625077"/>
                    <a:gd name="connsiteY99" fmla="*/ 196305 h 625077"/>
                    <a:gd name="connsiteX100" fmla="*/ 157561 w 625077"/>
                    <a:gd name="connsiteY100" fmla="*/ 204054 h 625077"/>
                    <a:gd name="connsiteX101" fmla="*/ 157561 w 625077"/>
                    <a:gd name="connsiteY101" fmla="*/ 206637 h 625077"/>
                    <a:gd name="connsiteX102" fmla="*/ 152395 w 625077"/>
                    <a:gd name="connsiteY102" fmla="*/ 211803 h 625077"/>
                    <a:gd name="connsiteX103" fmla="*/ 152395 w 625077"/>
                    <a:gd name="connsiteY103" fmla="*/ 214386 h 625077"/>
                    <a:gd name="connsiteX104" fmla="*/ 149812 w 625077"/>
                    <a:gd name="connsiteY104" fmla="*/ 216969 h 625077"/>
                    <a:gd name="connsiteX105" fmla="*/ 149812 w 625077"/>
                    <a:gd name="connsiteY105" fmla="*/ 219552 h 625077"/>
                    <a:gd name="connsiteX106" fmla="*/ 144646 w 625077"/>
                    <a:gd name="connsiteY106" fmla="*/ 224718 h 625077"/>
                    <a:gd name="connsiteX107" fmla="*/ 144646 w 625077"/>
                    <a:gd name="connsiteY107" fmla="*/ 227301 h 625077"/>
                    <a:gd name="connsiteX108" fmla="*/ 142063 w 625077"/>
                    <a:gd name="connsiteY108" fmla="*/ 229884 h 625077"/>
                    <a:gd name="connsiteX109" fmla="*/ 142063 w 625077"/>
                    <a:gd name="connsiteY109" fmla="*/ 232467 h 625077"/>
                    <a:gd name="connsiteX110" fmla="*/ 139480 w 625077"/>
                    <a:gd name="connsiteY110" fmla="*/ 235050 h 625077"/>
                    <a:gd name="connsiteX111" fmla="*/ 139480 w 625077"/>
                    <a:gd name="connsiteY111" fmla="*/ 240216 h 625077"/>
                    <a:gd name="connsiteX112" fmla="*/ 136897 w 625077"/>
                    <a:gd name="connsiteY112" fmla="*/ 242799 h 625077"/>
                    <a:gd name="connsiteX113" fmla="*/ 136897 w 625077"/>
                    <a:gd name="connsiteY113" fmla="*/ 245382 h 625077"/>
                    <a:gd name="connsiteX114" fmla="*/ 134314 w 625077"/>
                    <a:gd name="connsiteY114" fmla="*/ 247965 h 625077"/>
                    <a:gd name="connsiteX115" fmla="*/ 134314 w 625077"/>
                    <a:gd name="connsiteY115" fmla="*/ 253131 h 625077"/>
                    <a:gd name="connsiteX116" fmla="*/ 131731 w 625077"/>
                    <a:gd name="connsiteY116" fmla="*/ 255714 h 625077"/>
                    <a:gd name="connsiteX117" fmla="*/ 131731 w 625077"/>
                    <a:gd name="connsiteY117" fmla="*/ 263463 h 625077"/>
                    <a:gd name="connsiteX118" fmla="*/ 129148 w 625077"/>
                    <a:gd name="connsiteY118" fmla="*/ 266046 h 625077"/>
                    <a:gd name="connsiteX119" fmla="*/ 129148 w 625077"/>
                    <a:gd name="connsiteY119" fmla="*/ 273794 h 625077"/>
                    <a:gd name="connsiteX120" fmla="*/ 126565 w 625077"/>
                    <a:gd name="connsiteY120" fmla="*/ 276377 h 625077"/>
                    <a:gd name="connsiteX121" fmla="*/ 126565 w 625077"/>
                    <a:gd name="connsiteY121" fmla="*/ 291875 h 625077"/>
                    <a:gd name="connsiteX122" fmla="*/ 123982 w 625077"/>
                    <a:gd name="connsiteY122" fmla="*/ 294458 h 625077"/>
                    <a:gd name="connsiteX123" fmla="*/ 123982 w 625077"/>
                    <a:gd name="connsiteY123" fmla="*/ 328037 h 625077"/>
                    <a:gd name="connsiteX124" fmla="*/ 126565 w 625077"/>
                    <a:gd name="connsiteY124" fmla="*/ 330620 h 625077"/>
                    <a:gd name="connsiteX125" fmla="*/ 126565 w 625077"/>
                    <a:gd name="connsiteY125" fmla="*/ 346118 h 625077"/>
                    <a:gd name="connsiteX126" fmla="*/ 129148 w 625077"/>
                    <a:gd name="connsiteY126" fmla="*/ 348701 h 625077"/>
                    <a:gd name="connsiteX127" fmla="*/ 129148 w 625077"/>
                    <a:gd name="connsiteY127" fmla="*/ 359032 h 625077"/>
                    <a:gd name="connsiteX128" fmla="*/ 131731 w 625077"/>
                    <a:gd name="connsiteY128" fmla="*/ 361615 h 625077"/>
                    <a:gd name="connsiteX129" fmla="*/ 131731 w 625077"/>
                    <a:gd name="connsiteY129" fmla="*/ 366781 h 625077"/>
                    <a:gd name="connsiteX130" fmla="*/ 134314 w 625077"/>
                    <a:gd name="connsiteY130" fmla="*/ 369364 h 625077"/>
                    <a:gd name="connsiteX131" fmla="*/ 134314 w 625077"/>
                    <a:gd name="connsiteY131" fmla="*/ 374530 h 625077"/>
                    <a:gd name="connsiteX132" fmla="*/ 136897 w 625077"/>
                    <a:gd name="connsiteY132" fmla="*/ 377113 h 625077"/>
                    <a:gd name="connsiteX133" fmla="*/ 136897 w 625077"/>
                    <a:gd name="connsiteY133" fmla="*/ 382279 h 625077"/>
                    <a:gd name="connsiteX134" fmla="*/ 139480 w 625077"/>
                    <a:gd name="connsiteY134" fmla="*/ 384862 h 625077"/>
                    <a:gd name="connsiteX135" fmla="*/ 139480 w 625077"/>
                    <a:gd name="connsiteY135" fmla="*/ 387445 h 625077"/>
                    <a:gd name="connsiteX136" fmla="*/ 142063 w 625077"/>
                    <a:gd name="connsiteY136" fmla="*/ 390028 h 625077"/>
                    <a:gd name="connsiteX137" fmla="*/ 142063 w 625077"/>
                    <a:gd name="connsiteY137" fmla="*/ 392611 h 625077"/>
                    <a:gd name="connsiteX138" fmla="*/ 144646 w 625077"/>
                    <a:gd name="connsiteY138" fmla="*/ 395194 h 625077"/>
                    <a:gd name="connsiteX139" fmla="*/ 144646 w 625077"/>
                    <a:gd name="connsiteY139" fmla="*/ 397777 h 625077"/>
                    <a:gd name="connsiteX140" fmla="*/ 147229 w 625077"/>
                    <a:gd name="connsiteY140" fmla="*/ 400360 h 625077"/>
                    <a:gd name="connsiteX141" fmla="*/ 147229 w 625077"/>
                    <a:gd name="connsiteY141" fmla="*/ 402943 h 625077"/>
                    <a:gd name="connsiteX142" fmla="*/ 149812 w 625077"/>
                    <a:gd name="connsiteY142" fmla="*/ 405526 h 625077"/>
                    <a:gd name="connsiteX143" fmla="*/ 149812 w 625077"/>
                    <a:gd name="connsiteY143" fmla="*/ 408109 h 625077"/>
                    <a:gd name="connsiteX144" fmla="*/ 154978 w 625077"/>
                    <a:gd name="connsiteY144" fmla="*/ 413275 h 625077"/>
                    <a:gd name="connsiteX145" fmla="*/ 154978 w 625077"/>
                    <a:gd name="connsiteY145" fmla="*/ 415858 h 625077"/>
                    <a:gd name="connsiteX146" fmla="*/ 162727 w 625077"/>
                    <a:gd name="connsiteY146" fmla="*/ 423607 h 625077"/>
                    <a:gd name="connsiteX147" fmla="*/ 162727 w 625077"/>
                    <a:gd name="connsiteY147" fmla="*/ 426190 h 625077"/>
                    <a:gd name="connsiteX148" fmla="*/ 198888 w 625077"/>
                    <a:gd name="connsiteY148" fmla="*/ 462351 h 625077"/>
                    <a:gd name="connsiteX149" fmla="*/ 201471 w 625077"/>
                    <a:gd name="connsiteY149" fmla="*/ 462351 h 625077"/>
                    <a:gd name="connsiteX150" fmla="*/ 206637 w 625077"/>
                    <a:gd name="connsiteY150" fmla="*/ 467517 h 625077"/>
                    <a:gd name="connsiteX151" fmla="*/ 209220 w 625077"/>
                    <a:gd name="connsiteY151" fmla="*/ 467517 h 625077"/>
                    <a:gd name="connsiteX152" fmla="*/ 214386 w 625077"/>
                    <a:gd name="connsiteY152" fmla="*/ 472683 h 625077"/>
                    <a:gd name="connsiteX153" fmla="*/ 216969 w 625077"/>
                    <a:gd name="connsiteY153" fmla="*/ 472683 h 625077"/>
                    <a:gd name="connsiteX154" fmla="*/ 219552 w 625077"/>
                    <a:gd name="connsiteY154" fmla="*/ 475266 h 625077"/>
                    <a:gd name="connsiteX155" fmla="*/ 222135 w 625077"/>
                    <a:gd name="connsiteY155" fmla="*/ 475266 h 625077"/>
                    <a:gd name="connsiteX156" fmla="*/ 224718 w 625077"/>
                    <a:gd name="connsiteY156" fmla="*/ 477849 h 625077"/>
                    <a:gd name="connsiteX157" fmla="*/ 227301 w 625077"/>
                    <a:gd name="connsiteY157" fmla="*/ 477849 h 625077"/>
                    <a:gd name="connsiteX158" fmla="*/ 229884 w 625077"/>
                    <a:gd name="connsiteY158" fmla="*/ 480432 h 625077"/>
                    <a:gd name="connsiteX159" fmla="*/ 232467 w 625077"/>
                    <a:gd name="connsiteY159" fmla="*/ 480432 h 625077"/>
                    <a:gd name="connsiteX160" fmla="*/ 235050 w 625077"/>
                    <a:gd name="connsiteY160" fmla="*/ 483015 h 625077"/>
                    <a:gd name="connsiteX161" fmla="*/ 237633 w 625077"/>
                    <a:gd name="connsiteY161" fmla="*/ 483015 h 625077"/>
                    <a:gd name="connsiteX162" fmla="*/ 240216 w 625077"/>
                    <a:gd name="connsiteY162" fmla="*/ 485598 h 625077"/>
                    <a:gd name="connsiteX163" fmla="*/ 242799 w 625077"/>
                    <a:gd name="connsiteY163" fmla="*/ 485598 h 625077"/>
                    <a:gd name="connsiteX164" fmla="*/ 245382 w 625077"/>
                    <a:gd name="connsiteY164" fmla="*/ 488181 h 625077"/>
                    <a:gd name="connsiteX165" fmla="*/ 250548 w 625077"/>
                    <a:gd name="connsiteY165" fmla="*/ 488181 h 625077"/>
                    <a:gd name="connsiteX166" fmla="*/ 253131 w 625077"/>
                    <a:gd name="connsiteY166" fmla="*/ 490764 h 625077"/>
                    <a:gd name="connsiteX167" fmla="*/ 258297 w 625077"/>
                    <a:gd name="connsiteY167" fmla="*/ 490764 h 625077"/>
                    <a:gd name="connsiteX168" fmla="*/ 260880 w 625077"/>
                    <a:gd name="connsiteY168" fmla="*/ 493347 h 625077"/>
                    <a:gd name="connsiteX169" fmla="*/ 268629 w 625077"/>
                    <a:gd name="connsiteY169" fmla="*/ 493347 h 625077"/>
                    <a:gd name="connsiteX170" fmla="*/ 271212 w 625077"/>
                    <a:gd name="connsiteY170" fmla="*/ 495930 h 625077"/>
                    <a:gd name="connsiteX171" fmla="*/ 281543 w 625077"/>
                    <a:gd name="connsiteY171" fmla="*/ 495930 h 625077"/>
                    <a:gd name="connsiteX172" fmla="*/ 284126 w 625077"/>
                    <a:gd name="connsiteY172" fmla="*/ 498513 h 625077"/>
                    <a:gd name="connsiteX173" fmla="*/ 338369 w 625077"/>
                    <a:gd name="connsiteY173" fmla="*/ 498513 h 625077"/>
                    <a:gd name="connsiteX174" fmla="*/ 340952 w 625077"/>
                    <a:gd name="connsiteY174" fmla="*/ 495930 h 625077"/>
                    <a:gd name="connsiteX175" fmla="*/ 351284 w 625077"/>
                    <a:gd name="connsiteY175" fmla="*/ 495930 h 625077"/>
                    <a:gd name="connsiteX176" fmla="*/ 353866 w 625077"/>
                    <a:gd name="connsiteY176" fmla="*/ 493347 h 625077"/>
                    <a:gd name="connsiteX177" fmla="*/ 361615 w 625077"/>
                    <a:gd name="connsiteY177" fmla="*/ 493347 h 625077"/>
                    <a:gd name="connsiteX178" fmla="*/ 364198 w 625077"/>
                    <a:gd name="connsiteY178" fmla="*/ 490764 h 625077"/>
                    <a:gd name="connsiteX179" fmla="*/ 369364 w 625077"/>
                    <a:gd name="connsiteY179" fmla="*/ 490764 h 625077"/>
                    <a:gd name="connsiteX180" fmla="*/ 371947 w 625077"/>
                    <a:gd name="connsiteY180" fmla="*/ 488181 h 625077"/>
                    <a:gd name="connsiteX181" fmla="*/ 377113 w 625077"/>
                    <a:gd name="connsiteY181" fmla="*/ 488181 h 625077"/>
                    <a:gd name="connsiteX182" fmla="*/ 379696 w 625077"/>
                    <a:gd name="connsiteY182" fmla="*/ 485598 h 625077"/>
                    <a:gd name="connsiteX183" fmla="*/ 384862 w 625077"/>
                    <a:gd name="connsiteY183" fmla="*/ 485598 h 625077"/>
                    <a:gd name="connsiteX184" fmla="*/ 387445 w 625077"/>
                    <a:gd name="connsiteY184" fmla="*/ 483015 h 625077"/>
                    <a:gd name="connsiteX185" fmla="*/ 390028 w 625077"/>
                    <a:gd name="connsiteY185" fmla="*/ 483015 h 625077"/>
                    <a:gd name="connsiteX186" fmla="*/ 392611 w 625077"/>
                    <a:gd name="connsiteY186" fmla="*/ 480432 h 625077"/>
                    <a:gd name="connsiteX187" fmla="*/ 395194 w 625077"/>
                    <a:gd name="connsiteY187" fmla="*/ 480432 h 625077"/>
                    <a:gd name="connsiteX188" fmla="*/ 397777 w 625077"/>
                    <a:gd name="connsiteY188" fmla="*/ 477849 h 625077"/>
                    <a:gd name="connsiteX189" fmla="*/ 400360 w 625077"/>
                    <a:gd name="connsiteY189" fmla="*/ 477849 h 625077"/>
                    <a:gd name="connsiteX190" fmla="*/ 402943 w 625077"/>
                    <a:gd name="connsiteY190" fmla="*/ 475266 h 625077"/>
                    <a:gd name="connsiteX191" fmla="*/ 405526 w 625077"/>
                    <a:gd name="connsiteY191" fmla="*/ 475266 h 625077"/>
                    <a:gd name="connsiteX192" fmla="*/ 410692 w 625077"/>
                    <a:gd name="connsiteY192" fmla="*/ 470100 h 625077"/>
                    <a:gd name="connsiteX193" fmla="*/ 413275 w 625077"/>
                    <a:gd name="connsiteY193" fmla="*/ 470100 h 625077"/>
                    <a:gd name="connsiteX194" fmla="*/ 418441 w 625077"/>
                    <a:gd name="connsiteY194" fmla="*/ 464934 h 625077"/>
                    <a:gd name="connsiteX195" fmla="*/ 421024 w 625077"/>
                    <a:gd name="connsiteY195" fmla="*/ 464934 h 625077"/>
                    <a:gd name="connsiteX196" fmla="*/ 428773 w 625077"/>
                    <a:gd name="connsiteY196" fmla="*/ 457185 h 625077"/>
                    <a:gd name="connsiteX197" fmla="*/ 431355 w 625077"/>
                    <a:gd name="connsiteY197" fmla="*/ 457185 h 625077"/>
                    <a:gd name="connsiteX198" fmla="*/ 457185 w 625077"/>
                    <a:gd name="connsiteY198" fmla="*/ 431355 h 625077"/>
                    <a:gd name="connsiteX199" fmla="*/ 457185 w 625077"/>
                    <a:gd name="connsiteY199" fmla="*/ 428773 h 625077"/>
                    <a:gd name="connsiteX200" fmla="*/ 464934 w 625077"/>
                    <a:gd name="connsiteY200" fmla="*/ 421024 h 625077"/>
                    <a:gd name="connsiteX201" fmla="*/ 464934 w 625077"/>
                    <a:gd name="connsiteY201" fmla="*/ 418441 h 625077"/>
                    <a:gd name="connsiteX202" fmla="*/ 470100 w 625077"/>
                    <a:gd name="connsiteY202" fmla="*/ 413275 h 625077"/>
                    <a:gd name="connsiteX203" fmla="*/ 470100 w 625077"/>
                    <a:gd name="connsiteY203" fmla="*/ 410692 h 625077"/>
                    <a:gd name="connsiteX204" fmla="*/ 475266 w 625077"/>
                    <a:gd name="connsiteY204" fmla="*/ 405526 h 625077"/>
                    <a:gd name="connsiteX205" fmla="*/ 475266 w 625077"/>
                    <a:gd name="connsiteY205" fmla="*/ 402943 h 625077"/>
                    <a:gd name="connsiteX206" fmla="*/ 477849 w 625077"/>
                    <a:gd name="connsiteY206" fmla="*/ 400360 h 625077"/>
                    <a:gd name="connsiteX207" fmla="*/ 477849 w 625077"/>
                    <a:gd name="connsiteY207" fmla="*/ 397777 h 625077"/>
                    <a:gd name="connsiteX208" fmla="*/ 480432 w 625077"/>
                    <a:gd name="connsiteY208" fmla="*/ 395194 h 625077"/>
                    <a:gd name="connsiteX209" fmla="*/ 480432 w 625077"/>
                    <a:gd name="connsiteY209" fmla="*/ 392611 h 625077"/>
                    <a:gd name="connsiteX210" fmla="*/ 483015 w 625077"/>
                    <a:gd name="connsiteY210" fmla="*/ 390028 h 625077"/>
                    <a:gd name="connsiteX211" fmla="*/ 483015 w 625077"/>
                    <a:gd name="connsiteY211" fmla="*/ 387445 h 625077"/>
                    <a:gd name="connsiteX212" fmla="*/ 485598 w 625077"/>
                    <a:gd name="connsiteY212" fmla="*/ 384862 h 625077"/>
                    <a:gd name="connsiteX213" fmla="*/ 485598 w 625077"/>
                    <a:gd name="connsiteY213" fmla="*/ 379696 h 625077"/>
                    <a:gd name="connsiteX214" fmla="*/ 488181 w 625077"/>
                    <a:gd name="connsiteY214" fmla="*/ 377113 h 625077"/>
                    <a:gd name="connsiteX215" fmla="*/ 488181 w 625077"/>
                    <a:gd name="connsiteY215" fmla="*/ 374530 h 625077"/>
                    <a:gd name="connsiteX216" fmla="*/ 490764 w 625077"/>
                    <a:gd name="connsiteY216" fmla="*/ 371947 h 625077"/>
                    <a:gd name="connsiteX217" fmla="*/ 490764 w 625077"/>
                    <a:gd name="connsiteY217" fmla="*/ 364198 h 625077"/>
                    <a:gd name="connsiteX218" fmla="*/ 493347 w 625077"/>
                    <a:gd name="connsiteY218" fmla="*/ 361615 h 625077"/>
                    <a:gd name="connsiteX219" fmla="*/ 493347 w 625077"/>
                    <a:gd name="connsiteY219" fmla="*/ 356449 h 625077"/>
                    <a:gd name="connsiteX220" fmla="*/ 495930 w 625077"/>
                    <a:gd name="connsiteY220" fmla="*/ 353866 h 625077"/>
                    <a:gd name="connsiteX221" fmla="*/ 495930 w 625077"/>
                    <a:gd name="connsiteY221" fmla="*/ 343535 h 625077"/>
                    <a:gd name="connsiteX222" fmla="*/ 498513 w 625077"/>
                    <a:gd name="connsiteY222" fmla="*/ 340952 h 625077"/>
                    <a:gd name="connsiteX223" fmla="*/ 498513 w 625077"/>
                    <a:gd name="connsiteY223" fmla="*/ 284126 h 625077"/>
                    <a:gd name="connsiteX224" fmla="*/ 495930 w 625077"/>
                    <a:gd name="connsiteY224" fmla="*/ 281543 h 625077"/>
                    <a:gd name="connsiteX225" fmla="*/ 495930 w 625077"/>
                    <a:gd name="connsiteY225" fmla="*/ 271212 h 625077"/>
                    <a:gd name="connsiteX226" fmla="*/ 493347 w 625077"/>
                    <a:gd name="connsiteY226" fmla="*/ 268629 h 625077"/>
                    <a:gd name="connsiteX227" fmla="*/ 493347 w 625077"/>
                    <a:gd name="connsiteY227" fmla="*/ 260880 h 625077"/>
                    <a:gd name="connsiteX228" fmla="*/ 490764 w 625077"/>
                    <a:gd name="connsiteY228" fmla="*/ 258297 h 625077"/>
                    <a:gd name="connsiteX229" fmla="*/ 490764 w 625077"/>
                    <a:gd name="connsiteY229" fmla="*/ 253131 h 625077"/>
                    <a:gd name="connsiteX230" fmla="*/ 488181 w 625077"/>
                    <a:gd name="connsiteY230" fmla="*/ 250548 h 625077"/>
                    <a:gd name="connsiteX231" fmla="*/ 488181 w 625077"/>
                    <a:gd name="connsiteY231" fmla="*/ 245382 h 625077"/>
                    <a:gd name="connsiteX232" fmla="*/ 485598 w 625077"/>
                    <a:gd name="connsiteY232" fmla="*/ 242799 h 625077"/>
                    <a:gd name="connsiteX233" fmla="*/ 485598 w 625077"/>
                    <a:gd name="connsiteY233" fmla="*/ 240216 h 625077"/>
                    <a:gd name="connsiteX234" fmla="*/ 483015 w 625077"/>
                    <a:gd name="connsiteY234" fmla="*/ 237633 h 625077"/>
                    <a:gd name="connsiteX235" fmla="*/ 483015 w 625077"/>
                    <a:gd name="connsiteY235" fmla="*/ 232467 h 625077"/>
                    <a:gd name="connsiteX236" fmla="*/ 480432 w 625077"/>
                    <a:gd name="connsiteY236" fmla="*/ 229884 h 625077"/>
                    <a:gd name="connsiteX237" fmla="*/ 480432 w 625077"/>
                    <a:gd name="connsiteY237" fmla="*/ 227301 h 625077"/>
                    <a:gd name="connsiteX238" fmla="*/ 477849 w 625077"/>
                    <a:gd name="connsiteY238" fmla="*/ 224718 h 625077"/>
                    <a:gd name="connsiteX239" fmla="*/ 477849 w 625077"/>
                    <a:gd name="connsiteY239" fmla="*/ 222135 h 625077"/>
                    <a:gd name="connsiteX240" fmla="*/ 472683 w 625077"/>
                    <a:gd name="connsiteY240" fmla="*/ 216969 h 625077"/>
                    <a:gd name="connsiteX241" fmla="*/ 472683 w 625077"/>
                    <a:gd name="connsiteY241" fmla="*/ 214386 h 625077"/>
                    <a:gd name="connsiteX242" fmla="*/ 470100 w 625077"/>
                    <a:gd name="connsiteY242" fmla="*/ 211803 h 625077"/>
                    <a:gd name="connsiteX243" fmla="*/ 470100 w 625077"/>
                    <a:gd name="connsiteY243" fmla="*/ 209220 h 625077"/>
                    <a:gd name="connsiteX244" fmla="*/ 462351 w 625077"/>
                    <a:gd name="connsiteY244" fmla="*/ 201471 h 625077"/>
                    <a:gd name="connsiteX245" fmla="*/ 462351 w 625077"/>
                    <a:gd name="connsiteY245" fmla="*/ 198888 h 625077"/>
                    <a:gd name="connsiteX246" fmla="*/ 452019 w 625077"/>
                    <a:gd name="connsiteY246" fmla="*/ 188557 h 625077"/>
                    <a:gd name="connsiteX247" fmla="*/ 452019 w 625077"/>
                    <a:gd name="connsiteY247" fmla="*/ 185974 h 625077"/>
                    <a:gd name="connsiteX248" fmla="*/ 439104 w 625077"/>
                    <a:gd name="connsiteY248" fmla="*/ 173059 h 625077"/>
                    <a:gd name="connsiteX249" fmla="*/ 436521 w 625077"/>
                    <a:gd name="connsiteY249" fmla="*/ 173059 h 625077"/>
                    <a:gd name="connsiteX250" fmla="*/ 423607 w 625077"/>
                    <a:gd name="connsiteY250" fmla="*/ 160144 h 625077"/>
                    <a:gd name="connsiteX251" fmla="*/ 421024 w 625077"/>
                    <a:gd name="connsiteY251" fmla="*/ 160144 h 625077"/>
                    <a:gd name="connsiteX252" fmla="*/ 415858 w 625077"/>
                    <a:gd name="connsiteY252" fmla="*/ 154978 h 625077"/>
                    <a:gd name="connsiteX253" fmla="*/ 413275 w 625077"/>
                    <a:gd name="connsiteY253" fmla="*/ 154978 h 625077"/>
                    <a:gd name="connsiteX254" fmla="*/ 408109 w 625077"/>
                    <a:gd name="connsiteY254" fmla="*/ 149812 h 625077"/>
                    <a:gd name="connsiteX255" fmla="*/ 405526 w 625077"/>
                    <a:gd name="connsiteY255" fmla="*/ 149812 h 625077"/>
                    <a:gd name="connsiteX256" fmla="*/ 402943 w 625077"/>
                    <a:gd name="connsiteY256" fmla="*/ 147229 h 625077"/>
                    <a:gd name="connsiteX257" fmla="*/ 400360 w 625077"/>
                    <a:gd name="connsiteY257" fmla="*/ 147229 h 625077"/>
                    <a:gd name="connsiteX258" fmla="*/ 397777 w 625077"/>
                    <a:gd name="connsiteY258" fmla="*/ 144646 h 625077"/>
                    <a:gd name="connsiteX259" fmla="*/ 395194 w 625077"/>
                    <a:gd name="connsiteY259" fmla="*/ 144646 h 625077"/>
                    <a:gd name="connsiteX260" fmla="*/ 392611 w 625077"/>
                    <a:gd name="connsiteY260" fmla="*/ 142063 h 625077"/>
                    <a:gd name="connsiteX261" fmla="*/ 390028 w 625077"/>
                    <a:gd name="connsiteY261" fmla="*/ 142063 h 625077"/>
                    <a:gd name="connsiteX262" fmla="*/ 387445 w 625077"/>
                    <a:gd name="connsiteY262" fmla="*/ 139480 h 625077"/>
                    <a:gd name="connsiteX263" fmla="*/ 384862 w 625077"/>
                    <a:gd name="connsiteY263" fmla="*/ 139480 h 625077"/>
                    <a:gd name="connsiteX264" fmla="*/ 382279 w 625077"/>
                    <a:gd name="connsiteY264" fmla="*/ 136897 h 625077"/>
                    <a:gd name="connsiteX265" fmla="*/ 377113 w 625077"/>
                    <a:gd name="connsiteY265" fmla="*/ 136897 h 625077"/>
                    <a:gd name="connsiteX266" fmla="*/ 374530 w 625077"/>
                    <a:gd name="connsiteY266" fmla="*/ 134314 h 625077"/>
                    <a:gd name="connsiteX267" fmla="*/ 369364 w 625077"/>
                    <a:gd name="connsiteY267" fmla="*/ 134314 h 625077"/>
                    <a:gd name="connsiteX268" fmla="*/ 366781 w 625077"/>
                    <a:gd name="connsiteY268" fmla="*/ 131731 h 625077"/>
                    <a:gd name="connsiteX269" fmla="*/ 361615 w 625077"/>
                    <a:gd name="connsiteY269" fmla="*/ 131731 h 625077"/>
                    <a:gd name="connsiteX270" fmla="*/ 359032 w 625077"/>
                    <a:gd name="connsiteY270" fmla="*/ 129148 h 625077"/>
                    <a:gd name="connsiteX271" fmla="*/ 351284 w 625077"/>
                    <a:gd name="connsiteY271" fmla="*/ 129148 h 625077"/>
                    <a:gd name="connsiteX272" fmla="*/ 348701 w 625077"/>
                    <a:gd name="connsiteY272" fmla="*/ 126565 h 625077"/>
                    <a:gd name="connsiteX273" fmla="*/ 333203 w 625077"/>
                    <a:gd name="connsiteY273" fmla="*/ 126565 h 625077"/>
                    <a:gd name="connsiteX274" fmla="*/ 330620 w 625077"/>
                    <a:gd name="connsiteY274" fmla="*/ 123982 h 625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</a:cxnLst>
                  <a:rect l="l" t="t" r="r" b="b"/>
                  <a:pathLst>
                    <a:path w="625077" h="625077">
                      <a:moveTo>
                        <a:pt x="255714" y="0"/>
                      </a:moveTo>
                      <a:lnTo>
                        <a:pt x="255714" y="80072"/>
                      </a:lnTo>
                      <a:lnTo>
                        <a:pt x="245382" y="90404"/>
                      </a:lnTo>
                      <a:lnTo>
                        <a:pt x="224718" y="95570"/>
                      </a:lnTo>
                      <a:lnTo>
                        <a:pt x="201471" y="108485"/>
                      </a:lnTo>
                      <a:lnTo>
                        <a:pt x="188557" y="108485"/>
                      </a:lnTo>
                      <a:lnTo>
                        <a:pt x="183391" y="105902"/>
                      </a:lnTo>
                      <a:lnTo>
                        <a:pt x="129148" y="51659"/>
                      </a:lnTo>
                      <a:lnTo>
                        <a:pt x="51659" y="129148"/>
                      </a:lnTo>
                      <a:lnTo>
                        <a:pt x="108485" y="185974"/>
                      </a:lnTo>
                      <a:lnTo>
                        <a:pt x="108485" y="201471"/>
                      </a:lnTo>
                      <a:lnTo>
                        <a:pt x="98153" y="219552"/>
                      </a:lnTo>
                      <a:lnTo>
                        <a:pt x="98153" y="224718"/>
                      </a:lnTo>
                      <a:lnTo>
                        <a:pt x="92987" y="232467"/>
                      </a:lnTo>
                      <a:lnTo>
                        <a:pt x="90404" y="245382"/>
                      </a:lnTo>
                      <a:lnTo>
                        <a:pt x="80072" y="255714"/>
                      </a:lnTo>
                      <a:lnTo>
                        <a:pt x="0" y="255714"/>
                      </a:lnTo>
                      <a:lnTo>
                        <a:pt x="0" y="366781"/>
                      </a:lnTo>
                      <a:lnTo>
                        <a:pt x="80072" y="366781"/>
                      </a:lnTo>
                      <a:lnTo>
                        <a:pt x="90404" y="377113"/>
                      </a:lnTo>
                      <a:lnTo>
                        <a:pt x="95570" y="397777"/>
                      </a:lnTo>
                      <a:lnTo>
                        <a:pt x="108485" y="421024"/>
                      </a:lnTo>
                      <a:lnTo>
                        <a:pt x="108485" y="436521"/>
                      </a:lnTo>
                      <a:lnTo>
                        <a:pt x="51659" y="493347"/>
                      </a:lnTo>
                      <a:lnTo>
                        <a:pt x="129148" y="570836"/>
                      </a:lnTo>
                      <a:lnTo>
                        <a:pt x="131731" y="570836"/>
                      </a:lnTo>
                      <a:lnTo>
                        <a:pt x="188557" y="514010"/>
                      </a:lnTo>
                      <a:lnTo>
                        <a:pt x="198888" y="514010"/>
                      </a:lnTo>
                      <a:lnTo>
                        <a:pt x="216969" y="524342"/>
                      </a:lnTo>
                      <a:lnTo>
                        <a:pt x="222135" y="524342"/>
                      </a:lnTo>
                      <a:lnTo>
                        <a:pt x="229884" y="529508"/>
                      </a:lnTo>
                      <a:lnTo>
                        <a:pt x="242799" y="532091"/>
                      </a:lnTo>
                      <a:lnTo>
                        <a:pt x="255714" y="542423"/>
                      </a:lnTo>
                      <a:lnTo>
                        <a:pt x="255714" y="625078"/>
                      </a:lnTo>
                      <a:lnTo>
                        <a:pt x="366781" y="625078"/>
                      </a:lnTo>
                      <a:lnTo>
                        <a:pt x="366781" y="545006"/>
                      </a:lnTo>
                      <a:lnTo>
                        <a:pt x="374530" y="534674"/>
                      </a:lnTo>
                      <a:lnTo>
                        <a:pt x="379696" y="534674"/>
                      </a:lnTo>
                      <a:lnTo>
                        <a:pt x="395194" y="526925"/>
                      </a:lnTo>
                      <a:lnTo>
                        <a:pt x="400360" y="526925"/>
                      </a:lnTo>
                      <a:lnTo>
                        <a:pt x="423607" y="514010"/>
                      </a:lnTo>
                      <a:lnTo>
                        <a:pt x="433938" y="514010"/>
                      </a:lnTo>
                      <a:lnTo>
                        <a:pt x="439104" y="516593"/>
                      </a:lnTo>
                      <a:lnTo>
                        <a:pt x="493347" y="570836"/>
                      </a:lnTo>
                      <a:lnTo>
                        <a:pt x="495930" y="570836"/>
                      </a:lnTo>
                      <a:lnTo>
                        <a:pt x="570836" y="495930"/>
                      </a:lnTo>
                      <a:lnTo>
                        <a:pt x="570836" y="493347"/>
                      </a:lnTo>
                      <a:lnTo>
                        <a:pt x="516593" y="439104"/>
                      </a:lnTo>
                      <a:lnTo>
                        <a:pt x="514010" y="433938"/>
                      </a:lnTo>
                      <a:lnTo>
                        <a:pt x="514010" y="426190"/>
                      </a:lnTo>
                      <a:lnTo>
                        <a:pt x="529508" y="395194"/>
                      </a:lnTo>
                      <a:lnTo>
                        <a:pt x="534674" y="374530"/>
                      </a:lnTo>
                      <a:lnTo>
                        <a:pt x="539840" y="369364"/>
                      </a:lnTo>
                      <a:lnTo>
                        <a:pt x="545006" y="366781"/>
                      </a:lnTo>
                      <a:lnTo>
                        <a:pt x="625078" y="366781"/>
                      </a:lnTo>
                      <a:lnTo>
                        <a:pt x="625078" y="255714"/>
                      </a:lnTo>
                      <a:lnTo>
                        <a:pt x="542423" y="255714"/>
                      </a:lnTo>
                      <a:lnTo>
                        <a:pt x="534674" y="247965"/>
                      </a:lnTo>
                      <a:lnTo>
                        <a:pt x="534674" y="242799"/>
                      </a:lnTo>
                      <a:lnTo>
                        <a:pt x="526925" y="227301"/>
                      </a:lnTo>
                      <a:lnTo>
                        <a:pt x="526925" y="222135"/>
                      </a:lnTo>
                      <a:lnTo>
                        <a:pt x="514010" y="198888"/>
                      </a:lnTo>
                      <a:lnTo>
                        <a:pt x="514010" y="188557"/>
                      </a:lnTo>
                      <a:lnTo>
                        <a:pt x="570836" y="131731"/>
                      </a:lnTo>
                      <a:lnTo>
                        <a:pt x="570836" y="129148"/>
                      </a:lnTo>
                      <a:lnTo>
                        <a:pt x="493347" y="51659"/>
                      </a:lnTo>
                      <a:lnTo>
                        <a:pt x="436521" y="108485"/>
                      </a:lnTo>
                      <a:lnTo>
                        <a:pt x="423607" y="108485"/>
                      </a:lnTo>
                      <a:lnTo>
                        <a:pt x="392611" y="92987"/>
                      </a:lnTo>
                      <a:lnTo>
                        <a:pt x="379696" y="90404"/>
                      </a:lnTo>
                      <a:lnTo>
                        <a:pt x="369364" y="82655"/>
                      </a:lnTo>
                      <a:lnTo>
                        <a:pt x="366781" y="77489"/>
                      </a:lnTo>
                      <a:lnTo>
                        <a:pt x="366781" y="0"/>
                      </a:lnTo>
                      <a:close/>
                      <a:moveTo>
                        <a:pt x="291875" y="123982"/>
                      </a:moveTo>
                      <a:lnTo>
                        <a:pt x="289292" y="126565"/>
                      </a:lnTo>
                      <a:lnTo>
                        <a:pt x="276377" y="126565"/>
                      </a:lnTo>
                      <a:lnTo>
                        <a:pt x="273794" y="129148"/>
                      </a:lnTo>
                      <a:lnTo>
                        <a:pt x="266046" y="129148"/>
                      </a:lnTo>
                      <a:lnTo>
                        <a:pt x="263463" y="131731"/>
                      </a:lnTo>
                      <a:lnTo>
                        <a:pt x="255714" y="131731"/>
                      </a:lnTo>
                      <a:lnTo>
                        <a:pt x="253131" y="134314"/>
                      </a:lnTo>
                      <a:lnTo>
                        <a:pt x="247965" y="134314"/>
                      </a:lnTo>
                      <a:lnTo>
                        <a:pt x="245382" y="136897"/>
                      </a:lnTo>
                      <a:lnTo>
                        <a:pt x="242799" y="136897"/>
                      </a:lnTo>
                      <a:lnTo>
                        <a:pt x="240216" y="139480"/>
                      </a:lnTo>
                      <a:lnTo>
                        <a:pt x="235050" y="139480"/>
                      </a:lnTo>
                      <a:lnTo>
                        <a:pt x="232467" y="142063"/>
                      </a:lnTo>
                      <a:lnTo>
                        <a:pt x="229884" y="142063"/>
                      </a:lnTo>
                      <a:lnTo>
                        <a:pt x="227301" y="144646"/>
                      </a:lnTo>
                      <a:lnTo>
                        <a:pt x="224718" y="144646"/>
                      </a:lnTo>
                      <a:lnTo>
                        <a:pt x="219552" y="149812"/>
                      </a:lnTo>
                      <a:lnTo>
                        <a:pt x="216969" y="149812"/>
                      </a:lnTo>
                      <a:lnTo>
                        <a:pt x="214386" y="152395"/>
                      </a:lnTo>
                      <a:lnTo>
                        <a:pt x="211803" y="152395"/>
                      </a:lnTo>
                      <a:lnTo>
                        <a:pt x="206637" y="157561"/>
                      </a:lnTo>
                      <a:lnTo>
                        <a:pt x="204054" y="157561"/>
                      </a:lnTo>
                      <a:lnTo>
                        <a:pt x="196305" y="165310"/>
                      </a:lnTo>
                      <a:lnTo>
                        <a:pt x="193723" y="165310"/>
                      </a:lnTo>
                      <a:lnTo>
                        <a:pt x="165310" y="193723"/>
                      </a:lnTo>
                      <a:lnTo>
                        <a:pt x="165310" y="196305"/>
                      </a:lnTo>
                      <a:lnTo>
                        <a:pt x="157561" y="204054"/>
                      </a:lnTo>
                      <a:lnTo>
                        <a:pt x="157561" y="206637"/>
                      </a:lnTo>
                      <a:lnTo>
                        <a:pt x="152395" y="211803"/>
                      </a:lnTo>
                      <a:lnTo>
                        <a:pt x="152395" y="214386"/>
                      </a:lnTo>
                      <a:lnTo>
                        <a:pt x="149812" y="216969"/>
                      </a:lnTo>
                      <a:lnTo>
                        <a:pt x="149812" y="219552"/>
                      </a:lnTo>
                      <a:lnTo>
                        <a:pt x="144646" y="224718"/>
                      </a:lnTo>
                      <a:lnTo>
                        <a:pt x="144646" y="227301"/>
                      </a:lnTo>
                      <a:lnTo>
                        <a:pt x="142063" y="229884"/>
                      </a:lnTo>
                      <a:lnTo>
                        <a:pt x="142063" y="232467"/>
                      </a:lnTo>
                      <a:lnTo>
                        <a:pt x="139480" y="235050"/>
                      </a:lnTo>
                      <a:lnTo>
                        <a:pt x="139480" y="240216"/>
                      </a:lnTo>
                      <a:lnTo>
                        <a:pt x="136897" y="242799"/>
                      </a:lnTo>
                      <a:lnTo>
                        <a:pt x="136897" y="245382"/>
                      </a:lnTo>
                      <a:lnTo>
                        <a:pt x="134314" y="247965"/>
                      </a:lnTo>
                      <a:lnTo>
                        <a:pt x="134314" y="253131"/>
                      </a:lnTo>
                      <a:lnTo>
                        <a:pt x="131731" y="255714"/>
                      </a:lnTo>
                      <a:lnTo>
                        <a:pt x="131731" y="263463"/>
                      </a:lnTo>
                      <a:lnTo>
                        <a:pt x="129148" y="266046"/>
                      </a:lnTo>
                      <a:lnTo>
                        <a:pt x="129148" y="273794"/>
                      </a:lnTo>
                      <a:lnTo>
                        <a:pt x="126565" y="276377"/>
                      </a:lnTo>
                      <a:lnTo>
                        <a:pt x="126565" y="291875"/>
                      </a:lnTo>
                      <a:lnTo>
                        <a:pt x="123982" y="294458"/>
                      </a:lnTo>
                      <a:lnTo>
                        <a:pt x="123982" y="328037"/>
                      </a:lnTo>
                      <a:lnTo>
                        <a:pt x="126565" y="330620"/>
                      </a:lnTo>
                      <a:lnTo>
                        <a:pt x="126565" y="346118"/>
                      </a:lnTo>
                      <a:lnTo>
                        <a:pt x="129148" y="348701"/>
                      </a:lnTo>
                      <a:lnTo>
                        <a:pt x="129148" y="359032"/>
                      </a:lnTo>
                      <a:lnTo>
                        <a:pt x="131731" y="361615"/>
                      </a:lnTo>
                      <a:lnTo>
                        <a:pt x="131731" y="366781"/>
                      </a:lnTo>
                      <a:lnTo>
                        <a:pt x="134314" y="369364"/>
                      </a:lnTo>
                      <a:lnTo>
                        <a:pt x="134314" y="374530"/>
                      </a:lnTo>
                      <a:lnTo>
                        <a:pt x="136897" y="377113"/>
                      </a:lnTo>
                      <a:lnTo>
                        <a:pt x="136897" y="382279"/>
                      </a:lnTo>
                      <a:lnTo>
                        <a:pt x="139480" y="384862"/>
                      </a:lnTo>
                      <a:lnTo>
                        <a:pt x="139480" y="387445"/>
                      </a:lnTo>
                      <a:lnTo>
                        <a:pt x="142063" y="390028"/>
                      </a:lnTo>
                      <a:lnTo>
                        <a:pt x="142063" y="392611"/>
                      </a:lnTo>
                      <a:lnTo>
                        <a:pt x="144646" y="395194"/>
                      </a:lnTo>
                      <a:lnTo>
                        <a:pt x="144646" y="397777"/>
                      </a:lnTo>
                      <a:lnTo>
                        <a:pt x="147229" y="400360"/>
                      </a:lnTo>
                      <a:lnTo>
                        <a:pt x="147229" y="402943"/>
                      </a:lnTo>
                      <a:lnTo>
                        <a:pt x="149812" y="405526"/>
                      </a:lnTo>
                      <a:lnTo>
                        <a:pt x="149812" y="408109"/>
                      </a:lnTo>
                      <a:lnTo>
                        <a:pt x="154978" y="413275"/>
                      </a:lnTo>
                      <a:lnTo>
                        <a:pt x="154978" y="415858"/>
                      </a:lnTo>
                      <a:lnTo>
                        <a:pt x="162727" y="423607"/>
                      </a:lnTo>
                      <a:lnTo>
                        <a:pt x="162727" y="426190"/>
                      </a:lnTo>
                      <a:lnTo>
                        <a:pt x="198888" y="462351"/>
                      </a:lnTo>
                      <a:lnTo>
                        <a:pt x="201471" y="462351"/>
                      </a:lnTo>
                      <a:lnTo>
                        <a:pt x="206637" y="467517"/>
                      </a:lnTo>
                      <a:lnTo>
                        <a:pt x="209220" y="467517"/>
                      </a:lnTo>
                      <a:lnTo>
                        <a:pt x="214386" y="472683"/>
                      </a:lnTo>
                      <a:lnTo>
                        <a:pt x="216969" y="472683"/>
                      </a:lnTo>
                      <a:lnTo>
                        <a:pt x="219552" y="475266"/>
                      </a:lnTo>
                      <a:lnTo>
                        <a:pt x="222135" y="475266"/>
                      </a:lnTo>
                      <a:lnTo>
                        <a:pt x="224718" y="477849"/>
                      </a:lnTo>
                      <a:lnTo>
                        <a:pt x="227301" y="477849"/>
                      </a:lnTo>
                      <a:lnTo>
                        <a:pt x="229884" y="480432"/>
                      </a:lnTo>
                      <a:lnTo>
                        <a:pt x="232467" y="480432"/>
                      </a:lnTo>
                      <a:lnTo>
                        <a:pt x="235050" y="483015"/>
                      </a:lnTo>
                      <a:lnTo>
                        <a:pt x="237633" y="483015"/>
                      </a:lnTo>
                      <a:lnTo>
                        <a:pt x="240216" y="485598"/>
                      </a:lnTo>
                      <a:lnTo>
                        <a:pt x="242799" y="485598"/>
                      </a:lnTo>
                      <a:lnTo>
                        <a:pt x="245382" y="488181"/>
                      </a:lnTo>
                      <a:lnTo>
                        <a:pt x="250548" y="488181"/>
                      </a:lnTo>
                      <a:lnTo>
                        <a:pt x="253131" y="490764"/>
                      </a:lnTo>
                      <a:lnTo>
                        <a:pt x="258297" y="490764"/>
                      </a:lnTo>
                      <a:lnTo>
                        <a:pt x="260880" y="493347"/>
                      </a:lnTo>
                      <a:lnTo>
                        <a:pt x="268629" y="493347"/>
                      </a:lnTo>
                      <a:lnTo>
                        <a:pt x="271212" y="495930"/>
                      </a:lnTo>
                      <a:lnTo>
                        <a:pt x="281543" y="495930"/>
                      </a:lnTo>
                      <a:lnTo>
                        <a:pt x="284126" y="498513"/>
                      </a:lnTo>
                      <a:lnTo>
                        <a:pt x="338369" y="498513"/>
                      </a:lnTo>
                      <a:lnTo>
                        <a:pt x="340952" y="495930"/>
                      </a:lnTo>
                      <a:lnTo>
                        <a:pt x="351284" y="495930"/>
                      </a:lnTo>
                      <a:lnTo>
                        <a:pt x="353866" y="493347"/>
                      </a:lnTo>
                      <a:lnTo>
                        <a:pt x="361615" y="493347"/>
                      </a:lnTo>
                      <a:lnTo>
                        <a:pt x="364198" y="490764"/>
                      </a:lnTo>
                      <a:lnTo>
                        <a:pt x="369364" y="490764"/>
                      </a:lnTo>
                      <a:lnTo>
                        <a:pt x="371947" y="488181"/>
                      </a:lnTo>
                      <a:lnTo>
                        <a:pt x="377113" y="488181"/>
                      </a:lnTo>
                      <a:lnTo>
                        <a:pt x="379696" y="485598"/>
                      </a:lnTo>
                      <a:lnTo>
                        <a:pt x="384862" y="485598"/>
                      </a:lnTo>
                      <a:lnTo>
                        <a:pt x="387445" y="483015"/>
                      </a:lnTo>
                      <a:lnTo>
                        <a:pt x="390028" y="483015"/>
                      </a:lnTo>
                      <a:lnTo>
                        <a:pt x="392611" y="480432"/>
                      </a:lnTo>
                      <a:lnTo>
                        <a:pt x="395194" y="480432"/>
                      </a:lnTo>
                      <a:lnTo>
                        <a:pt x="397777" y="477849"/>
                      </a:lnTo>
                      <a:lnTo>
                        <a:pt x="400360" y="477849"/>
                      </a:lnTo>
                      <a:lnTo>
                        <a:pt x="402943" y="475266"/>
                      </a:lnTo>
                      <a:lnTo>
                        <a:pt x="405526" y="475266"/>
                      </a:lnTo>
                      <a:lnTo>
                        <a:pt x="410692" y="470100"/>
                      </a:lnTo>
                      <a:lnTo>
                        <a:pt x="413275" y="470100"/>
                      </a:lnTo>
                      <a:lnTo>
                        <a:pt x="418441" y="464934"/>
                      </a:lnTo>
                      <a:lnTo>
                        <a:pt x="421024" y="464934"/>
                      </a:lnTo>
                      <a:lnTo>
                        <a:pt x="428773" y="457185"/>
                      </a:lnTo>
                      <a:lnTo>
                        <a:pt x="431355" y="457185"/>
                      </a:lnTo>
                      <a:lnTo>
                        <a:pt x="457185" y="431355"/>
                      </a:lnTo>
                      <a:lnTo>
                        <a:pt x="457185" y="428773"/>
                      </a:lnTo>
                      <a:lnTo>
                        <a:pt x="464934" y="421024"/>
                      </a:lnTo>
                      <a:lnTo>
                        <a:pt x="464934" y="418441"/>
                      </a:lnTo>
                      <a:lnTo>
                        <a:pt x="470100" y="413275"/>
                      </a:lnTo>
                      <a:lnTo>
                        <a:pt x="470100" y="410692"/>
                      </a:lnTo>
                      <a:lnTo>
                        <a:pt x="475266" y="405526"/>
                      </a:lnTo>
                      <a:lnTo>
                        <a:pt x="475266" y="402943"/>
                      </a:lnTo>
                      <a:lnTo>
                        <a:pt x="477849" y="400360"/>
                      </a:lnTo>
                      <a:lnTo>
                        <a:pt x="477849" y="397777"/>
                      </a:lnTo>
                      <a:lnTo>
                        <a:pt x="480432" y="395194"/>
                      </a:lnTo>
                      <a:lnTo>
                        <a:pt x="480432" y="392611"/>
                      </a:lnTo>
                      <a:lnTo>
                        <a:pt x="483015" y="390028"/>
                      </a:lnTo>
                      <a:lnTo>
                        <a:pt x="483015" y="387445"/>
                      </a:lnTo>
                      <a:lnTo>
                        <a:pt x="485598" y="384862"/>
                      </a:lnTo>
                      <a:lnTo>
                        <a:pt x="485598" y="379696"/>
                      </a:lnTo>
                      <a:lnTo>
                        <a:pt x="488181" y="377113"/>
                      </a:lnTo>
                      <a:lnTo>
                        <a:pt x="488181" y="374530"/>
                      </a:lnTo>
                      <a:lnTo>
                        <a:pt x="490764" y="371947"/>
                      </a:lnTo>
                      <a:lnTo>
                        <a:pt x="490764" y="364198"/>
                      </a:lnTo>
                      <a:lnTo>
                        <a:pt x="493347" y="361615"/>
                      </a:lnTo>
                      <a:lnTo>
                        <a:pt x="493347" y="356449"/>
                      </a:lnTo>
                      <a:lnTo>
                        <a:pt x="495930" y="353866"/>
                      </a:lnTo>
                      <a:lnTo>
                        <a:pt x="495930" y="343535"/>
                      </a:lnTo>
                      <a:lnTo>
                        <a:pt x="498513" y="340952"/>
                      </a:lnTo>
                      <a:lnTo>
                        <a:pt x="498513" y="284126"/>
                      </a:lnTo>
                      <a:lnTo>
                        <a:pt x="495930" y="281543"/>
                      </a:lnTo>
                      <a:lnTo>
                        <a:pt x="495930" y="271212"/>
                      </a:lnTo>
                      <a:lnTo>
                        <a:pt x="493347" y="268629"/>
                      </a:lnTo>
                      <a:lnTo>
                        <a:pt x="493347" y="260880"/>
                      </a:lnTo>
                      <a:lnTo>
                        <a:pt x="490764" y="258297"/>
                      </a:lnTo>
                      <a:lnTo>
                        <a:pt x="490764" y="253131"/>
                      </a:lnTo>
                      <a:lnTo>
                        <a:pt x="488181" y="250548"/>
                      </a:lnTo>
                      <a:lnTo>
                        <a:pt x="488181" y="245382"/>
                      </a:lnTo>
                      <a:lnTo>
                        <a:pt x="485598" y="242799"/>
                      </a:lnTo>
                      <a:lnTo>
                        <a:pt x="485598" y="240216"/>
                      </a:lnTo>
                      <a:lnTo>
                        <a:pt x="483015" y="237633"/>
                      </a:lnTo>
                      <a:lnTo>
                        <a:pt x="483015" y="232467"/>
                      </a:lnTo>
                      <a:lnTo>
                        <a:pt x="480432" y="229884"/>
                      </a:lnTo>
                      <a:lnTo>
                        <a:pt x="480432" y="227301"/>
                      </a:lnTo>
                      <a:lnTo>
                        <a:pt x="477849" y="224718"/>
                      </a:lnTo>
                      <a:lnTo>
                        <a:pt x="477849" y="222135"/>
                      </a:lnTo>
                      <a:lnTo>
                        <a:pt x="472683" y="216969"/>
                      </a:lnTo>
                      <a:lnTo>
                        <a:pt x="472683" y="214386"/>
                      </a:lnTo>
                      <a:lnTo>
                        <a:pt x="470100" y="211803"/>
                      </a:lnTo>
                      <a:lnTo>
                        <a:pt x="470100" y="209220"/>
                      </a:lnTo>
                      <a:lnTo>
                        <a:pt x="462351" y="201471"/>
                      </a:lnTo>
                      <a:lnTo>
                        <a:pt x="462351" y="198888"/>
                      </a:lnTo>
                      <a:lnTo>
                        <a:pt x="452019" y="188557"/>
                      </a:lnTo>
                      <a:lnTo>
                        <a:pt x="452019" y="185974"/>
                      </a:lnTo>
                      <a:lnTo>
                        <a:pt x="439104" y="173059"/>
                      </a:lnTo>
                      <a:lnTo>
                        <a:pt x="436521" y="173059"/>
                      </a:lnTo>
                      <a:lnTo>
                        <a:pt x="423607" y="160144"/>
                      </a:lnTo>
                      <a:lnTo>
                        <a:pt x="421024" y="160144"/>
                      </a:lnTo>
                      <a:lnTo>
                        <a:pt x="415858" y="154978"/>
                      </a:lnTo>
                      <a:lnTo>
                        <a:pt x="413275" y="154978"/>
                      </a:lnTo>
                      <a:lnTo>
                        <a:pt x="408109" y="149812"/>
                      </a:lnTo>
                      <a:lnTo>
                        <a:pt x="405526" y="149812"/>
                      </a:lnTo>
                      <a:lnTo>
                        <a:pt x="402943" y="147229"/>
                      </a:lnTo>
                      <a:lnTo>
                        <a:pt x="400360" y="147229"/>
                      </a:lnTo>
                      <a:lnTo>
                        <a:pt x="397777" y="144646"/>
                      </a:lnTo>
                      <a:lnTo>
                        <a:pt x="395194" y="144646"/>
                      </a:lnTo>
                      <a:lnTo>
                        <a:pt x="392611" y="142063"/>
                      </a:lnTo>
                      <a:lnTo>
                        <a:pt x="390028" y="142063"/>
                      </a:lnTo>
                      <a:lnTo>
                        <a:pt x="387445" y="139480"/>
                      </a:lnTo>
                      <a:lnTo>
                        <a:pt x="384862" y="139480"/>
                      </a:lnTo>
                      <a:lnTo>
                        <a:pt x="382279" y="136897"/>
                      </a:lnTo>
                      <a:lnTo>
                        <a:pt x="377113" y="136897"/>
                      </a:lnTo>
                      <a:lnTo>
                        <a:pt x="374530" y="134314"/>
                      </a:lnTo>
                      <a:lnTo>
                        <a:pt x="369364" y="134314"/>
                      </a:lnTo>
                      <a:lnTo>
                        <a:pt x="366781" y="131731"/>
                      </a:lnTo>
                      <a:lnTo>
                        <a:pt x="361615" y="131731"/>
                      </a:lnTo>
                      <a:lnTo>
                        <a:pt x="359032" y="129148"/>
                      </a:lnTo>
                      <a:lnTo>
                        <a:pt x="351284" y="129148"/>
                      </a:lnTo>
                      <a:lnTo>
                        <a:pt x="348701" y="126565"/>
                      </a:lnTo>
                      <a:lnTo>
                        <a:pt x="333203" y="126565"/>
                      </a:lnTo>
                      <a:lnTo>
                        <a:pt x="330620" y="123982"/>
                      </a:lnTo>
                      <a:close/>
                    </a:path>
                  </a:pathLst>
                </a:custGeom>
                <a:solidFill>
                  <a:srgbClr val="7030A0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9" name="任意形状 7028">
                  <a:extLst>
                    <a:ext uri="{FF2B5EF4-FFF2-40B4-BE49-F238E27FC236}">
                      <a16:creationId xmlns:a16="http://schemas.microsoft.com/office/drawing/2014/main" id="{FCCFA1D3-EDCF-1D75-24F8-5BC4798D7E8C}"/>
                    </a:ext>
                  </a:extLst>
                </p:cNvPr>
                <p:cNvSpPr/>
                <p:nvPr/>
              </p:nvSpPr>
              <p:spPr>
                <a:xfrm>
                  <a:off x="4685713" y="4952248"/>
                  <a:ext cx="875625" cy="183390"/>
                </a:xfrm>
                <a:custGeom>
                  <a:avLst/>
                  <a:gdLst>
                    <a:gd name="connsiteX0" fmla="*/ 0 w 875625"/>
                    <a:gd name="connsiteY0" fmla="*/ 38745 h 183390"/>
                    <a:gd name="connsiteX1" fmla="*/ 0 w 875625"/>
                    <a:gd name="connsiteY1" fmla="*/ 183391 h 183390"/>
                    <a:gd name="connsiteX2" fmla="*/ 875626 w 875625"/>
                    <a:gd name="connsiteY2" fmla="*/ 183391 h 183390"/>
                    <a:gd name="connsiteX3" fmla="*/ 875626 w 875625"/>
                    <a:gd name="connsiteY3" fmla="*/ 30996 h 183390"/>
                    <a:gd name="connsiteX4" fmla="*/ 873043 w 875625"/>
                    <a:gd name="connsiteY4" fmla="*/ 28413 h 183390"/>
                    <a:gd name="connsiteX5" fmla="*/ 870460 w 875625"/>
                    <a:gd name="connsiteY5" fmla="*/ 20664 h 183390"/>
                    <a:gd name="connsiteX6" fmla="*/ 862711 w 875625"/>
                    <a:gd name="connsiteY6" fmla="*/ 10332 h 183390"/>
                    <a:gd name="connsiteX7" fmla="*/ 860128 w 875625"/>
                    <a:gd name="connsiteY7" fmla="*/ 10332 h 183390"/>
                    <a:gd name="connsiteX8" fmla="*/ 849796 w 875625"/>
                    <a:gd name="connsiteY8" fmla="*/ 2583 h 183390"/>
                    <a:gd name="connsiteX9" fmla="*/ 842047 w 875625"/>
                    <a:gd name="connsiteY9" fmla="*/ 2583 h 183390"/>
                    <a:gd name="connsiteX10" fmla="*/ 839464 w 875625"/>
                    <a:gd name="connsiteY10" fmla="*/ 0 h 183390"/>
                    <a:gd name="connsiteX11" fmla="*/ 38745 w 875625"/>
                    <a:gd name="connsiteY11" fmla="*/ 0 h 183390"/>
                    <a:gd name="connsiteX12" fmla="*/ 36162 w 875625"/>
                    <a:gd name="connsiteY12" fmla="*/ 2583 h 183390"/>
                    <a:gd name="connsiteX13" fmla="*/ 28413 w 875625"/>
                    <a:gd name="connsiteY13" fmla="*/ 2583 h 183390"/>
                    <a:gd name="connsiteX14" fmla="*/ 25830 w 875625"/>
                    <a:gd name="connsiteY14" fmla="*/ 5166 h 183390"/>
                    <a:gd name="connsiteX15" fmla="*/ 18081 w 875625"/>
                    <a:gd name="connsiteY15" fmla="*/ 7749 h 183390"/>
                    <a:gd name="connsiteX16" fmla="*/ 7749 w 875625"/>
                    <a:gd name="connsiteY16" fmla="*/ 18081 h 183390"/>
                    <a:gd name="connsiteX17" fmla="*/ 7749 w 875625"/>
                    <a:gd name="connsiteY17" fmla="*/ 20664 h 183390"/>
                    <a:gd name="connsiteX18" fmla="*/ 2583 w 875625"/>
                    <a:gd name="connsiteY18" fmla="*/ 28413 h 183390"/>
                    <a:gd name="connsiteX19" fmla="*/ 2583 w 875625"/>
                    <a:gd name="connsiteY19" fmla="*/ 36162 h 183390"/>
                    <a:gd name="connsiteX20" fmla="*/ 374530 w 875625"/>
                    <a:gd name="connsiteY20" fmla="*/ 43910 h 183390"/>
                    <a:gd name="connsiteX21" fmla="*/ 371947 w 875625"/>
                    <a:gd name="connsiteY21" fmla="*/ 46493 h 183390"/>
                    <a:gd name="connsiteX22" fmla="*/ 369364 w 875625"/>
                    <a:gd name="connsiteY22" fmla="*/ 46493 h 183390"/>
                    <a:gd name="connsiteX23" fmla="*/ 366781 w 875625"/>
                    <a:gd name="connsiteY23" fmla="*/ 49076 h 183390"/>
                    <a:gd name="connsiteX24" fmla="*/ 364198 w 875625"/>
                    <a:gd name="connsiteY24" fmla="*/ 49076 h 183390"/>
                    <a:gd name="connsiteX25" fmla="*/ 361615 w 875625"/>
                    <a:gd name="connsiteY25" fmla="*/ 51659 h 183390"/>
                    <a:gd name="connsiteX26" fmla="*/ 359032 w 875625"/>
                    <a:gd name="connsiteY26" fmla="*/ 51659 h 183390"/>
                    <a:gd name="connsiteX27" fmla="*/ 343535 w 875625"/>
                    <a:gd name="connsiteY27" fmla="*/ 67157 h 183390"/>
                    <a:gd name="connsiteX28" fmla="*/ 343535 w 875625"/>
                    <a:gd name="connsiteY28" fmla="*/ 69740 h 183390"/>
                    <a:gd name="connsiteX29" fmla="*/ 340952 w 875625"/>
                    <a:gd name="connsiteY29" fmla="*/ 72323 h 183390"/>
                    <a:gd name="connsiteX30" fmla="*/ 340952 w 875625"/>
                    <a:gd name="connsiteY30" fmla="*/ 74906 h 183390"/>
                    <a:gd name="connsiteX31" fmla="*/ 338369 w 875625"/>
                    <a:gd name="connsiteY31" fmla="*/ 77489 h 183390"/>
                    <a:gd name="connsiteX32" fmla="*/ 338369 w 875625"/>
                    <a:gd name="connsiteY32" fmla="*/ 80072 h 183390"/>
                    <a:gd name="connsiteX33" fmla="*/ 335786 w 875625"/>
                    <a:gd name="connsiteY33" fmla="*/ 82655 h 183390"/>
                    <a:gd name="connsiteX34" fmla="*/ 335786 w 875625"/>
                    <a:gd name="connsiteY34" fmla="*/ 95570 h 183390"/>
                    <a:gd name="connsiteX35" fmla="*/ 333203 w 875625"/>
                    <a:gd name="connsiteY35" fmla="*/ 98153 h 183390"/>
                    <a:gd name="connsiteX36" fmla="*/ 333203 w 875625"/>
                    <a:gd name="connsiteY36" fmla="*/ 100736 h 183390"/>
                    <a:gd name="connsiteX37" fmla="*/ 335786 w 875625"/>
                    <a:gd name="connsiteY37" fmla="*/ 103319 h 183390"/>
                    <a:gd name="connsiteX38" fmla="*/ 335786 w 875625"/>
                    <a:gd name="connsiteY38" fmla="*/ 113651 h 183390"/>
                    <a:gd name="connsiteX39" fmla="*/ 338369 w 875625"/>
                    <a:gd name="connsiteY39" fmla="*/ 116234 h 183390"/>
                    <a:gd name="connsiteX40" fmla="*/ 338369 w 875625"/>
                    <a:gd name="connsiteY40" fmla="*/ 121399 h 183390"/>
                    <a:gd name="connsiteX41" fmla="*/ 340952 w 875625"/>
                    <a:gd name="connsiteY41" fmla="*/ 123982 h 183390"/>
                    <a:gd name="connsiteX42" fmla="*/ 340952 w 875625"/>
                    <a:gd name="connsiteY42" fmla="*/ 126565 h 183390"/>
                    <a:gd name="connsiteX43" fmla="*/ 346118 w 875625"/>
                    <a:gd name="connsiteY43" fmla="*/ 131731 h 183390"/>
                    <a:gd name="connsiteX44" fmla="*/ 346118 w 875625"/>
                    <a:gd name="connsiteY44" fmla="*/ 134314 h 183390"/>
                    <a:gd name="connsiteX45" fmla="*/ 353866 w 875625"/>
                    <a:gd name="connsiteY45" fmla="*/ 142063 h 183390"/>
                    <a:gd name="connsiteX46" fmla="*/ 356449 w 875625"/>
                    <a:gd name="connsiteY46" fmla="*/ 142063 h 183390"/>
                    <a:gd name="connsiteX47" fmla="*/ 361615 w 875625"/>
                    <a:gd name="connsiteY47" fmla="*/ 147229 h 183390"/>
                    <a:gd name="connsiteX48" fmla="*/ 364198 w 875625"/>
                    <a:gd name="connsiteY48" fmla="*/ 147229 h 183390"/>
                    <a:gd name="connsiteX49" fmla="*/ 366781 w 875625"/>
                    <a:gd name="connsiteY49" fmla="*/ 149812 h 183390"/>
                    <a:gd name="connsiteX50" fmla="*/ 369364 w 875625"/>
                    <a:gd name="connsiteY50" fmla="*/ 149812 h 183390"/>
                    <a:gd name="connsiteX51" fmla="*/ 371947 w 875625"/>
                    <a:gd name="connsiteY51" fmla="*/ 152395 h 183390"/>
                    <a:gd name="connsiteX52" fmla="*/ 377113 w 875625"/>
                    <a:gd name="connsiteY52" fmla="*/ 152395 h 183390"/>
                    <a:gd name="connsiteX53" fmla="*/ 379696 w 875625"/>
                    <a:gd name="connsiteY53" fmla="*/ 154978 h 183390"/>
                    <a:gd name="connsiteX54" fmla="*/ 402943 w 875625"/>
                    <a:gd name="connsiteY54" fmla="*/ 154978 h 183390"/>
                    <a:gd name="connsiteX55" fmla="*/ 405526 w 875625"/>
                    <a:gd name="connsiteY55" fmla="*/ 152395 h 183390"/>
                    <a:gd name="connsiteX56" fmla="*/ 410692 w 875625"/>
                    <a:gd name="connsiteY56" fmla="*/ 152395 h 183390"/>
                    <a:gd name="connsiteX57" fmla="*/ 413275 w 875625"/>
                    <a:gd name="connsiteY57" fmla="*/ 149812 h 183390"/>
                    <a:gd name="connsiteX58" fmla="*/ 415858 w 875625"/>
                    <a:gd name="connsiteY58" fmla="*/ 149812 h 183390"/>
                    <a:gd name="connsiteX59" fmla="*/ 418441 w 875625"/>
                    <a:gd name="connsiteY59" fmla="*/ 147229 h 183390"/>
                    <a:gd name="connsiteX60" fmla="*/ 421024 w 875625"/>
                    <a:gd name="connsiteY60" fmla="*/ 147229 h 183390"/>
                    <a:gd name="connsiteX61" fmla="*/ 439104 w 875625"/>
                    <a:gd name="connsiteY61" fmla="*/ 129148 h 183390"/>
                    <a:gd name="connsiteX62" fmla="*/ 439104 w 875625"/>
                    <a:gd name="connsiteY62" fmla="*/ 126565 h 183390"/>
                    <a:gd name="connsiteX63" fmla="*/ 441687 w 875625"/>
                    <a:gd name="connsiteY63" fmla="*/ 123982 h 183390"/>
                    <a:gd name="connsiteX64" fmla="*/ 441687 w 875625"/>
                    <a:gd name="connsiteY64" fmla="*/ 121399 h 183390"/>
                    <a:gd name="connsiteX65" fmla="*/ 444270 w 875625"/>
                    <a:gd name="connsiteY65" fmla="*/ 118816 h 183390"/>
                    <a:gd name="connsiteX66" fmla="*/ 444270 w 875625"/>
                    <a:gd name="connsiteY66" fmla="*/ 113651 h 183390"/>
                    <a:gd name="connsiteX67" fmla="*/ 446853 w 875625"/>
                    <a:gd name="connsiteY67" fmla="*/ 111068 h 183390"/>
                    <a:gd name="connsiteX68" fmla="*/ 446853 w 875625"/>
                    <a:gd name="connsiteY68" fmla="*/ 87821 h 183390"/>
                    <a:gd name="connsiteX69" fmla="*/ 444270 w 875625"/>
                    <a:gd name="connsiteY69" fmla="*/ 85238 h 183390"/>
                    <a:gd name="connsiteX70" fmla="*/ 444270 w 875625"/>
                    <a:gd name="connsiteY70" fmla="*/ 80072 h 183390"/>
                    <a:gd name="connsiteX71" fmla="*/ 441687 w 875625"/>
                    <a:gd name="connsiteY71" fmla="*/ 77489 h 183390"/>
                    <a:gd name="connsiteX72" fmla="*/ 441687 w 875625"/>
                    <a:gd name="connsiteY72" fmla="*/ 74906 h 183390"/>
                    <a:gd name="connsiteX73" fmla="*/ 439104 w 875625"/>
                    <a:gd name="connsiteY73" fmla="*/ 72323 h 183390"/>
                    <a:gd name="connsiteX74" fmla="*/ 439104 w 875625"/>
                    <a:gd name="connsiteY74" fmla="*/ 69740 h 183390"/>
                    <a:gd name="connsiteX75" fmla="*/ 433938 w 875625"/>
                    <a:gd name="connsiteY75" fmla="*/ 64574 h 183390"/>
                    <a:gd name="connsiteX76" fmla="*/ 433938 w 875625"/>
                    <a:gd name="connsiteY76" fmla="*/ 61991 h 183390"/>
                    <a:gd name="connsiteX77" fmla="*/ 428773 w 875625"/>
                    <a:gd name="connsiteY77" fmla="*/ 56825 h 183390"/>
                    <a:gd name="connsiteX78" fmla="*/ 426190 w 875625"/>
                    <a:gd name="connsiteY78" fmla="*/ 56825 h 183390"/>
                    <a:gd name="connsiteX79" fmla="*/ 418441 w 875625"/>
                    <a:gd name="connsiteY79" fmla="*/ 49076 h 183390"/>
                    <a:gd name="connsiteX80" fmla="*/ 415858 w 875625"/>
                    <a:gd name="connsiteY80" fmla="*/ 49076 h 183390"/>
                    <a:gd name="connsiteX81" fmla="*/ 413275 w 875625"/>
                    <a:gd name="connsiteY81" fmla="*/ 46493 h 183390"/>
                    <a:gd name="connsiteX82" fmla="*/ 408109 w 875625"/>
                    <a:gd name="connsiteY82" fmla="*/ 46493 h 183390"/>
                    <a:gd name="connsiteX83" fmla="*/ 405526 w 875625"/>
                    <a:gd name="connsiteY83" fmla="*/ 43910 h 183390"/>
                    <a:gd name="connsiteX84" fmla="*/ 392611 w 875625"/>
                    <a:gd name="connsiteY84" fmla="*/ 43910 h 183390"/>
                    <a:gd name="connsiteX85" fmla="*/ 390028 w 875625"/>
                    <a:gd name="connsiteY85" fmla="*/ 41327 h 183390"/>
                    <a:gd name="connsiteX86" fmla="*/ 387445 w 875625"/>
                    <a:gd name="connsiteY86" fmla="*/ 43910 h 183390"/>
                    <a:gd name="connsiteX87" fmla="*/ 255714 w 875625"/>
                    <a:gd name="connsiteY87" fmla="*/ 41327 h 183390"/>
                    <a:gd name="connsiteX88" fmla="*/ 253131 w 875625"/>
                    <a:gd name="connsiteY88" fmla="*/ 43910 h 183390"/>
                    <a:gd name="connsiteX89" fmla="*/ 240216 w 875625"/>
                    <a:gd name="connsiteY89" fmla="*/ 43910 h 183390"/>
                    <a:gd name="connsiteX90" fmla="*/ 237633 w 875625"/>
                    <a:gd name="connsiteY90" fmla="*/ 46493 h 183390"/>
                    <a:gd name="connsiteX91" fmla="*/ 232467 w 875625"/>
                    <a:gd name="connsiteY91" fmla="*/ 46493 h 183390"/>
                    <a:gd name="connsiteX92" fmla="*/ 229884 w 875625"/>
                    <a:gd name="connsiteY92" fmla="*/ 49076 h 183390"/>
                    <a:gd name="connsiteX93" fmla="*/ 227301 w 875625"/>
                    <a:gd name="connsiteY93" fmla="*/ 49076 h 183390"/>
                    <a:gd name="connsiteX94" fmla="*/ 206637 w 875625"/>
                    <a:gd name="connsiteY94" fmla="*/ 69740 h 183390"/>
                    <a:gd name="connsiteX95" fmla="*/ 206637 w 875625"/>
                    <a:gd name="connsiteY95" fmla="*/ 72323 h 183390"/>
                    <a:gd name="connsiteX96" fmla="*/ 204054 w 875625"/>
                    <a:gd name="connsiteY96" fmla="*/ 74906 h 183390"/>
                    <a:gd name="connsiteX97" fmla="*/ 204054 w 875625"/>
                    <a:gd name="connsiteY97" fmla="*/ 77489 h 183390"/>
                    <a:gd name="connsiteX98" fmla="*/ 201471 w 875625"/>
                    <a:gd name="connsiteY98" fmla="*/ 80072 h 183390"/>
                    <a:gd name="connsiteX99" fmla="*/ 201471 w 875625"/>
                    <a:gd name="connsiteY99" fmla="*/ 85238 h 183390"/>
                    <a:gd name="connsiteX100" fmla="*/ 198888 w 875625"/>
                    <a:gd name="connsiteY100" fmla="*/ 87821 h 183390"/>
                    <a:gd name="connsiteX101" fmla="*/ 198888 w 875625"/>
                    <a:gd name="connsiteY101" fmla="*/ 108485 h 183390"/>
                    <a:gd name="connsiteX102" fmla="*/ 201471 w 875625"/>
                    <a:gd name="connsiteY102" fmla="*/ 111068 h 183390"/>
                    <a:gd name="connsiteX103" fmla="*/ 201471 w 875625"/>
                    <a:gd name="connsiteY103" fmla="*/ 118816 h 183390"/>
                    <a:gd name="connsiteX104" fmla="*/ 204054 w 875625"/>
                    <a:gd name="connsiteY104" fmla="*/ 121399 h 183390"/>
                    <a:gd name="connsiteX105" fmla="*/ 204054 w 875625"/>
                    <a:gd name="connsiteY105" fmla="*/ 123982 h 183390"/>
                    <a:gd name="connsiteX106" fmla="*/ 209220 w 875625"/>
                    <a:gd name="connsiteY106" fmla="*/ 129148 h 183390"/>
                    <a:gd name="connsiteX107" fmla="*/ 209220 w 875625"/>
                    <a:gd name="connsiteY107" fmla="*/ 131731 h 183390"/>
                    <a:gd name="connsiteX108" fmla="*/ 224718 w 875625"/>
                    <a:gd name="connsiteY108" fmla="*/ 147229 h 183390"/>
                    <a:gd name="connsiteX109" fmla="*/ 227301 w 875625"/>
                    <a:gd name="connsiteY109" fmla="*/ 147229 h 183390"/>
                    <a:gd name="connsiteX110" fmla="*/ 229884 w 875625"/>
                    <a:gd name="connsiteY110" fmla="*/ 149812 h 183390"/>
                    <a:gd name="connsiteX111" fmla="*/ 232467 w 875625"/>
                    <a:gd name="connsiteY111" fmla="*/ 149812 h 183390"/>
                    <a:gd name="connsiteX112" fmla="*/ 235050 w 875625"/>
                    <a:gd name="connsiteY112" fmla="*/ 152395 h 183390"/>
                    <a:gd name="connsiteX113" fmla="*/ 240216 w 875625"/>
                    <a:gd name="connsiteY113" fmla="*/ 152395 h 183390"/>
                    <a:gd name="connsiteX114" fmla="*/ 242799 w 875625"/>
                    <a:gd name="connsiteY114" fmla="*/ 154978 h 183390"/>
                    <a:gd name="connsiteX115" fmla="*/ 266046 w 875625"/>
                    <a:gd name="connsiteY115" fmla="*/ 154978 h 183390"/>
                    <a:gd name="connsiteX116" fmla="*/ 268629 w 875625"/>
                    <a:gd name="connsiteY116" fmla="*/ 152395 h 183390"/>
                    <a:gd name="connsiteX117" fmla="*/ 273794 w 875625"/>
                    <a:gd name="connsiteY117" fmla="*/ 152395 h 183390"/>
                    <a:gd name="connsiteX118" fmla="*/ 276377 w 875625"/>
                    <a:gd name="connsiteY118" fmla="*/ 149812 h 183390"/>
                    <a:gd name="connsiteX119" fmla="*/ 278960 w 875625"/>
                    <a:gd name="connsiteY119" fmla="*/ 149812 h 183390"/>
                    <a:gd name="connsiteX120" fmla="*/ 281543 w 875625"/>
                    <a:gd name="connsiteY120" fmla="*/ 147229 h 183390"/>
                    <a:gd name="connsiteX121" fmla="*/ 284126 w 875625"/>
                    <a:gd name="connsiteY121" fmla="*/ 147229 h 183390"/>
                    <a:gd name="connsiteX122" fmla="*/ 289292 w 875625"/>
                    <a:gd name="connsiteY122" fmla="*/ 142063 h 183390"/>
                    <a:gd name="connsiteX123" fmla="*/ 291875 w 875625"/>
                    <a:gd name="connsiteY123" fmla="*/ 142063 h 183390"/>
                    <a:gd name="connsiteX124" fmla="*/ 299624 w 875625"/>
                    <a:gd name="connsiteY124" fmla="*/ 134314 h 183390"/>
                    <a:gd name="connsiteX125" fmla="*/ 299624 w 875625"/>
                    <a:gd name="connsiteY125" fmla="*/ 131731 h 183390"/>
                    <a:gd name="connsiteX126" fmla="*/ 304790 w 875625"/>
                    <a:gd name="connsiteY126" fmla="*/ 126565 h 183390"/>
                    <a:gd name="connsiteX127" fmla="*/ 304790 w 875625"/>
                    <a:gd name="connsiteY127" fmla="*/ 123982 h 183390"/>
                    <a:gd name="connsiteX128" fmla="*/ 307373 w 875625"/>
                    <a:gd name="connsiteY128" fmla="*/ 121399 h 183390"/>
                    <a:gd name="connsiteX129" fmla="*/ 307373 w 875625"/>
                    <a:gd name="connsiteY129" fmla="*/ 118816 h 183390"/>
                    <a:gd name="connsiteX130" fmla="*/ 309956 w 875625"/>
                    <a:gd name="connsiteY130" fmla="*/ 116234 h 183390"/>
                    <a:gd name="connsiteX131" fmla="*/ 309956 w 875625"/>
                    <a:gd name="connsiteY131" fmla="*/ 105902 h 183390"/>
                    <a:gd name="connsiteX132" fmla="*/ 312539 w 875625"/>
                    <a:gd name="connsiteY132" fmla="*/ 103319 h 183390"/>
                    <a:gd name="connsiteX133" fmla="*/ 312539 w 875625"/>
                    <a:gd name="connsiteY133" fmla="*/ 95570 h 183390"/>
                    <a:gd name="connsiteX134" fmla="*/ 309956 w 875625"/>
                    <a:gd name="connsiteY134" fmla="*/ 92987 h 183390"/>
                    <a:gd name="connsiteX135" fmla="*/ 309956 w 875625"/>
                    <a:gd name="connsiteY135" fmla="*/ 82655 h 183390"/>
                    <a:gd name="connsiteX136" fmla="*/ 307373 w 875625"/>
                    <a:gd name="connsiteY136" fmla="*/ 80072 h 183390"/>
                    <a:gd name="connsiteX137" fmla="*/ 307373 w 875625"/>
                    <a:gd name="connsiteY137" fmla="*/ 77489 h 183390"/>
                    <a:gd name="connsiteX138" fmla="*/ 304790 w 875625"/>
                    <a:gd name="connsiteY138" fmla="*/ 74906 h 183390"/>
                    <a:gd name="connsiteX139" fmla="*/ 304790 w 875625"/>
                    <a:gd name="connsiteY139" fmla="*/ 72323 h 183390"/>
                    <a:gd name="connsiteX140" fmla="*/ 302207 w 875625"/>
                    <a:gd name="connsiteY140" fmla="*/ 69740 h 183390"/>
                    <a:gd name="connsiteX141" fmla="*/ 302207 w 875625"/>
                    <a:gd name="connsiteY141" fmla="*/ 67157 h 183390"/>
                    <a:gd name="connsiteX142" fmla="*/ 286709 w 875625"/>
                    <a:gd name="connsiteY142" fmla="*/ 51659 h 183390"/>
                    <a:gd name="connsiteX143" fmla="*/ 284126 w 875625"/>
                    <a:gd name="connsiteY143" fmla="*/ 51659 h 183390"/>
                    <a:gd name="connsiteX144" fmla="*/ 281543 w 875625"/>
                    <a:gd name="connsiteY144" fmla="*/ 49076 h 183390"/>
                    <a:gd name="connsiteX145" fmla="*/ 278960 w 875625"/>
                    <a:gd name="connsiteY145" fmla="*/ 49076 h 183390"/>
                    <a:gd name="connsiteX146" fmla="*/ 276377 w 875625"/>
                    <a:gd name="connsiteY146" fmla="*/ 46493 h 183390"/>
                    <a:gd name="connsiteX147" fmla="*/ 273794 w 875625"/>
                    <a:gd name="connsiteY147" fmla="*/ 46493 h 183390"/>
                    <a:gd name="connsiteX148" fmla="*/ 271212 w 875625"/>
                    <a:gd name="connsiteY148" fmla="*/ 43910 h 183390"/>
                    <a:gd name="connsiteX149" fmla="*/ 258297 w 875625"/>
                    <a:gd name="connsiteY149" fmla="*/ 43910 h 183390"/>
                    <a:gd name="connsiteX150" fmla="*/ 103319 w 875625"/>
                    <a:gd name="connsiteY150" fmla="*/ 43910 h 183390"/>
                    <a:gd name="connsiteX151" fmla="*/ 100736 w 875625"/>
                    <a:gd name="connsiteY151" fmla="*/ 46493 h 183390"/>
                    <a:gd name="connsiteX152" fmla="*/ 98153 w 875625"/>
                    <a:gd name="connsiteY152" fmla="*/ 46493 h 183390"/>
                    <a:gd name="connsiteX153" fmla="*/ 95570 w 875625"/>
                    <a:gd name="connsiteY153" fmla="*/ 49076 h 183390"/>
                    <a:gd name="connsiteX154" fmla="*/ 92987 w 875625"/>
                    <a:gd name="connsiteY154" fmla="*/ 49076 h 183390"/>
                    <a:gd name="connsiteX155" fmla="*/ 90404 w 875625"/>
                    <a:gd name="connsiteY155" fmla="*/ 51659 h 183390"/>
                    <a:gd name="connsiteX156" fmla="*/ 87821 w 875625"/>
                    <a:gd name="connsiteY156" fmla="*/ 51659 h 183390"/>
                    <a:gd name="connsiteX157" fmla="*/ 72323 w 875625"/>
                    <a:gd name="connsiteY157" fmla="*/ 67157 h 183390"/>
                    <a:gd name="connsiteX158" fmla="*/ 72323 w 875625"/>
                    <a:gd name="connsiteY158" fmla="*/ 69740 h 183390"/>
                    <a:gd name="connsiteX159" fmla="*/ 69740 w 875625"/>
                    <a:gd name="connsiteY159" fmla="*/ 72323 h 183390"/>
                    <a:gd name="connsiteX160" fmla="*/ 69740 w 875625"/>
                    <a:gd name="connsiteY160" fmla="*/ 74906 h 183390"/>
                    <a:gd name="connsiteX161" fmla="*/ 67157 w 875625"/>
                    <a:gd name="connsiteY161" fmla="*/ 77489 h 183390"/>
                    <a:gd name="connsiteX162" fmla="*/ 67157 w 875625"/>
                    <a:gd name="connsiteY162" fmla="*/ 82655 h 183390"/>
                    <a:gd name="connsiteX163" fmla="*/ 64574 w 875625"/>
                    <a:gd name="connsiteY163" fmla="*/ 85238 h 183390"/>
                    <a:gd name="connsiteX164" fmla="*/ 64574 w 875625"/>
                    <a:gd name="connsiteY164" fmla="*/ 113651 h 183390"/>
                    <a:gd name="connsiteX165" fmla="*/ 67157 w 875625"/>
                    <a:gd name="connsiteY165" fmla="*/ 116234 h 183390"/>
                    <a:gd name="connsiteX166" fmla="*/ 67157 w 875625"/>
                    <a:gd name="connsiteY166" fmla="*/ 121399 h 183390"/>
                    <a:gd name="connsiteX167" fmla="*/ 69740 w 875625"/>
                    <a:gd name="connsiteY167" fmla="*/ 123982 h 183390"/>
                    <a:gd name="connsiteX168" fmla="*/ 69740 w 875625"/>
                    <a:gd name="connsiteY168" fmla="*/ 126565 h 183390"/>
                    <a:gd name="connsiteX169" fmla="*/ 90404 w 875625"/>
                    <a:gd name="connsiteY169" fmla="*/ 147229 h 183390"/>
                    <a:gd name="connsiteX170" fmla="*/ 92987 w 875625"/>
                    <a:gd name="connsiteY170" fmla="*/ 147229 h 183390"/>
                    <a:gd name="connsiteX171" fmla="*/ 95570 w 875625"/>
                    <a:gd name="connsiteY171" fmla="*/ 149812 h 183390"/>
                    <a:gd name="connsiteX172" fmla="*/ 98153 w 875625"/>
                    <a:gd name="connsiteY172" fmla="*/ 149812 h 183390"/>
                    <a:gd name="connsiteX173" fmla="*/ 100736 w 875625"/>
                    <a:gd name="connsiteY173" fmla="*/ 152395 h 183390"/>
                    <a:gd name="connsiteX174" fmla="*/ 105902 w 875625"/>
                    <a:gd name="connsiteY174" fmla="*/ 152395 h 183390"/>
                    <a:gd name="connsiteX175" fmla="*/ 108485 w 875625"/>
                    <a:gd name="connsiteY175" fmla="*/ 154978 h 183390"/>
                    <a:gd name="connsiteX176" fmla="*/ 131731 w 875625"/>
                    <a:gd name="connsiteY176" fmla="*/ 154978 h 183390"/>
                    <a:gd name="connsiteX177" fmla="*/ 134314 w 875625"/>
                    <a:gd name="connsiteY177" fmla="*/ 152395 h 183390"/>
                    <a:gd name="connsiteX178" fmla="*/ 139480 w 875625"/>
                    <a:gd name="connsiteY178" fmla="*/ 152395 h 183390"/>
                    <a:gd name="connsiteX179" fmla="*/ 142063 w 875625"/>
                    <a:gd name="connsiteY179" fmla="*/ 149812 h 183390"/>
                    <a:gd name="connsiteX180" fmla="*/ 144646 w 875625"/>
                    <a:gd name="connsiteY180" fmla="*/ 149812 h 183390"/>
                    <a:gd name="connsiteX181" fmla="*/ 147229 w 875625"/>
                    <a:gd name="connsiteY181" fmla="*/ 147229 h 183390"/>
                    <a:gd name="connsiteX182" fmla="*/ 149812 w 875625"/>
                    <a:gd name="connsiteY182" fmla="*/ 147229 h 183390"/>
                    <a:gd name="connsiteX183" fmla="*/ 167893 w 875625"/>
                    <a:gd name="connsiteY183" fmla="*/ 129148 h 183390"/>
                    <a:gd name="connsiteX184" fmla="*/ 167893 w 875625"/>
                    <a:gd name="connsiteY184" fmla="*/ 126565 h 183390"/>
                    <a:gd name="connsiteX185" fmla="*/ 170476 w 875625"/>
                    <a:gd name="connsiteY185" fmla="*/ 123982 h 183390"/>
                    <a:gd name="connsiteX186" fmla="*/ 170476 w 875625"/>
                    <a:gd name="connsiteY186" fmla="*/ 121399 h 183390"/>
                    <a:gd name="connsiteX187" fmla="*/ 173059 w 875625"/>
                    <a:gd name="connsiteY187" fmla="*/ 118816 h 183390"/>
                    <a:gd name="connsiteX188" fmla="*/ 173059 w 875625"/>
                    <a:gd name="connsiteY188" fmla="*/ 113651 h 183390"/>
                    <a:gd name="connsiteX189" fmla="*/ 175642 w 875625"/>
                    <a:gd name="connsiteY189" fmla="*/ 111068 h 183390"/>
                    <a:gd name="connsiteX190" fmla="*/ 175642 w 875625"/>
                    <a:gd name="connsiteY190" fmla="*/ 87821 h 183390"/>
                    <a:gd name="connsiteX191" fmla="*/ 173059 w 875625"/>
                    <a:gd name="connsiteY191" fmla="*/ 85238 h 183390"/>
                    <a:gd name="connsiteX192" fmla="*/ 173059 w 875625"/>
                    <a:gd name="connsiteY192" fmla="*/ 80072 h 183390"/>
                    <a:gd name="connsiteX193" fmla="*/ 170476 w 875625"/>
                    <a:gd name="connsiteY193" fmla="*/ 77489 h 183390"/>
                    <a:gd name="connsiteX194" fmla="*/ 170476 w 875625"/>
                    <a:gd name="connsiteY194" fmla="*/ 74906 h 183390"/>
                    <a:gd name="connsiteX195" fmla="*/ 167893 w 875625"/>
                    <a:gd name="connsiteY195" fmla="*/ 72323 h 183390"/>
                    <a:gd name="connsiteX196" fmla="*/ 167893 w 875625"/>
                    <a:gd name="connsiteY196" fmla="*/ 69740 h 183390"/>
                    <a:gd name="connsiteX197" fmla="*/ 162727 w 875625"/>
                    <a:gd name="connsiteY197" fmla="*/ 64574 h 183390"/>
                    <a:gd name="connsiteX198" fmla="*/ 162727 w 875625"/>
                    <a:gd name="connsiteY198" fmla="*/ 61991 h 183390"/>
                    <a:gd name="connsiteX199" fmla="*/ 154978 w 875625"/>
                    <a:gd name="connsiteY199" fmla="*/ 54242 h 183390"/>
                    <a:gd name="connsiteX200" fmla="*/ 152395 w 875625"/>
                    <a:gd name="connsiteY200" fmla="*/ 54242 h 183390"/>
                    <a:gd name="connsiteX201" fmla="*/ 147229 w 875625"/>
                    <a:gd name="connsiteY201" fmla="*/ 49076 h 183390"/>
                    <a:gd name="connsiteX202" fmla="*/ 144646 w 875625"/>
                    <a:gd name="connsiteY202" fmla="*/ 49076 h 183390"/>
                    <a:gd name="connsiteX203" fmla="*/ 142063 w 875625"/>
                    <a:gd name="connsiteY203" fmla="*/ 46493 h 183390"/>
                    <a:gd name="connsiteX204" fmla="*/ 136897 w 875625"/>
                    <a:gd name="connsiteY204" fmla="*/ 46493 h 183390"/>
                    <a:gd name="connsiteX205" fmla="*/ 134314 w 875625"/>
                    <a:gd name="connsiteY205" fmla="*/ 43910 h 183390"/>
                    <a:gd name="connsiteX206" fmla="*/ 121399 w 875625"/>
                    <a:gd name="connsiteY206" fmla="*/ 43910 h 183390"/>
                    <a:gd name="connsiteX207" fmla="*/ 118816 w 875625"/>
                    <a:gd name="connsiteY207" fmla="*/ 41327 h 183390"/>
                    <a:gd name="connsiteX208" fmla="*/ 116234 w 875625"/>
                    <a:gd name="connsiteY208" fmla="*/ 43910 h 183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</a:cxnLst>
                  <a:rect l="l" t="t" r="r" b="b"/>
                  <a:pathLst>
                    <a:path w="875625" h="183390">
                      <a:moveTo>
                        <a:pt x="0" y="38745"/>
                      </a:moveTo>
                      <a:lnTo>
                        <a:pt x="0" y="183391"/>
                      </a:lnTo>
                      <a:lnTo>
                        <a:pt x="875626" y="183391"/>
                      </a:lnTo>
                      <a:lnTo>
                        <a:pt x="875626" y="30996"/>
                      </a:lnTo>
                      <a:lnTo>
                        <a:pt x="873043" y="28413"/>
                      </a:lnTo>
                      <a:lnTo>
                        <a:pt x="870460" y="20664"/>
                      </a:lnTo>
                      <a:lnTo>
                        <a:pt x="862711" y="10332"/>
                      </a:lnTo>
                      <a:lnTo>
                        <a:pt x="860128" y="10332"/>
                      </a:lnTo>
                      <a:lnTo>
                        <a:pt x="849796" y="2583"/>
                      </a:lnTo>
                      <a:lnTo>
                        <a:pt x="842047" y="2583"/>
                      </a:lnTo>
                      <a:lnTo>
                        <a:pt x="839464" y="0"/>
                      </a:lnTo>
                      <a:lnTo>
                        <a:pt x="38745" y="0"/>
                      </a:lnTo>
                      <a:lnTo>
                        <a:pt x="36162" y="2583"/>
                      </a:lnTo>
                      <a:lnTo>
                        <a:pt x="28413" y="2583"/>
                      </a:lnTo>
                      <a:lnTo>
                        <a:pt x="25830" y="5166"/>
                      </a:lnTo>
                      <a:lnTo>
                        <a:pt x="18081" y="7749"/>
                      </a:lnTo>
                      <a:lnTo>
                        <a:pt x="7749" y="18081"/>
                      </a:lnTo>
                      <a:lnTo>
                        <a:pt x="7749" y="20664"/>
                      </a:lnTo>
                      <a:lnTo>
                        <a:pt x="2583" y="28413"/>
                      </a:lnTo>
                      <a:lnTo>
                        <a:pt x="2583" y="36162"/>
                      </a:lnTo>
                      <a:close/>
                      <a:moveTo>
                        <a:pt x="374530" y="43910"/>
                      </a:moveTo>
                      <a:lnTo>
                        <a:pt x="371947" y="46493"/>
                      </a:lnTo>
                      <a:lnTo>
                        <a:pt x="369364" y="46493"/>
                      </a:lnTo>
                      <a:lnTo>
                        <a:pt x="366781" y="49076"/>
                      </a:lnTo>
                      <a:lnTo>
                        <a:pt x="364198" y="49076"/>
                      </a:lnTo>
                      <a:lnTo>
                        <a:pt x="361615" y="51659"/>
                      </a:lnTo>
                      <a:lnTo>
                        <a:pt x="359032" y="51659"/>
                      </a:lnTo>
                      <a:lnTo>
                        <a:pt x="343535" y="67157"/>
                      </a:lnTo>
                      <a:lnTo>
                        <a:pt x="343535" y="69740"/>
                      </a:lnTo>
                      <a:lnTo>
                        <a:pt x="340952" y="72323"/>
                      </a:lnTo>
                      <a:lnTo>
                        <a:pt x="340952" y="74906"/>
                      </a:lnTo>
                      <a:lnTo>
                        <a:pt x="338369" y="77489"/>
                      </a:lnTo>
                      <a:lnTo>
                        <a:pt x="338369" y="80072"/>
                      </a:lnTo>
                      <a:lnTo>
                        <a:pt x="335786" y="82655"/>
                      </a:lnTo>
                      <a:lnTo>
                        <a:pt x="335786" y="95570"/>
                      </a:lnTo>
                      <a:lnTo>
                        <a:pt x="333203" y="98153"/>
                      </a:lnTo>
                      <a:lnTo>
                        <a:pt x="333203" y="100736"/>
                      </a:lnTo>
                      <a:lnTo>
                        <a:pt x="335786" y="103319"/>
                      </a:lnTo>
                      <a:lnTo>
                        <a:pt x="335786" y="113651"/>
                      </a:lnTo>
                      <a:lnTo>
                        <a:pt x="338369" y="116234"/>
                      </a:lnTo>
                      <a:lnTo>
                        <a:pt x="338369" y="121399"/>
                      </a:lnTo>
                      <a:lnTo>
                        <a:pt x="340952" y="123982"/>
                      </a:lnTo>
                      <a:lnTo>
                        <a:pt x="340952" y="126565"/>
                      </a:lnTo>
                      <a:lnTo>
                        <a:pt x="346118" y="131731"/>
                      </a:lnTo>
                      <a:lnTo>
                        <a:pt x="346118" y="134314"/>
                      </a:lnTo>
                      <a:lnTo>
                        <a:pt x="353866" y="142063"/>
                      </a:lnTo>
                      <a:lnTo>
                        <a:pt x="356449" y="142063"/>
                      </a:lnTo>
                      <a:lnTo>
                        <a:pt x="361615" y="147229"/>
                      </a:lnTo>
                      <a:lnTo>
                        <a:pt x="364198" y="147229"/>
                      </a:lnTo>
                      <a:lnTo>
                        <a:pt x="366781" y="149812"/>
                      </a:lnTo>
                      <a:lnTo>
                        <a:pt x="369364" y="149812"/>
                      </a:lnTo>
                      <a:lnTo>
                        <a:pt x="371947" y="152395"/>
                      </a:lnTo>
                      <a:lnTo>
                        <a:pt x="377113" y="152395"/>
                      </a:lnTo>
                      <a:lnTo>
                        <a:pt x="379696" y="154978"/>
                      </a:lnTo>
                      <a:lnTo>
                        <a:pt x="402943" y="154978"/>
                      </a:lnTo>
                      <a:lnTo>
                        <a:pt x="405526" y="152395"/>
                      </a:lnTo>
                      <a:lnTo>
                        <a:pt x="410692" y="152395"/>
                      </a:lnTo>
                      <a:lnTo>
                        <a:pt x="413275" y="149812"/>
                      </a:lnTo>
                      <a:lnTo>
                        <a:pt x="415858" y="149812"/>
                      </a:lnTo>
                      <a:lnTo>
                        <a:pt x="418441" y="147229"/>
                      </a:lnTo>
                      <a:lnTo>
                        <a:pt x="421024" y="147229"/>
                      </a:lnTo>
                      <a:lnTo>
                        <a:pt x="439104" y="129148"/>
                      </a:lnTo>
                      <a:lnTo>
                        <a:pt x="439104" y="126565"/>
                      </a:lnTo>
                      <a:lnTo>
                        <a:pt x="441687" y="123982"/>
                      </a:lnTo>
                      <a:lnTo>
                        <a:pt x="441687" y="121399"/>
                      </a:lnTo>
                      <a:lnTo>
                        <a:pt x="444270" y="118816"/>
                      </a:lnTo>
                      <a:lnTo>
                        <a:pt x="444270" y="113651"/>
                      </a:lnTo>
                      <a:lnTo>
                        <a:pt x="446853" y="111068"/>
                      </a:lnTo>
                      <a:lnTo>
                        <a:pt x="446853" y="87821"/>
                      </a:lnTo>
                      <a:lnTo>
                        <a:pt x="444270" y="85238"/>
                      </a:lnTo>
                      <a:lnTo>
                        <a:pt x="444270" y="80072"/>
                      </a:lnTo>
                      <a:lnTo>
                        <a:pt x="441687" y="77489"/>
                      </a:lnTo>
                      <a:lnTo>
                        <a:pt x="441687" y="74906"/>
                      </a:lnTo>
                      <a:lnTo>
                        <a:pt x="439104" y="72323"/>
                      </a:lnTo>
                      <a:lnTo>
                        <a:pt x="439104" y="69740"/>
                      </a:lnTo>
                      <a:lnTo>
                        <a:pt x="433938" y="64574"/>
                      </a:lnTo>
                      <a:lnTo>
                        <a:pt x="433938" y="61991"/>
                      </a:lnTo>
                      <a:lnTo>
                        <a:pt x="428773" y="56825"/>
                      </a:lnTo>
                      <a:lnTo>
                        <a:pt x="426190" y="56825"/>
                      </a:lnTo>
                      <a:lnTo>
                        <a:pt x="418441" y="49076"/>
                      </a:lnTo>
                      <a:lnTo>
                        <a:pt x="415858" y="49076"/>
                      </a:lnTo>
                      <a:lnTo>
                        <a:pt x="413275" y="46493"/>
                      </a:lnTo>
                      <a:lnTo>
                        <a:pt x="408109" y="46493"/>
                      </a:lnTo>
                      <a:lnTo>
                        <a:pt x="405526" y="43910"/>
                      </a:lnTo>
                      <a:lnTo>
                        <a:pt x="392611" y="43910"/>
                      </a:lnTo>
                      <a:lnTo>
                        <a:pt x="390028" y="41327"/>
                      </a:lnTo>
                      <a:lnTo>
                        <a:pt x="387445" y="43910"/>
                      </a:lnTo>
                      <a:close/>
                      <a:moveTo>
                        <a:pt x="255714" y="41327"/>
                      </a:moveTo>
                      <a:lnTo>
                        <a:pt x="253131" y="43910"/>
                      </a:lnTo>
                      <a:lnTo>
                        <a:pt x="240216" y="43910"/>
                      </a:lnTo>
                      <a:lnTo>
                        <a:pt x="237633" y="46493"/>
                      </a:lnTo>
                      <a:lnTo>
                        <a:pt x="232467" y="46493"/>
                      </a:lnTo>
                      <a:lnTo>
                        <a:pt x="229884" y="49076"/>
                      </a:lnTo>
                      <a:lnTo>
                        <a:pt x="227301" y="49076"/>
                      </a:lnTo>
                      <a:lnTo>
                        <a:pt x="206637" y="69740"/>
                      </a:lnTo>
                      <a:lnTo>
                        <a:pt x="206637" y="72323"/>
                      </a:lnTo>
                      <a:lnTo>
                        <a:pt x="204054" y="74906"/>
                      </a:lnTo>
                      <a:lnTo>
                        <a:pt x="204054" y="77489"/>
                      </a:lnTo>
                      <a:lnTo>
                        <a:pt x="201471" y="80072"/>
                      </a:lnTo>
                      <a:lnTo>
                        <a:pt x="201471" y="85238"/>
                      </a:lnTo>
                      <a:lnTo>
                        <a:pt x="198888" y="87821"/>
                      </a:lnTo>
                      <a:lnTo>
                        <a:pt x="198888" y="108485"/>
                      </a:lnTo>
                      <a:lnTo>
                        <a:pt x="201471" y="111068"/>
                      </a:lnTo>
                      <a:lnTo>
                        <a:pt x="201471" y="118816"/>
                      </a:lnTo>
                      <a:lnTo>
                        <a:pt x="204054" y="121399"/>
                      </a:lnTo>
                      <a:lnTo>
                        <a:pt x="204054" y="123982"/>
                      </a:lnTo>
                      <a:lnTo>
                        <a:pt x="209220" y="129148"/>
                      </a:lnTo>
                      <a:lnTo>
                        <a:pt x="209220" y="131731"/>
                      </a:lnTo>
                      <a:lnTo>
                        <a:pt x="224718" y="147229"/>
                      </a:lnTo>
                      <a:lnTo>
                        <a:pt x="227301" y="147229"/>
                      </a:lnTo>
                      <a:lnTo>
                        <a:pt x="229884" y="149812"/>
                      </a:lnTo>
                      <a:lnTo>
                        <a:pt x="232467" y="149812"/>
                      </a:lnTo>
                      <a:lnTo>
                        <a:pt x="235050" y="152395"/>
                      </a:lnTo>
                      <a:lnTo>
                        <a:pt x="240216" y="152395"/>
                      </a:lnTo>
                      <a:lnTo>
                        <a:pt x="242799" y="154978"/>
                      </a:lnTo>
                      <a:lnTo>
                        <a:pt x="266046" y="154978"/>
                      </a:lnTo>
                      <a:lnTo>
                        <a:pt x="268629" y="152395"/>
                      </a:lnTo>
                      <a:lnTo>
                        <a:pt x="273794" y="152395"/>
                      </a:lnTo>
                      <a:lnTo>
                        <a:pt x="276377" y="149812"/>
                      </a:lnTo>
                      <a:lnTo>
                        <a:pt x="278960" y="149812"/>
                      </a:lnTo>
                      <a:lnTo>
                        <a:pt x="281543" y="147229"/>
                      </a:lnTo>
                      <a:lnTo>
                        <a:pt x="284126" y="147229"/>
                      </a:lnTo>
                      <a:lnTo>
                        <a:pt x="289292" y="142063"/>
                      </a:lnTo>
                      <a:lnTo>
                        <a:pt x="291875" y="142063"/>
                      </a:lnTo>
                      <a:lnTo>
                        <a:pt x="299624" y="134314"/>
                      </a:lnTo>
                      <a:lnTo>
                        <a:pt x="299624" y="131731"/>
                      </a:lnTo>
                      <a:lnTo>
                        <a:pt x="304790" y="126565"/>
                      </a:lnTo>
                      <a:lnTo>
                        <a:pt x="304790" y="123982"/>
                      </a:lnTo>
                      <a:lnTo>
                        <a:pt x="307373" y="121399"/>
                      </a:lnTo>
                      <a:lnTo>
                        <a:pt x="307373" y="118816"/>
                      </a:lnTo>
                      <a:lnTo>
                        <a:pt x="309956" y="116234"/>
                      </a:lnTo>
                      <a:lnTo>
                        <a:pt x="309956" y="105902"/>
                      </a:lnTo>
                      <a:lnTo>
                        <a:pt x="312539" y="103319"/>
                      </a:lnTo>
                      <a:lnTo>
                        <a:pt x="312539" y="95570"/>
                      </a:lnTo>
                      <a:lnTo>
                        <a:pt x="309956" y="92987"/>
                      </a:lnTo>
                      <a:lnTo>
                        <a:pt x="309956" y="82655"/>
                      </a:lnTo>
                      <a:lnTo>
                        <a:pt x="307373" y="80072"/>
                      </a:lnTo>
                      <a:lnTo>
                        <a:pt x="307373" y="77489"/>
                      </a:lnTo>
                      <a:lnTo>
                        <a:pt x="304790" y="74906"/>
                      </a:lnTo>
                      <a:lnTo>
                        <a:pt x="304790" y="72323"/>
                      </a:lnTo>
                      <a:lnTo>
                        <a:pt x="302207" y="69740"/>
                      </a:lnTo>
                      <a:lnTo>
                        <a:pt x="302207" y="67157"/>
                      </a:lnTo>
                      <a:lnTo>
                        <a:pt x="286709" y="51659"/>
                      </a:lnTo>
                      <a:lnTo>
                        <a:pt x="284126" y="51659"/>
                      </a:lnTo>
                      <a:lnTo>
                        <a:pt x="281543" y="49076"/>
                      </a:lnTo>
                      <a:lnTo>
                        <a:pt x="278960" y="49076"/>
                      </a:lnTo>
                      <a:lnTo>
                        <a:pt x="276377" y="46493"/>
                      </a:lnTo>
                      <a:lnTo>
                        <a:pt x="273794" y="46493"/>
                      </a:lnTo>
                      <a:lnTo>
                        <a:pt x="271212" y="43910"/>
                      </a:lnTo>
                      <a:lnTo>
                        <a:pt x="258297" y="43910"/>
                      </a:lnTo>
                      <a:close/>
                      <a:moveTo>
                        <a:pt x="103319" y="43910"/>
                      </a:moveTo>
                      <a:lnTo>
                        <a:pt x="100736" y="46493"/>
                      </a:lnTo>
                      <a:lnTo>
                        <a:pt x="98153" y="46493"/>
                      </a:lnTo>
                      <a:lnTo>
                        <a:pt x="95570" y="49076"/>
                      </a:lnTo>
                      <a:lnTo>
                        <a:pt x="92987" y="49076"/>
                      </a:lnTo>
                      <a:lnTo>
                        <a:pt x="90404" y="51659"/>
                      </a:lnTo>
                      <a:lnTo>
                        <a:pt x="87821" y="51659"/>
                      </a:lnTo>
                      <a:lnTo>
                        <a:pt x="72323" y="67157"/>
                      </a:lnTo>
                      <a:lnTo>
                        <a:pt x="72323" y="69740"/>
                      </a:lnTo>
                      <a:lnTo>
                        <a:pt x="69740" y="72323"/>
                      </a:lnTo>
                      <a:lnTo>
                        <a:pt x="69740" y="74906"/>
                      </a:lnTo>
                      <a:lnTo>
                        <a:pt x="67157" y="77489"/>
                      </a:lnTo>
                      <a:lnTo>
                        <a:pt x="67157" y="82655"/>
                      </a:lnTo>
                      <a:lnTo>
                        <a:pt x="64574" y="85238"/>
                      </a:lnTo>
                      <a:lnTo>
                        <a:pt x="64574" y="113651"/>
                      </a:lnTo>
                      <a:lnTo>
                        <a:pt x="67157" y="116234"/>
                      </a:lnTo>
                      <a:lnTo>
                        <a:pt x="67157" y="121399"/>
                      </a:lnTo>
                      <a:lnTo>
                        <a:pt x="69740" y="123982"/>
                      </a:lnTo>
                      <a:lnTo>
                        <a:pt x="69740" y="126565"/>
                      </a:lnTo>
                      <a:lnTo>
                        <a:pt x="90404" y="147229"/>
                      </a:lnTo>
                      <a:lnTo>
                        <a:pt x="92987" y="147229"/>
                      </a:lnTo>
                      <a:lnTo>
                        <a:pt x="95570" y="149812"/>
                      </a:lnTo>
                      <a:lnTo>
                        <a:pt x="98153" y="149812"/>
                      </a:lnTo>
                      <a:lnTo>
                        <a:pt x="100736" y="152395"/>
                      </a:lnTo>
                      <a:lnTo>
                        <a:pt x="105902" y="152395"/>
                      </a:lnTo>
                      <a:lnTo>
                        <a:pt x="108485" y="154978"/>
                      </a:lnTo>
                      <a:lnTo>
                        <a:pt x="131731" y="154978"/>
                      </a:lnTo>
                      <a:lnTo>
                        <a:pt x="134314" y="152395"/>
                      </a:lnTo>
                      <a:lnTo>
                        <a:pt x="139480" y="152395"/>
                      </a:lnTo>
                      <a:lnTo>
                        <a:pt x="142063" y="149812"/>
                      </a:lnTo>
                      <a:lnTo>
                        <a:pt x="144646" y="149812"/>
                      </a:lnTo>
                      <a:lnTo>
                        <a:pt x="147229" y="147229"/>
                      </a:lnTo>
                      <a:lnTo>
                        <a:pt x="149812" y="147229"/>
                      </a:lnTo>
                      <a:lnTo>
                        <a:pt x="167893" y="129148"/>
                      </a:lnTo>
                      <a:lnTo>
                        <a:pt x="167893" y="126565"/>
                      </a:lnTo>
                      <a:lnTo>
                        <a:pt x="170476" y="123982"/>
                      </a:lnTo>
                      <a:lnTo>
                        <a:pt x="170476" y="121399"/>
                      </a:lnTo>
                      <a:lnTo>
                        <a:pt x="173059" y="118816"/>
                      </a:lnTo>
                      <a:lnTo>
                        <a:pt x="173059" y="113651"/>
                      </a:lnTo>
                      <a:lnTo>
                        <a:pt x="175642" y="111068"/>
                      </a:lnTo>
                      <a:lnTo>
                        <a:pt x="175642" y="87821"/>
                      </a:lnTo>
                      <a:lnTo>
                        <a:pt x="173059" y="85238"/>
                      </a:lnTo>
                      <a:lnTo>
                        <a:pt x="173059" y="80072"/>
                      </a:lnTo>
                      <a:lnTo>
                        <a:pt x="170476" y="77489"/>
                      </a:lnTo>
                      <a:lnTo>
                        <a:pt x="170476" y="74906"/>
                      </a:lnTo>
                      <a:lnTo>
                        <a:pt x="167893" y="72323"/>
                      </a:lnTo>
                      <a:lnTo>
                        <a:pt x="167893" y="69740"/>
                      </a:lnTo>
                      <a:lnTo>
                        <a:pt x="162727" y="64574"/>
                      </a:lnTo>
                      <a:lnTo>
                        <a:pt x="162727" y="61991"/>
                      </a:lnTo>
                      <a:lnTo>
                        <a:pt x="154978" y="54242"/>
                      </a:lnTo>
                      <a:lnTo>
                        <a:pt x="152395" y="54242"/>
                      </a:lnTo>
                      <a:lnTo>
                        <a:pt x="147229" y="49076"/>
                      </a:lnTo>
                      <a:lnTo>
                        <a:pt x="144646" y="49076"/>
                      </a:lnTo>
                      <a:lnTo>
                        <a:pt x="142063" y="46493"/>
                      </a:lnTo>
                      <a:lnTo>
                        <a:pt x="136897" y="46493"/>
                      </a:lnTo>
                      <a:lnTo>
                        <a:pt x="134314" y="43910"/>
                      </a:lnTo>
                      <a:lnTo>
                        <a:pt x="121399" y="43910"/>
                      </a:lnTo>
                      <a:lnTo>
                        <a:pt x="118816" y="41327"/>
                      </a:lnTo>
                      <a:lnTo>
                        <a:pt x="116234" y="43910"/>
                      </a:lnTo>
                      <a:close/>
                    </a:path>
                  </a:pathLst>
                </a:custGeom>
                <a:solidFill>
                  <a:srgbClr val="354361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0" name="任意形状 7029">
                  <a:extLst>
                    <a:ext uri="{FF2B5EF4-FFF2-40B4-BE49-F238E27FC236}">
                      <a16:creationId xmlns:a16="http://schemas.microsoft.com/office/drawing/2014/main" id="{34595FA2-CAA3-8E44-448B-5EBD4B8D1911}"/>
                    </a:ext>
                  </a:extLst>
                </p:cNvPr>
                <p:cNvSpPr/>
                <p:nvPr/>
              </p:nvSpPr>
              <p:spPr>
                <a:xfrm>
                  <a:off x="4967256" y="5523084"/>
                  <a:ext cx="255713" cy="255713"/>
                </a:xfrm>
                <a:custGeom>
                  <a:avLst/>
                  <a:gdLst>
                    <a:gd name="connsiteX0" fmla="*/ 36162 w 255713"/>
                    <a:gd name="connsiteY0" fmla="*/ 0 h 255713"/>
                    <a:gd name="connsiteX1" fmla="*/ 30996 w 255713"/>
                    <a:gd name="connsiteY1" fmla="*/ 5166 h 255713"/>
                    <a:gd name="connsiteX2" fmla="*/ 30996 w 255713"/>
                    <a:gd name="connsiteY2" fmla="*/ 7749 h 255713"/>
                    <a:gd name="connsiteX3" fmla="*/ 25830 w 255713"/>
                    <a:gd name="connsiteY3" fmla="*/ 12915 h 255713"/>
                    <a:gd name="connsiteX4" fmla="*/ 25830 w 255713"/>
                    <a:gd name="connsiteY4" fmla="*/ 15498 h 255713"/>
                    <a:gd name="connsiteX5" fmla="*/ 20664 w 255713"/>
                    <a:gd name="connsiteY5" fmla="*/ 20664 h 255713"/>
                    <a:gd name="connsiteX6" fmla="*/ 20664 w 255713"/>
                    <a:gd name="connsiteY6" fmla="*/ 23247 h 255713"/>
                    <a:gd name="connsiteX7" fmla="*/ 18081 w 255713"/>
                    <a:gd name="connsiteY7" fmla="*/ 25830 h 255713"/>
                    <a:gd name="connsiteX8" fmla="*/ 18081 w 255713"/>
                    <a:gd name="connsiteY8" fmla="*/ 28413 h 255713"/>
                    <a:gd name="connsiteX9" fmla="*/ 15498 w 255713"/>
                    <a:gd name="connsiteY9" fmla="*/ 30996 h 255713"/>
                    <a:gd name="connsiteX10" fmla="*/ 15498 w 255713"/>
                    <a:gd name="connsiteY10" fmla="*/ 33579 h 255713"/>
                    <a:gd name="connsiteX11" fmla="*/ 12915 w 255713"/>
                    <a:gd name="connsiteY11" fmla="*/ 36162 h 255713"/>
                    <a:gd name="connsiteX12" fmla="*/ 12915 w 255713"/>
                    <a:gd name="connsiteY12" fmla="*/ 41327 h 255713"/>
                    <a:gd name="connsiteX13" fmla="*/ 10332 w 255713"/>
                    <a:gd name="connsiteY13" fmla="*/ 43910 h 255713"/>
                    <a:gd name="connsiteX14" fmla="*/ 10332 w 255713"/>
                    <a:gd name="connsiteY14" fmla="*/ 46493 h 255713"/>
                    <a:gd name="connsiteX15" fmla="*/ 7749 w 255713"/>
                    <a:gd name="connsiteY15" fmla="*/ 49076 h 255713"/>
                    <a:gd name="connsiteX16" fmla="*/ 7749 w 255713"/>
                    <a:gd name="connsiteY16" fmla="*/ 54242 h 255713"/>
                    <a:gd name="connsiteX17" fmla="*/ 5166 w 255713"/>
                    <a:gd name="connsiteY17" fmla="*/ 56825 h 255713"/>
                    <a:gd name="connsiteX18" fmla="*/ 5166 w 255713"/>
                    <a:gd name="connsiteY18" fmla="*/ 64574 h 255713"/>
                    <a:gd name="connsiteX19" fmla="*/ 2583 w 255713"/>
                    <a:gd name="connsiteY19" fmla="*/ 67157 h 255713"/>
                    <a:gd name="connsiteX20" fmla="*/ 2583 w 255713"/>
                    <a:gd name="connsiteY20" fmla="*/ 80072 h 255713"/>
                    <a:gd name="connsiteX21" fmla="*/ 0 w 255713"/>
                    <a:gd name="connsiteY21" fmla="*/ 82655 h 255713"/>
                    <a:gd name="connsiteX22" fmla="*/ 0 w 255713"/>
                    <a:gd name="connsiteY22" fmla="*/ 116234 h 255713"/>
                    <a:gd name="connsiteX23" fmla="*/ 2583 w 255713"/>
                    <a:gd name="connsiteY23" fmla="*/ 118816 h 255713"/>
                    <a:gd name="connsiteX24" fmla="*/ 2583 w 255713"/>
                    <a:gd name="connsiteY24" fmla="*/ 131731 h 255713"/>
                    <a:gd name="connsiteX25" fmla="*/ 5166 w 255713"/>
                    <a:gd name="connsiteY25" fmla="*/ 134314 h 255713"/>
                    <a:gd name="connsiteX26" fmla="*/ 5166 w 255713"/>
                    <a:gd name="connsiteY26" fmla="*/ 142063 h 255713"/>
                    <a:gd name="connsiteX27" fmla="*/ 7749 w 255713"/>
                    <a:gd name="connsiteY27" fmla="*/ 144646 h 255713"/>
                    <a:gd name="connsiteX28" fmla="*/ 7749 w 255713"/>
                    <a:gd name="connsiteY28" fmla="*/ 149812 h 255713"/>
                    <a:gd name="connsiteX29" fmla="*/ 10332 w 255713"/>
                    <a:gd name="connsiteY29" fmla="*/ 152395 h 255713"/>
                    <a:gd name="connsiteX30" fmla="*/ 10332 w 255713"/>
                    <a:gd name="connsiteY30" fmla="*/ 157561 h 255713"/>
                    <a:gd name="connsiteX31" fmla="*/ 12915 w 255713"/>
                    <a:gd name="connsiteY31" fmla="*/ 160144 h 255713"/>
                    <a:gd name="connsiteX32" fmla="*/ 12915 w 255713"/>
                    <a:gd name="connsiteY32" fmla="*/ 162727 h 255713"/>
                    <a:gd name="connsiteX33" fmla="*/ 15498 w 255713"/>
                    <a:gd name="connsiteY33" fmla="*/ 165310 h 255713"/>
                    <a:gd name="connsiteX34" fmla="*/ 15498 w 255713"/>
                    <a:gd name="connsiteY34" fmla="*/ 167893 h 255713"/>
                    <a:gd name="connsiteX35" fmla="*/ 18081 w 255713"/>
                    <a:gd name="connsiteY35" fmla="*/ 170476 h 255713"/>
                    <a:gd name="connsiteX36" fmla="*/ 18081 w 255713"/>
                    <a:gd name="connsiteY36" fmla="*/ 173059 h 255713"/>
                    <a:gd name="connsiteX37" fmla="*/ 20664 w 255713"/>
                    <a:gd name="connsiteY37" fmla="*/ 175642 h 255713"/>
                    <a:gd name="connsiteX38" fmla="*/ 20664 w 255713"/>
                    <a:gd name="connsiteY38" fmla="*/ 178225 h 255713"/>
                    <a:gd name="connsiteX39" fmla="*/ 23247 w 255713"/>
                    <a:gd name="connsiteY39" fmla="*/ 180808 h 255713"/>
                    <a:gd name="connsiteX40" fmla="*/ 23247 w 255713"/>
                    <a:gd name="connsiteY40" fmla="*/ 183391 h 255713"/>
                    <a:gd name="connsiteX41" fmla="*/ 28413 w 255713"/>
                    <a:gd name="connsiteY41" fmla="*/ 188557 h 255713"/>
                    <a:gd name="connsiteX42" fmla="*/ 28413 w 255713"/>
                    <a:gd name="connsiteY42" fmla="*/ 191140 h 255713"/>
                    <a:gd name="connsiteX43" fmla="*/ 38745 w 255713"/>
                    <a:gd name="connsiteY43" fmla="*/ 201471 h 255713"/>
                    <a:gd name="connsiteX44" fmla="*/ 38745 w 255713"/>
                    <a:gd name="connsiteY44" fmla="*/ 204054 h 255713"/>
                    <a:gd name="connsiteX45" fmla="*/ 51659 w 255713"/>
                    <a:gd name="connsiteY45" fmla="*/ 216969 h 255713"/>
                    <a:gd name="connsiteX46" fmla="*/ 54242 w 255713"/>
                    <a:gd name="connsiteY46" fmla="*/ 216969 h 255713"/>
                    <a:gd name="connsiteX47" fmla="*/ 64574 w 255713"/>
                    <a:gd name="connsiteY47" fmla="*/ 227301 h 255713"/>
                    <a:gd name="connsiteX48" fmla="*/ 67157 w 255713"/>
                    <a:gd name="connsiteY48" fmla="*/ 227301 h 255713"/>
                    <a:gd name="connsiteX49" fmla="*/ 72323 w 255713"/>
                    <a:gd name="connsiteY49" fmla="*/ 232467 h 255713"/>
                    <a:gd name="connsiteX50" fmla="*/ 74906 w 255713"/>
                    <a:gd name="connsiteY50" fmla="*/ 232467 h 255713"/>
                    <a:gd name="connsiteX51" fmla="*/ 80072 w 255713"/>
                    <a:gd name="connsiteY51" fmla="*/ 237633 h 255713"/>
                    <a:gd name="connsiteX52" fmla="*/ 82655 w 255713"/>
                    <a:gd name="connsiteY52" fmla="*/ 237633 h 255713"/>
                    <a:gd name="connsiteX53" fmla="*/ 85238 w 255713"/>
                    <a:gd name="connsiteY53" fmla="*/ 240216 h 255713"/>
                    <a:gd name="connsiteX54" fmla="*/ 87821 w 255713"/>
                    <a:gd name="connsiteY54" fmla="*/ 240216 h 255713"/>
                    <a:gd name="connsiteX55" fmla="*/ 90404 w 255713"/>
                    <a:gd name="connsiteY55" fmla="*/ 242799 h 255713"/>
                    <a:gd name="connsiteX56" fmla="*/ 95570 w 255713"/>
                    <a:gd name="connsiteY56" fmla="*/ 242799 h 255713"/>
                    <a:gd name="connsiteX57" fmla="*/ 98153 w 255713"/>
                    <a:gd name="connsiteY57" fmla="*/ 245382 h 255713"/>
                    <a:gd name="connsiteX58" fmla="*/ 100736 w 255713"/>
                    <a:gd name="connsiteY58" fmla="*/ 245382 h 255713"/>
                    <a:gd name="connsiteX59" fmla="*/ 103319 w 255713"/>
                    <a:gd name="connsiteY59" fmla="*/ 247965 h 255713"/>
                    <a:gd name="connsiteX60" fmla="*/ 108485 w 255713"/>
                    <a:gd name="connsiteY60" fmla="*/ 247965 h 255713"/>
                    <a:gd name="connsiteX61" fmla="*/ 111068 w 255713"/>
                    <a:gd name="connsiteY61" fmla="*/ 250548 h 255713"/>
                    <a:gd name="connsiteX62" fmla="*/ 116234 w 255713"/>
                    <a:gd name="connsiteY62" fmla="*/ 250548 h 255713"/>
                    <a:gd name="connsiteX63" fmla="*/ 118816 w 255713"/>
                    <a:gd name="connsiteY63" fmla="*/ 253131 h 255713"/>
                    <a:gd name="connsiteX64" fmla="*/ 129148 w 255713"/>
                    <a:gd name="connsiteY64" fmla="*/ 253131 h 255713"/>
                    <a:gd name="connsiteX65" fmla="*/ 131731 w 255713"/>
                    <a:gd name="connsiteY65" fmla="*/ 255714 h 255713"/>
                    <a:gd name="connsiteX66" fmla="*/ 180808 w 255713"/>
                    <a:gd name="connsiteY66" fmla="*/ 255714 h 255713"/>
                    <a:gd name="connsiteX67" fmla="*/ 183391 w 255713"/>
                    <a:gd name="connsiteY67" fmla="*/ 253131 h 255713"/>
                    <a:gd name="connsiteX68" fmla="*/ 193723 w 255713"/>
                    <a:gd name="connsiteY68" fmla="*/ 253131 h 255713"/>
                    <a:gd name="connsiteX69" fmla="*/ 196305 w 255713"/>
                    <a:gd name="connsiteY69" fmla="*/ 250548 h 255713"/>
                    <a:gd name="connsiteX70" fmla="*/ 204054 w 255713"/>
                    <a:gd name="connsiteY70" fmla="*/ 250548 h 255713"/>
                    <a:gd name="connsiteX71" fmla="*/ 206637 w 255713"/>
                    <a:gd name="connsiteY71" fmla="*/ 247965 h 255713"/>
                    <a:gd name="connsiteX72" fmla="*/ 211803 w 255713"/>
                    <a:gd name="connsiteY72" fmla="*/ 247965 h 255713"/>
                    <a:gd name="connsiteX73" fmla="*/ 214386 w 255713"/>
                    <a:gd name="connsiteY73" fmla="*/ 245382 h 255713"/>
                    <a:gd name="connsiteX74" fmla="*/ 216969 w 255713"/>
                    <a:gd name="connsiteY74" fmla="*/ 245382 h 255713"/>
                    <a:gd name="connsiteX75" fmla="*/ 219552 w 255713"/>
                    <a:gd name="connsiteY75" fmla="*/ 242799 h 255713"/>
                    <a:gd name="connsiteX76" fmla="*/ 222135 w 255713"/>
                    <a:gd name="connsiteY76" fmla="*/ 242799 h 255713"/>
                    <a:gd name="connsiteX77" fmla="*/ 224718 w 255713"/>
                    <a:gd name="connsiteY77" fmla="*/ 240216 h 255713"/>
                    <a:gd name="connsiteX78" fmla="*/ 227301 w 255713"/>
                    <a:gd name="connsiteY78" fmla="*/ 240216 h 255713"/>
                    <a:gd name="connsiteX79" fmla="*/ 229884 w 255713"/>
                    <a:gd name="connsiteY79" fmla="*/ 237633 h 255713"/>
                    <a:gd name="connsiteX80" fmla="*/ 232467 w 255713"/>
                    <a:gd name="connsiteY80" fmla="*/ 237633 h 255713"/>
                    <a:gd name="connsiteX81" fmla="*/ 235050 w 255713"/>
                    <a:gd name="connsiteY81" fmla="*/ 235050 h 255713"/>
                    <a:gd name="connsiteX82" fmla="*/ 237633 w 255713"/>
                    <a:gd name="connsiteY82" fmla="*/ 235050 h 255713"/>
                    <a:gd name="connsiteX83" fmla="*/ 242799 w 255713"/>
                    <a:gd name="connsiteY83" fmla="*/ 229884 h 255713"/>
                    <a:gd name="connsiteX84" fmla="*/ 245382 w 255713"/>
                    <a:gd name="connsiteY84" fmla="*/ 229884 h 255713"/>
                    <a:gd name="connsiteX85" fmla="*/ 250548 w 255713"/>
                    <a:gd name="connsiteY85" fmla="*/ 224718 h 255713"/>
                    <a:gd name="connsiteX86" fmla="*/ 253131 w 255713"/>
                    <a:gd name="connsiteY86" fmla="*/ 224718 h 255713"/>
                    <a:gd name="connsiteX87" fmla="*/ 255714 w 255713"/>
                    <a:gd name="connsiteY87" fmla="*/ 222135 h 255713"/>
                    <a:gd name="connsiteX88" fmla="*/ 255714 w 255713"/>
                    <a:gd name="connsiteY88" fmla="*/ 219552 h 255713"/>
                    <a:gd name="connsiteX89" fmla="*/ 185974 w 255713"/>
                    <a:gd name="connsiteY89" fmla="*/ 149812 h 255713"/>
                    <a:gd name="connsiteX90" fmla="*/ 183391 w 255713"/>
                    <a:gd name="connsiteY90" fmla="*/ 152395 h 255713"/>
                    <a:gd name="connsiteX91" fmla="*/ 173059 w 255713"/>
                    <a:gd name="connsiteY91" fmla="*/ 152395 h 255713"/>
                    <a:gd name="connsiteX92" fmla="*/ 162727 w 255713"/>
                    <a:gd name="connsiteY92" fmla="*/ 142063 h 255713"/>
                    <a:gd name="connsiteX93" fmla="*/ 162727 w 255713"/>
                    <a:gd name="connsiteY93" fmla="*/ 139480 h 255713"/>
                    <a:gd name="connsiteX94" fmla="*/ 160144 w 255713"/>
                    <a:gd name="connsiteY94" fmla="*/ 136897 h 255713"/>
                    <a:gd name="connsiteX95" fmla="*/ 160144 w 255713"/>
                    <a:gd name="connsiteY95" fmla="*/ 134314 h 255713"/>
                    <a:gd name="connsiteX96" fmla="*/ 154978 w 255713"/>
                    <a:gd name="connsiteY96" fmla="*/ 129148 h 255713"/>
                    <a:gd name="connsiteX97" fmla="*/ 154978 w 255713"/>
                    <a:gd name="connsiteY97" fmla="*/ 126565 h 255713"/>
                    <a:gd name="connsiteX98" fmla="*/ 152395 w 255713"/>
                    <a:gd name="connsiteY98" fmla="*/ 123982 h 255713"/>
                    <a:gd name="connsiteX99" fmla="*/ 152395 w 255713"/>
                    <a:gd name="connsiteY99" fmla="*/ 121399 h 255713"/>
                    <a:gd name="connsiteX100" fmla="*/ 149812 w 255713"/>
                    <a:gd name="connsiteY100" fmla="*/ 118816 h 255713"/>
                    <a:gd name="connsiteX101" fmla="*/ 149812 w 255713"/>
                    <a:gd name="connsiteY101" fmla="*/ 116234 h 255713"/>
                    <a:gd name="connsiteX102" fmla="*/ 144646 w 255713"/>
                    <a:gd name="connsiteY102" fmla="*/ 111068 h 255713"/>
                    <a:gd name="connsiteX103" fmla="*/ 144646 w 255713"/>
                    <a:gd name="connsiteY103" fmla="*/ 108485 h 255713"/>
                    <a:gd name="connsiteX104" fmla="*/ 108485 w 255713"/>
                    <a:gd name="connsiteY104" fmla="*/ 72323 h 255713"/>
                    <a:gd name="connsiteX105" fmla="*/ 105902 w 255713"/>
                    <a:gd name="connsiteY105" fmla="*/ 72323 h 255713"/>
                    <a:gd name="connsiteX106" fmla="*/ 100736 w 255713"/>
                    <a:gd name="connsiteY106" fmla="*/ 77489 h 255713"/>
                    <a:gd name="connsiteX107" fmla="*/ 98153 w 255713"/>
                    <a:gd name="connsiteY107" fmla="*/ 77489 h 255713"/>
                    <a:gd name="connsiteX108" fmla="*/ 92987 w 255713"/>
                    <a:gd name="connsiteY108" fmla="*/ 82655 h 255713"/>
                    <a:gd name="connsiteX109" fmla="*/ 90404 w 255713"/>
                    <a:gd name="connsiteY109" fmla="*/ 82655 h 255713"/>
                    <a:gd name="connsiteX110" fmla="*/ 85238 w 255713"/>
                    <a:gd name="connsiteY110" fmla="*/ 87821 h 255713"/>
                    <a:gd name="connsiteX111" fmla="*/ 82655 w 255713"/>
                    <a:gd name="connsiteY111" fmla="*/ 87821 h 255713"/>
                    <a:gd name="connsiteX112" fmla="*/ 77489 w 255713"/>
                    <a:gd name="connsiteY112" fmla="*/ 92987 h 255713"/>
                    <a:gd name="connsiteX113" fmla="*/ 74906 w 255713"/>
                    <a:gd name="connsiteY113" fmla="*/ 92987 h 255713"/>
                    <a:gd name="connsiteX114" fmla="*/ 69740 w 255713"/>
                    <a:gd name="connsiteY114" fmla="*/ 98153 h 255713"/>
                    <a:gd name="connsiteX115" fmla="*/ 67157 w 255713"/>
                    <a:gd name="connsiteY115" fmla="*/ 98153 h 255713"/>
                    <a:gd name="connsiteX116" fmla="*/ 64574 w 255713"/>
                    <a:gd name="connsiteY116" fmla="*/ 100736 h 255713"/>
                    <a:gd name="connsiteX117" fmla="*/ 67157 w 255713"/>
                    <a:gd name="connsiteY117" fmla="*/ 100736 h 255713"/>
                    <a:gd name="connsiteX118" fmla="*/ 72323 w 255713"/>
                    <a:gd name="connsiteY118" fmla="*/ 105902 h 255713"/>
                    <a:gd name="connsiteX119" fmla="*/ 74906 w 255713"/>
                    <a:gd name="connsiteY119" fmla="*/ 105902 h 255713"/>
                    <a:gd name="connsiteX120" fmla="*/ 80072 w 255713"/>
                    <a:gd name="connsiteY120" fmla="*/ 111068 h 255713"/>
                    <a:gd name="connsiteX121" fmla="*/ 82655 w 255713"/>
                    <a:gd name="connsiteY121" fmla="*/ 111068 h 255713"/>
                    <a:gd name="connsiteX122" fmla="*/ 85238 w 255713"/>
                    <a:gd name="connsiteY122" fmla="*/ 113651 h 255713"/>
                    <a:gd name="connsiteX123" fmla="*/ 87821 w 255713"/>
                    <a:gd name="connsiteY123" fmla="*/ 113651 h 255713"/>
                    <a:gd name="connsiteX124" fmla="*/ 92987 w 255713"/>
                    <a:gd name="connsiteY124" fmla="*/ 118816 h 255713"/>
                    <a:gd name="connsiteX125" fmla="*/ 95570 w 255713"/>
                    <a:gd name="connsiteY125" fmla="*/ 118816 h 255713"/>
                    <a:gd name="connsiteX126" fmla="*/ 108485 w 255713"/>
                    <a:gd name="connsiteY126" fmla="*/ 131731 h 255713"/>
                    <a:gd name="connsiteX127" fmla="*/ 108485 w 255713"/>
                    <a:gd name="connsiteY127" fmla="*/ 144646 h 255713"/>
                    <a:gd name="connsiteX128" fmla="*/ 103319 w 255713"/>
                    <a:gd name="connsiteY128" fmla="*/ 149812 h 255713"/>
                    <a:gd name="connsiteX129" fmla="*/ 100736 w 255713"/>
                    <a:gd name="connsiteY129" fmla="*/ 149812 h 255713"/>
                    <a:gd name="connsiteX130" fmla="*/ 98153 w 255713"/>
                    <a:gd name="connsiteY130" fmla="*/ 152395 h 255713"/>
                    <a:gd name="connsiteX131" fmla="*/ 87821 w 255713"/>
                    <a:gd name="connsiteY131" fmla="*/ 152395 h 255713"/>
                    <a:gd name="connsiteX132" fmla="*/ 82655 w 255713"/>
                    <a:gd name="connsiteY132" fmla="*/ 147229 h 255713"/>
                    <a:gd name="connsiteX133" fmla="*/ 80072 w 255713"/>
                    <a:gd name="connsiteY133" fmla="*/ 147229 h 255713"/>
                    <a:gd name="connsiteX134" fmla="*/ 74906 w 255713"/>
                    <a:gd name="connsiteY134" fmla="*/ 142063 h 255713"/>
                    <a:gd name="connsiteX135" fmla="*/ 72323 w 255713"/>
                    <a:gd name="connsiteY135" fmla="*/ 142063 h 255713"/>
                    <a:gd name="connsiteX136" fmla="*/ 67157 w 255713"/>
                    <a:gd name="connsiteY136" fmla="*/ 136897 h 255713"/>
                    <a:gd name="connsiteX137" fmla="*/ 64574 w 255713"/>
                    <a:gd name="connsiteY137" fmla="*/ 136897 h 255713"/>
                    <a:gd name="connsiteX138" fmla="*/ 59408 w 255713"/>
                    <a:gd name="connsiteY138" fmla="*/ 131731 h 255713"/>
                    <a:gd name="connsiteX139" fmla="*/ 56825 w 255713"/>
                    <a:gd name="connsiteY139" fmla="*/ 131731 h 255713"/>
                    <a:gd name="connsiteX140" fmla="*/ 51659 w 255713"/>
                    <a:gd name="connsiteY140" fmla="*/ 126565 h 255713"/>
                    <a:gd name="connsiteX141" fmla="*/ 49076 w 255713"/>
                    <a:gd name="connsiteY141" fmla="*/ 126565 h 255713"/>
                    <a:gd name="connsiteX142" fmla="*/ 46493 w 255713"/>
                    <a:gd name="connsiteY142" fmla="*/ 123982 h 255713"/>
                    <a:gd name="connsiteX143" fmla="*/ 43910 w 255713"/>
                    <a:gd name="connsiteY143" fmla="*/ 123982 h 255713"/>
                    <a:gd name="connsiteX144" fmla="*/ 38745 w 255713"/>
                    <a:gd name="connsiteY144" fmla="*/ 118816 h 255713"/>
                    <a:gd name="connsiteX145" fmla="*/ 36162 w 255713"/>
                    <a:gd name="connsiteY145" fmla="*/ 118816 h 255713"/>
                    <a:gd name="connsiteX146" fmla="*/ 30996 w 255713"/>
                    <a:gd name="connsiteY146" fmla="*/ 113651 h 255713"/>
                    <a:gd name="connsiteX147" fmla="*/ 28413 w 255713"/>
                    <a:gd name="connsiteY147" fmla="*/ 113651 h 255713"/>
                    <a:gd name="connsiteX148" fmla="*/ 23247 w 255713"/>
                    <a:gd name="connsiteY148" fmla="*/ 108485 h 255713"/>
                    <a:gd name="connsiteX149" fmla="*/ 23247 w 255713"/>
                    <a:gd name="connsiteY149" fmla="*/ 103319 h 255713"/>
                    <a:gd name="connsiteX150" fmla="*/ 20664 w 255713"/>
                    <a:gd name="connsiteY150" fmla="*/ 100736 h 255713"/>
                    <a:gd name="connsiteX151" fmla="*/ 20664 w 255713"/>
                    <a:gd name="connsiteY151" fmla="*/ 98153 h 255713"/>
                    <a:gd name="connsiteX152" fmla="*/ 23247 w 255713"/>
                    <a:gd name="connsiteY152" fmla="*/ 95570 h 255713"/>
                    <a:gd name="connsiteX153" fmla="*/ 23247 w 255713"/>
                    <a:gd name="connsiteY153" fmla="*/ 92987 h 255713"/>
                    <a:gd name="connsiteX154" fmla="*/ 33579 w 255713"/>
                    <a:gd name="connsiteY154" fmla="*/ 82655 h 255713"/>
                    <a:gd name="connsiteX155" fmla="*/ 36162 w 255713"/>
                    <a:gd name="connsiteY155" fmla="*/ 82655 h 255713"/>
                    <a:gd name="connsiteX156" fmla="*/ 38745 w 255713"/>
                    <a:gd name="connsiteY156" fmla="*/ 80072 h 255713"/>
                    <a:gd name="connsiteX157" fmla="*/ 41327 w 255713"/>
                    <a:gd name="connsiteY157" fmla="*/ 80072 h 255713"/>
                    <a:gd name="connsiteX158" fmla="*/ 46493 w 255713"/>
                    <a:gd name="connsiteY158" fmla="*/ 74906 h 255713"/>
                    <a:gd name="connsiteX159" fmla="*/ 49076 w 255713"/>
                    <a:gd name="connsiteY159" fmla="*/ 74906 h 255713"/>
                    <a:gd name="connsiteX160" fmla="*/ 54242 w 255713"/>
                    <a:gd name="connsiteY160" fmla="*/ 69740 h 255713"/>
                    <a:gd name="connsiteX161" fmla="*/ 56825 w 255713"/>
                    <a:gd name="connsiteY161" fmla="*/ 69740 h 255713"/>
                    <a:gd name="connsiteX162" fmla="*/ 61991 w 255713"/>
                    <a:gd name="connsiteY162" fmla="*/ 64574 h 255713"/>
                    <a:gd name="connsiteX163" fmla="*/ 64574 w 255713"/>
                    <a:gd name="connsiteY163" fmla="*/ 64574 h 255713"/>
                    <a:gd name="connsiteX164" fmla="*/ 69740 w 255713"/>
                    <a:gd name="connsiteY164" fmla="*/ 59408 h 255713"/>
                    <a:gd name="connsiteX165" fmla="*/ 72323 w 255713"/>
                    <a:gd name="connsiteY165" fmla="*/ 59408 h 255713"/>
                    <a:gd name="connsiteX166" fmla="*/ 77489 w 255713"/>
                    <a:gd name="connsiteY166" fmla="*/ 54242 h 255713"/>
                    <a:gd name="connsiteX167" fmla="*/ 80072 w 255713"/>
                    <a:gd name="connsiteY167" fmla="*/ 54242 h 255713"/>
                    <a:gd name="connsiteX168" fmla="*/ 85238 w 255713"/>
                    <a:gd name="connsiteY168" fmla="*/ 4907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36162" y="0"/>
                      </a:moveTo>
                      <a:lnTo>
                        <a:pt x="30996" y="5166"/>
                      </a:lnTo>
                      <a:lnTo>
                        <a:pt x="30996" y="7749"/>
                      </a:lnTo>
                      <a:lnTo>
                        <a:pt x="25830" y="12915"/>
                      </a:lnTo>
                      <a:lnTo>
                        <a:pt x="25830" y="15498"/>
                      </a:lnTo>
                      <a:lnTo>
                        <a:pt x="20664" y="20664"/>
                      </a:lnTo>
                      <a:lnTo>
                        <a:pt x="20664" y="23247"/>
                      </a:lnTo>
                      <a:lnTo>
                        <a:pt x="18081" y="25830"/>
                      </a:lnTo>
                      <a:lnTo>
                        <a:pt x="18081" y="28413"/>
                      </a:lnTo>
                      <a:lnTo>
                        <a:pt x="15498" y="30996"/>
                      </a:lnTo>
                      <a:lnTo>
                        <a:pt x="15498" y="33579"/>
                      </a:lnTo>
                      <a:lnTo>
                        <a:pt x="12915" y="36162"/>
                      </a:lnTo>
                      <a:lnTo>
                        <a:pt x="12915" y="41327"/>
                      </a:lnTo>
                      <a:lnTo>
                        <a:pt x="10332" y="43910"/>
                      </a:lnTo>
                      <a:lnTo>
                        <a:pt x="10332" y="46493"/>
                      </a:lnTo>
                      <a:lnTo>
                        <a:pt x="7749" y="49076"/>
                      </a:lnTo>
                      <a:lnTo>
                        <a:pt x="7749" y="54242"/>
                      </a:lnTo>
                      <a:lnTo>
                        <a:pt x="5166" y="56825"/>
                      </a:lnTo>
                      <a:lnTo>
                        <a:pt x="5166" y="64574"/>
                      </a:lnTo>
                      <a:lnTo>
                        <a:pt x="2583" y="67157"/>
                      </a:lnTo>
                      <a:lnTo>
                        <a:pt x="2583" y="80072"/>
                      </a:lnTo>
                      <a:lnTo>
                        <a:pt x="0" y="82655"/>
                      </a:lnTo>
                      <a:lnTo>
                        <a:pt x="0" y="116234"/>
                      </a:lnTo>
                      <a:lnTo>
                        <a:pt x="2583" y="118816"/>
                      </a:lnTo>
                      <a:lnTo>
                        <a:pt x="2583" y="131731"/>
                      </a:lnTo>
                      <a:lnTo>
                        <a:pt x="5166" y="134314"/>
                      </a:lnTo>
                      <a:lnTo>
                        <a:pt x="5166" y="142063"/>
                      </a:lnTo>
                      <a:lnTo>
                        <a:pt x="7749" y="144646"/>
                      </a:lnTo>
                      <a:lnTo>
                        <a:pt x="7749" y="149812"/>
                      </a:lnTo>
                      <a:lnTo>
                        <a:pt x="10332" y="152395"/>
                      </a:lnTo>
                      <a:lnTo>
                        <a:pt x="10332" y="157561"/>
                      </a:lnTo>
                      <a:lnTo>
                        <a:pt x="12915" y="160144"/>
                      </a:lnTo>
                      <a:lnTo>
                        <a:pt x="12915" y="162727"/>
                      </a:lnTo>
                      <a:lnTo>
                        <a:pt x="15498" y="165310"/>
                      </a:lnTo>
                      <a:lnTo>
                        <a:pt x="15498" y="167893"/>
                      </a:lnTo>
                      <a:lnTo>
                        <a:pt x="18081" y="170476"/>
                      </a:lnTo>
                      <a:lnTo>
                        <a:pt x="18081" y="173059"/>
                      </a:lnTo>
                      <a:lnTo>
                        <a:pt x="20664" y="175642"/>
                      </a:lnTo>
                      <a:lnTo>
                        <a:pt x="20664" y="178225"/>
                      </a:lnTo>
                      <a:lnTo>
                        <a:pt x="23247" y="180808"/>
                      </a:lnTo>
                      <a:lnTo>
                        <a:pt x="23247" y="183391"/>
                      </a:lnTo>
                      <a:lnTo>
                        <a:pt x="28413" y="188557"/>
                      </a:lnTo>
                      <a:lnTo>
                        <a:pt x="28413" y="191140"/>
                      </a:lnTo>
                      <a:lnTo>
                        <a:pt x="38745" y="201471"/>
                      </a:lnTo>
                      <a:lnTo>
                        <a:pt x="38745" y="204054"/>
                      </a:lnTo>
                      <a:lnTo>
                        <a:pt x="51659" y="216969"/>
                      </a:lnTo>
                      <a:lnTo>
                        <a:pt x="54242" y="216969"/>
                      </a:lnTo>
                      <a:lnTo>
                        <a:pt x="64574" y="227301"/>
                      </a:lnTo>
                      <a:lnTo>
                        <a:pt x="67157" y="227301"/>
                      </a:lnTo>
                      <a:lnTo>
                        <a:pt x="72323" y="232467"/>
                      </a:lnTo>
                      <a:lnTo>
                        <a:pt x="74906" y="232467"/>
                      </a:lnTo>
                      <a:lnTo>
                        <a:pt x="80072" y="237633"/>
                      </a:lnTo>
                      <a:lnTo>
                        <a:pt x="82655" y="237633"/>
                      </a:lnTo>
                      <a:lnTo>
                        <a:pt x="85238" y="240216"/>
                      </a:lnTo>
                      <a:lnTo>
                        <a:pt x="87821" y="240216"/>
                      </a:lnTo>
                      <a:lnTo>
                        <a:pt x="90404" y="242799"/>
                      </a:lnTo>
                      <a:lnTo>
                        <a:pt x="95570" y="242799"/>
                      </a:lnTo>
                      <a:lnTo>
                        <a:pt x="98153" y="245382"/>
                      </a:lnTo>
                      <a:lnTo>
                        <a:pt x="100736" y="245382"/>
                      </a:lnTo>
                      <a:lnTo>
                        <a:pt x="103319" y="247965"/>
                      </a:lnTo>
                      <a:lnTo>
                        <a:pt x="108485" y="247965"/>
                      </a:lnTo>
                      <a:lnTo>
                        <a:pt x="111068" y="250548"/>
                      </a:lnTo>
                      <a:lnTo>
                        <a:pt x="116234" y="250548"/>
                      </a:lnTo>
                      <a:lnTo>
                        <a:pt x="118816" y="253131"/>
                      </a:lnTo>
                      <a:lnTo>
                        <a:pt x="129148" y="253131"/>
                      </a:lnTo>
                      <a:lnTo>
                        <a:pt x="131731" y="255714"/>
                      </a:lnTo>
                      <a:lnTo>
                        <a:pt x="180808" y="255714"/>
                      </a:lnTo>
                      <a:lnTo>
                        <a:pt x="183391" y="253131"/>
                      </a:lnTo>
                      <a:lnTo>
                        <a:pt x="193723" y="253131"/>
                      </a:lnTo>
                      <a:lnTo>
                        <a:pt x="196305" y="250548"/>
                      </a:lnTo>
                      <a:lnTo>
                        <a:pt x="204054" y="250548"/>
                      </a:lnTo>
                      <a:lnTo>
                        <a:pt x="206637" y="247965"/>
                      </a:lnTo>
                      <a:lnTo>
                        <a:pt x="211803" y="247965"/>
                      </a:lnTo>
                      <a:lnTo>
                        <a:pt x="214386" y="245382"/>
                      </a:lnTo>
                      <a:lnTo>
                        <a:pt x="216969" y="245382"/>
                      </a:lnTo>
                      <a:lnTo>
                        <a:pt x="219552" y="242799"/>
                      </a:lnTo>
                      <a:lnTo>
                        <a:pt x="222135" y="242799"/>
                      </a:lnTo>
                      <a:lnTo>
                        <a:pt x="224718" y="240216"/>
                      </a:lnTo>
                      <a:lnTo>
                        <a:pt x="227301" y="240216"/>
                      </a:lnTo>
                      <a:lnTo>
                        <a:pt x="229884" y="237633"/>
                      </a:lnTo>
                      <a:lnTo>
                        <a:pt x="232467" y="237633"/>
                      </a:lnTo>
                      <a:lnTo>
                        <a:pt x="235050" y="235050"/>
                      </a:lnTo>
                      <a:lnTo>
                        <a:pt x="237633" y="235050"/>
                      </a:lnTo>
                      <a:lnTo>
                        <a:pt x="242799" y="229884"/>
                      </a:lnTo>
                      <a:lnTo>
                        <a:pt x="245382" y="229884"/>
                      </a:lnTo>
                      <a:lnTo>
                        <a:pt x="250548" y="224718"/>
                      </a:lnTo>
                      <a:lnTo>
                        <a:pt x="253131" y="224718"/>
                      </a:lnTo>
                      <a:lnTo>
                        <a:pt x="255714" y="222135"/>
                      </a:lnTo>
                      <a:lnTo>
                        <a:pt x="255714" y="219552"/>
                      </a:lnTo>
                      <a:lnTo>
                        <a:pt x="185974" y="149812"/>
                      </a:lnTo>
                      <a:lnTo>
                        <a:pt x="183391" y="152395"/>
                      </a:lnTo>
                      <a:lnTo>
                        <a:pt x="173059" y="152395"/>
                      </a:lnTo>
                      <a:lnTo>
                        <a:pt x="162727" y="142063"/>
                      </a:lnTo>
                      <a:lnTo>
                        <a:pt x="162727" y="139480"/>
                      </a:lnTo>
                      <a:lnTo>
                        <a:pt x="160144" y="136897"/>
                      </a:lnTo>
                      <a:lnTo>
                        <a:pt x="160144" y="134314"/>
                      </a:lnTo>
                      <a:lnTo>
                        <a:pt x="154978" y="129148"/>
                      </a:lnTo>
                      <a:lnTo>
                        <a:pt x="154978" y="126565"/>
                      </a:lnTo>
                      <a:lnTo>
                        <a:pt x="152395" y="123982"/>
                      </a:lnTo>
                      <a:lnTo>
                        <a:pt x="152395" y="121399"/>
                      </a:lnTo>
                      <a:lnTo>
                        <a:pt x="149812" y="118816"/>
                      </a:lnTo>
                      <a:lnTo>
                        <a:pt x="149812" y="116234"/>
                      </a:lnTo>
                      <a:lnTo>
                        <a:pt x="144646" y="111068"/>
                      </a:lnTo>
                      <a:lnTo>
                        <a:pt x="144646" y="108485"/>
                      </a:lnTo>
                      <a:lnTo>
                        <a:pt x="108485" y="72323"/>
                      </a:lnTo>
                      <a:lnTo>
                        <a:pt x="105902" y="72323"/>
                      </a:lnTo>
                      <a:lnTo>
                        <a:pt x="100736" y="77489"/>
                      </a:lnTo>
                      <a:lnTo>
                        <a:pt x="98153" y="77489"/>
                      </a:lnTo>
                      <a:lnTo>
                        <a:pt x="92987" y="82655"/>
                      </a:lnTo>
                      <a:lnTo>
                        <a:pt x="90404" y="82655"/>
                      </a:lnTo>
                      <a:lnTo>
                        <a:pt x="85238" y="87821"/>
                      </a:lnTo>
                      <a:lnTo>
                        <a:pt x="82655" y="87821"/>
                      </a:lnTo>
                      <a:lnTo>
                        <a:pt x="77489" y="92987"/>
                      </a:lnTo>
                      <a:lnTo>
                        <a:pt x="74906" y="92987"/>
                      </a:lnTo>
                      <a:lnTo>
                        <a:pt x="69740" y="98153"/>
                      </a:lnTo>
                      <a:lnTo>
                        <a:pt x="67157" y="98153"/>
                      </a:lnTo>
                      <a:lnTo>
                        <a:pt x="64574" y="100736"/>
                      </a:lnTo>
                      <a:lnTo>
                        <a:pt x="67157" y="100736"/>
                      </a:lnTo>
                      <a:lnTo>
                        <a:pt x="72323" y="105902"/>
                      </a:lnTo>
                      <a:lnTo>
                        <a:pt x="74906" y="105902"/>
                      </a:lnTo>
                      <a:lnTo>
                        <a:pt x="80072" y="111068"/>
                      </a:lnTo>
                      <a:lnTo>
                        <a:pt x="82655" y="111068"/>
                      </a:lnTo>
                      <a:lnTo>
                        <a:pt x="85238" y="113651"/>
                      </a:lnTo>
                      <a:lnTo>
                        <a:pt x="87821" y="113651"/>
                      </a:lnTo>
                      <a:lnTo>
                        <a:pt x="92987" y="118816"/>
                      </a:lnTo>
                      <a:lnTo>
                        <a:pt x="95570" y="118816"/>
                      </a:lnTo>
                      <a:lnTo>
                        <a:pt x="108485" y="131731"/>
                      </a:lnTo>
                      <a:lnTo>
                        <a:pt x="108485" y="144646"/>
                      </a:lnTo>
                      <a:lnTo>
                        <a:pt x="103319" y="149812"/>
                      </a:lnTo>
                      <a:lnTo>
                        <a:pt x="100736" y="149812"/>
                      </a:lnTo>
                      <a:lnTo>
                        <a:pt x="98153" y="152395"/>
                      </a:lnTo>
                      <a:lnTo>
                        <a:pt x="87821" y="152395"/>
                      </a:lnTo>
                      <a:lnTo>
                        <a:pt x="82655" y="147229"/>
                      </a:lnTo>
                      <a:lnTo>
                        <a:pt x="80072" y="147229"/>
                      </a:lnTo>
                      <a:lnTo>
                        <a:pt x="74906" y="142063"/>
                      </a:lnTo>
                      <a:lnTo>
                        <a:pt x="72323" y="142063"/>
                      </a:lnTo>
                      <a:lnTo>
                        <a:pt x="67157" y="136897"/>
                      </a:lnTo>
                      <a:lnTo>
                        <a:pt x="64574" y="136897"/>
                      </a:lnTo>
                      <a:lnTo>
                        <a:pt x="59408" y="131731"/>
                      </a:lnTo>
                      <a:lnTo>
                        <a:pt x="56825" y="131731"/>
                      </a:lnTo>
                      <a:lnTo>
                        <a:pt x="51659" y="126565"/>
                      </a:lnTo>
                      <a:lnTo>
                        <a:pt x="49076" y="126565"/>
                      </a:lnTo>
                      <a:lnTo>
                        <a:pt x="46493" y="123982"/>
                      </a:lnTo>
                      <a:lnTo>
                        <a:pt x="43910" y="123982"/>
                      </a:lnTo>
                      <a:lnTo>
                        <a:pt x="38745" y="118816"/>
                      </a:lnTo>
                      <a:lnTo>
                        <a:pt x="36162" y="118816"/>
                      </a:lnTo>
                      <a:lnTo>
                        <a:pt x="30996" y="113651"/>
                      </a:lnTo>
                      <a:lnTo>
                        <a:pt x="28413" y="113651"/>
                      </a:lnTo>
                      <a:lnTo>
                        <a:pt x="23247" y="108485"/>
                      </a:lnTo>
                      <a:lnTo>
                        <a:pt x="23247" y="103319"/>
                      </a:lnTo>
                      <a:lnTo>
                        <a:pt x="20664" y="100736"/>
                      </a:lnTo>
                      <a:lnTo>
                        <a:pt x="20664" y="98153"/>
                      </a:lnTo>
                      <a:lnTo>
                        <a:pt x="23247" y="95570"/>
                      </a:lnTo>
                      <a:lnTo>
                        <a:pt x="23247" y="92987"/>
                      </a:lnTo>
                      <a:lnTo>
                        <a:pt x="33579" y="82655"/>
                      </a:lnTo>
                      <a:lnTo>
                        <a:pt x="36162" y="82655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6493" y="74906"/>
                      </a:lnTo>
                      <a:lnTo>
                        <a:pt x="49076" y="74906"/>
                      </a:lnTo>
                      <a:lnTo>
                        <a:pt x="54242" y="69740"/>
                      </a:lnTo>
                      <a:lnTo>
                        <a:pt x="56825" y="69740"/>
                      </a:lnTo>
                      <a:lnTo>
                        <a:pt x="61991" y="64574"/>
                      </a:lnTo>
                      <a:lnTo>
                        <a:pt x="64574" y="64574"/>
                      </a:lnTo>
                      <a:lnTo>
                        <a:pt x="69740" y="59408"/>
                      </a:lnTo>
                      <a:lnTo>
                        <a:pt x="72323" y="59408"/>
                      </a:lnTo>
                      <a:lnTo>
                        <a:pt x="77489" y="54242"/>
                      </a:lnTo>
                      <a:lnTo>
                        <a:pt x="80072" y="54242"/>
                      </a:lnTo>
                      <a:lnTo>
                        <a:pt x="85238" y="4907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1" name="任意形状 7030">
                  <a:extLst>
                    <a:ext uri="{FF2B5EF4-FFF2-40B4-BE49-F238E27FC236}">
                      <a16:creationId xmlns:a16="http://schemas.microsoft.com/office/drawing/2014/main" id="{499C3D6D-F753-71DA-A3AE-2982A3606771}"/>
                    </a:ext>
                  </a:extLst>
                </p:cNvPr>
                <p:cNvSpPr/>
                <p:nvPr/>
              </p:nvSpPr>
              <p:spPr>
                <a:xfrm>
                  <a:off x="5024081" y="5466259"/>
                  <a:ext cx="255713" cy="255713"/>
                </a:xfrm>
                <a:custGeom>
                  <a:avLst/>
                  <a:gdLst>
                    <a:gd name="connsiteX0" fmla="*/ 5166 w 255713"/>
                    <a:gd name="connsiteY0" fmla="*/ 30996 h 255713"/>
                    <a:gd name="connsiteX1" fmla="*/ 0 w 255713"/>
                    <a:gd name="connsiteY1" fmla="*/ 36162 h 255713"/>
                    <a:gd name="connsiteX2" fmla="*/ 69740 w 255713"/>
                    <a:gd name="connsiteY2" fmla="*/ 105902 h 255713"/>
                    <a:gd name="connsiteX3" fmla="*/ 72323 w 255713"/>
                    <a:gd name="connsiteY3" fmla="*/ 105902 h 255713"/>
                    <a:gd name="connsiteX4" fmla="*/ 74906 w 255713"/>
                    <a:gd name="connsiteY4" fmla="*/ 103319 h 255713"/>
                    <a:gd name="connsiteX5" fmla="*/ 82655 w 255713"/>
                    <a:gd name="connsiteY5" fmla="*/ 103319 h 255713"/>
                    <a:gd name="connsiteX6" fmla="*/ 95570 w 255713"/>
                    <a:gd name="connsiteY6" fmla="*/ 116234 h 255713"/>
                    <a:gd name="connsiteX7" fmla="*/ 95570 w 255713"/>
                    <a:gd name="connsiteY7" fmla="*/ 118816 h 255713"/>
                    <a:gd name="connsiteX8" fmla="*/ 98153 w 255713"/>
                    <a:gd name="connsiteY8" fmla="*/ 121399 h 255713"/>
                    <a:gd name="connsiteX9" fmla="*/ 98153 w 255713"/>
                    <a:gd name="connsiteY9" fmla="*/ 123982 h 255713"/>
                    <a:gd name="connsiteX10" fmla="*/ 100736 w 255713"/>
                    <a:gd name="connsiteY10" fmla="*/ 126565 h 255713"/>
                    <a:gd name="connsiteX11" fmla="*/ 100736 w 255713"/>
                    <a:gd name="connsiteY11" fmla="*/ 129148 h 255713"/>
                    <a:gd name="connsiteX12" fmla="*/ 105902 w 255713"/>
                    <a:gd name="connsiteY12" fmla="*/ 134314 h 255713"/>
                    <a:gd name="connsiteX13" fmla="*/ 105902 w 255713"/>
                    <a:gd name="connsiteY13" fmla="*/ 136897 h 255713"/>
                    <a:gd name="connsiteX14" fmla="*/ 108485 w 255713"/>
                    <a:gd name="connsiteY14" fmla="*/ 139480 h 255713"/>
                    <a:gd name="connsiteX15" fmla="*/ 108485 w 255713"/>
                    <a:gd name="connsiteY15" fmla="*/ 142063 h 255713"/>
                    <a:gd name="connsiteX16" fmla="*/ 113651 w 255713"/>
                    <a:gd name="connsiteY16" fmla="*/ 147229 h 255713"/>
                    <a:gd name="connsiteX17" fmla="*/ 113651 w 255713"/>
                    <a:gd name="connsiteY17" fmla="*/ 149812 h 255713"/>
                    <a:gd name="connsiteX18" fmla="*/ 149812 w 255713"/>
                    <a:gd name="connsiteY18" fmla="*/ 185974 h 255713"/>
                    <a:gd name="connsiteX19" fmla="*/ 157561 w 255713"/>
                    <a:gd name="connsiteY19" fmla="*/ 178225 h 255713"/>
                    <a:gd name="connsiteX20" fmla="*/ 160144 w 255713"/>
                    <a:gd name="connsiteY20" fmla="*/ 178225 h 255713"/>
                    <a:gd name="connsiteX21" fmla="*/ 165310 w 255713"/>
                    <a:gd name="connsiteY21" fmla="*/ 173059 h 255713"/>
                    <a:gd name="connsiteX22" fmla="*/ 167893 w 255713"/>
                    <a:gd name="connsiteY22" fmla="*/ 173059 h 255713"/>
                    <a:gd name="connsiteX23" fmla="*/ 170476 w 255713"/>
                    <a:gd name="connsiteY23" fmla="*/ 170476 h 255713"/>
                    <a:gd name="connsiteX24" fmla="*/ 173059 w 255713"/>
                    <a:gd name="connsiteY24" fmla="*/ 170476 h 255713"/>
                    <a:gd name="connsiteX25" fmla="*/ 178225 w 255713"/>
                    <a:gd name="connsiteY25" fmla="*/ 165310 h 255713"/>
                    <a:gd name="connsiteX26" fmla="*/ 180808 w 255713"/>
                    <a:gd name="connsiteY26" fmla="*/ 165310 h 255713"/>
                    <a:gd name="connsiteX27" fmla="*/ 185974 w 255713"/>
                    <a:gd name="connsiteY27" fmla="*/ 160144 h 255713"/>
                    <a:gd name="connsiteX28" fmla="*/ 188557 w 255713"/>
                    <a:gd name="connsiteY28" fmla="*/ 160144 h 255713"/>
                    <a:gd name="connsiteX29" fmla="*/ 191140 w 255713"/>
                    <a:gd name="connsiteY29" fmla="*/ 157561 h 255713"/>
                    <a:gd name="connsiteX30" fmla="*/ 191140 w 255713"/>
                    <a:gd name="connsiteY30" fmla="*/ 154978 h 255713"/>
                    <a:gd name="connsiteX31" fmla="*/ 188557 w 255713"/>
                    <a:gd name="connsiteY31" fmla="*/ 154978 h 255713"/>
                    <a:gd name="connsiteX32" fmla="*/ 183391 w 255713"/>
                    <a:gd name="connsiteY32" fmla="*/ 149812 h 255713"/>
                    <a:gd name="connsiteX33" fmla="*/ 180808 w 255713"/>
                    <a:gd name="connsiteY33" fmla="*/ 149812 h 255713"/>
                    <a:gd name="connsiteX34" fmla="*/ 175642 w 255713"/>
                    <a:gd name="connsiteY34" fmla="*/ 144646 h 255713"/>
                    <a:gd name="connsiteX35" fmla="*/ 173059 w 255713"/>
                    <a:gd name="connsiteY35" fmla="*/ 144646 h 255713"/>
                    <a:gd name="connsiteX36" fmla="*/ 170476 w 255713"/>
                    <a:gd name="connsiteY36" fmla="*/ 142063 h 255713"/>
                    <a:gd name="connsiteX37" fmla="*/ 167893 w 255713"/>
                    <a:gd name="connsiteY37" fmla="*/ 142063 h 255713"/>
                    <a:gd name="connsiteX38" fmla="*/ 162727 w 255713"/>
                    <a:gd name="connsiteY38" fmla="*/ 136897 h 255713"/>
                    <a:gd name="connsiteX39" fmla="*/ 160144 w 255713"/>
                    <a:gd name="connsiteY39" fmla="*/ 136897 h 255713"/>
                    <a:gd name="connsiteX40" fmla="*/ 147229 w 255713"/>
                    <a:gd name="connsiteY40" fmla="*/ 123982 h 255713"/>
                    <a:gd name="connsiteX41" fmla="*/ 147229 w 255713"/>
                    <a:gd name="connsiteY41" fmla="*/ 116234 h 255713"/>
                    <a:gd name="connsiteX42" fmla="*/ 149812 w 255713"/>
                    <a:gd name="connsiteY42" fmla="*/ 113651 h 255713"/>
                    <a:gd name="connsiteX43" fmla="*/ 149812 w 255713"/>
                    <a:gd name="connsiteY43" fmla="*/ 111068 h 255713"/>
                    <a:gd name="connsiteX44" fmla="*/ 154978 w 255713"/>
                    <a:gd name="connsiteY44" fmla="*/ 105902 h 255713"/>
                    <a:gd name="connsiteX45" fmla="*/ 157561 w 255713"/>
                    <a:gd name="connsiteY45" fmla="*/ 105902 h 255713"/>
                    <a:gd name="connsiteX46" fmla="*/ 160144 w 255713"/>
                    <a:gd name="connsiteY46" fmla="*/ 103319 h 255713"/>
                    <a:gd name="connsiteX47" fmla="*/ 165310 w 255713"/>
                    <a:gd name="connsiteY47" fmla="*/ 103319 h 255713"/>
                    <a:gd name="connsiteX48" fmla="*/ 167893 w 255713"/>
                    <a:gd name="connsiteY48" fmla="*/ 105902 h 255713"/>
                    <a:gd name="connsiteX49" fmla="*/ 170476 w 255713"/>
                    <a:gd name="connsiteY49" fmla="*/ 105902 h 255713"/>
                    <a:gd name="connsiteX50" fmla="*/ 173059 w 255713"/>
                    <a:gd name="connsiteY50" fmla="*/ 108485 h 255713"/>
                    <a:gd name="connsiteX51" fmla="*/ 175642 w 255713"/>
                    <a:gd name="connsiteY51" fmla="*/ 108485 h 255713"/>
                    <a:gd name="connsiteX52" fmla="*/ 180808 w 255713"/>
                    <a:gd name="connsiteY52" fmla="*/ 113651 h 255713"/>
                    <a:gd name="connsiteX53" fmla="*/ 183391 w 255713"/>
                    <a:gd name="connsiteY53" fmla="*/ 113651 h 255713"/>
                    <a:gd name="connsiteX54" fmla="*/ 188557 w 255713"/>
                    <a:gd name="connsiteY54" fmla="*/ 118816 h 255713"/>
                    <a:gd name="connsiteX55" fmla="*/ 191140 w 255713"/>
                    <a:gd name="connsiteY55" fmla="*/ 118816 h 255713"/>
                    <a:gd name="connsiteX56" fmla="*/ 196305 w 255713"/>
                    <a:gd name="connsiteY56" fmla="*/ 123982 h 255713"/>
                    <a:gd name="connsiteX57" fmla="*/ 198888 w 255713"/>
                    <a:gd name="connsiteY57" fmla="*/ 123982 h 255713"/>
                    <a:gd name="connsiteX58" fmla="*/ 204054 w 255713"/>
                    <a:gd name="connsiteY58" fmla="*/ 129148 h 255713"/>
                    <a:gd name="connsiteX59" fmla="*/ 206637 w 255713"/>
                    <a:gd name="connsiteY59" fmla="*/ 129148 h 255713"/>
                    <a:gd name="connsiteX60" fmla="*/ 209220 w 255713"/>
                    <a:gd name="connsiteY60" fmla="*/ 131731 h 255713"/>
                    <a:gd name="connsiteX61" fmla="*/ 211803 w 255713"/>
                    <a:gd name="connsiteY61" fmla="*/ 131731 h 255713"/>
                    <a:gd name="connsiteX62" fmla="*/ 216969 w 255713"/>
                    <a:gd name="connsiteY62" fmla="*/ 136897 h 255713"/>
                    <a:gd name="connsiteX63" fmla="*/ 219552 w 255713"/>
                    <a:gd name="connsiteY63" fmla="*/ 136897 h 255713"/>
                    <a:gd name="connsiteX64" fmla="*/ 224718 w 255713"/>
                    <a:gd name="connsiteY64" fmla="*/ 142063 h 255713"/>
                    <a:gd name="connsiteX65" fmla="*/ 227301 w 255713"/>
                    <a:gd name="connsiteY65" fmla="*/ 142063 h 255713"/>
                    <a:gd name="connsiteX66" fmla="*/ 235050 w 255713"/>
                    <a:gd name="connsiteY66" fmla="*/ 149812 h 255713"/>
                    <a:gd name="connsiteX67" fmla="*/ 235050 w 255713"/>
                    <a:gd name="connsiteY67" fmla="*/ 162727 h 255713"/>
                    <a:gd name="connsiteX68" fmla="*/ 224718 w 255713"/>
                    <a:gd name="connsiteY68" fmla="*/ 173059 h 255713"/>
                    <a:gd name="connsiteX69" fmla="*/ 222135 w 255713"/>
                    <a:gd name="connsiteY69" fmla="*/ 173059 h 255713"/>
                    <a:gd name="connsiteX70" fmla="*/ 216969 w 255713"/>
                    <a:gd name="connsiteY70" fmla="*/ 178225 h 255713"/>
                    <a:gd name="connsiteX71" fmla="*/ 214386 w 255713"/>
                    <a:gd name="connsiteY71" fmla="*/ 178225 h 255713"/>
                    <a:gd name="connsiteX72" fmla="*/ 209220 w 255713"/>
                    <a:gd name="connsiteY72" fmla="*/ 183391 h 255713"/>
                    <a:gd name="connsiteX73" fmla="*/ 206637 w 255713"/>
                    <a:gd name="connsiteY73" fmla="*/ 183391 h 255713"/>
                    <a:gd name="connsiteX74" fmla="*/ 204054 w 255713"/>
                    <a:gd name="connsiteY74" fmla="*/ 185974 h 255713"/>
                    <a:gd name="connsiteX75" fmla="*/ 201471 w 255713"/>
                    <a:gd name="connsiteY75" fmla="*/ 185974 h 255713"/>
                    <a:gd name="connsiteX76" fmla="*/ 196305 w 255713"/>
                    <a:gd name="connsiteY76" fmla="*/ 191140 h 255713"/>
                    <a:gd name="connsiteX77" fmla="*/ 193723 w 255713"/>
                    <a:gd name="connsiteY77" fmla="*/ 191140 h 255713"/>
                    <a:gd name="connsiteX78" fmla="*/ 188557 w 255713"/>
                    <a:gd name="connsiteY78" fmla="*/ 196305 h 255713"/>
                    <a:gd name="connsiteX79" fmla="*/ 185974 w 255713"/>
                    <a:gd name="connsiteY79" fmla="*/ 196305 h 255713"/>
                    <a:gd name="connsiteX80" fmla="*/ 180808 w 255713"/>
                    <a:gd name="connsiteY80" fmla="*/ 201471 h 255713"/>
                    <a:gd name="connsiteX81" fmla="*/ 178225 w 255713"/>
                    <a:gd name="connsiteY81" fmla="*/ 201471 h 255713"/>
                    <a:gd name="connsiteX82" fmla="*/ 173059 w 255713"/>
                    <a:gd name="connsiteY82" fmla="*/ 206637 h 255713"/>
                    <a:gd name="connsiteX83" fmla="*/ 170476 w 255713"/>
                    <a:gd name="connsiteY83" fmla="*/ 206637 h 255713"/>
                    <a:gd name="connsiteX84" fmla="*/ 219552 w 255713"/>
                    <a:gd name="connsiteY84" fmla="*/ 255714 h 255713"/>
                    <a:gd name="connsiteX85" fmla="*/ 222135 w 255713"/>
                    <a:gd name="connsiteY85" fmla="*/ 255714 h 255713"/>
                    <a:gd name="connsiteX86" fmla="*/ 224718 w 255713"/>
                    <a:gd name="connsiteY86" fmla="*/ 253131 h 255713"/>
                    <a:gd name="connsiteX87" fmla="*/ 224718 w 255713"/>
                    <a:gd name="connsiteY87" fmla="*/ 250548 h 255713"/>
                    <a:gd name="connsiteX88" fmla="*/ 229884 w 255713"/>
                    <a:gd name="connsiteY88" fmla="*/ 245382 h 255713"/>
                    <a:gd name="connsiteX89" fmla="*/ 229884 w 255713"/>
                    <a:gd name="connsiteY89" fmla="*/ 242799 h 255713"/>
                    <a:gd name="connsiteX90" fmla="*/ 235050 w 255713"/>
                    <a:gd name="connsiteY90" fmla="*/ 237633 h 255713"/>
                    <a:gd name="connsiteX91" fmla="*/ 235050 w 255713"/>
                    <a:gd name="connsiteY91" fmla="*/ 235050 h 255713"/>
                    <a:gd name="connsiteX92" fmla="*/ 237633 w 255713"/>
                    <a:gd name="connsiteY92" fmla="*/ 232467 h 255713"/>
                    <a:gd name="connsiteX93" fmla="*/ 237633 w 255713"/>
                    <a:gd name="connsiteY93" fmla="*/ 229884 h 255713"/>
                    <a:gd name="connsiteX94" fmla="*/ 240216 w 255713"/>
                    <a:gd name="connsiteY94" fmla="*/ 227301 h 255713"/>
                    <a:gd name="connsiteX95" fmla="*/ 240216 w 255713"/>
                    <a:gd name="connsiteY95" fmla="*/ 224718 h 255713"/>
                    <a:gd name="connsiteX96" fmla="*/ 242799 w 255713"/>
                    <a:gd name="connsiteY96" fmla="*/ 222135 h 255713"/>
                    <a:gd name="connsiteX97" fmla="*/ 242799 w 255713"/>
                    <a:gd name="connsiteY97" fmla="*/ 219552 h 255713"/>
                    <a:gd name="connsiteX98" fmla="*/ 245382 w 255713"/>
                    <a:gd name="connsiteY98" fmla="*/ 216969 h 255713"/>
                    <a:gd name="connsiteX99" fmla="*/ 245382 w 255713"/>
                    <a:gd name="connsiteY99" fmla="*/ 214386 h 255713"/>
                    <a:gd name="connsiteX100" fmla="*/ 247965 w 255713"/>
                    <a:gd name="connsiteY100" fmla="*/ 211803 h 255713"/>
                    <a:gd name="connsiteX101" fmla="*/ 247965 w 255713"/>
                    <a:gd name="connsiteY101" fmla="*/ 206637 h 255713"/>
                    <a:gd name="connsiteX102" fmla="*/ 250548 w 255713"/>
                    <a:gd name="connsiteY102" fmla="*/ 204054 h 255713"/>
                    <a:gd name="connsiteX103" fmla="*/ 250548 w 255713"/>
                    <a:gd name="connsiteY103" fmla="*/ 196305 h 255713"/>
                    <a:gd name="connsiteX104" fmla="*/ 253131 w 255713"/>
                    <a:gd name="connsiteY104" fmla="*/ 193723 h 255713"/>
                    <a:gd name="connsiteX105" fmla="*/ 253131 w 255713"/>
                    <a:gd name="connsiteY105" fmla="*/ 185974 h 255713"/>
                    <a:gd name="connsiteX106" fmla="*/ 255714 w 255713"/>
                    <a:gd name="connsiteY106" fmla="*/ 183391 h 255713"/>
                    <a:gd name="connsiteX107" fmla="*/ 255714 w 255713"/>
                    <a:gd name="connsiteY107" fmla="*/ 131731 h 255713"/>
                    <a:gd name="connsiteX108" fmla="*/ 253131 w 255713"/>
                    <a:gd name="connsiteY108" fmla="*/ 129148 h 255713"/>
                    <a:gd name="connsiteX109" fmla="*/ 253131 w 255713"/>
                    <a:gd name="connsiteY109" fmla="*/ 118816 h 255713"/>
                    <a:gd name="connsiteX110" fmla="*/ 250548 w 255713"/>
                    <a:gd name="connsiteY110" fmla="*/ 116234 h 255713"/>
                    <a:gd name="connsiteX111" fmla="*/ 250548 w 255713"/>
                    <a:gd name="connsiteY111" fmla="*/ 111068 h 255713"/>
                    <a:gd name="connsiteX112" fmla="*/ 247965 w 255713"/>
                    <a:gd name="connsiteY112" fmla="*/ 108485 h 255713"/>
                    <a:gd name="connsiteX113" fmla="*/ 247965 w 255713"/>
                    <a:gd name="connsiteY113" fmla="*/ 103319 h 255713"/>
                    <a:gd name="connsiteX114" fmla="*/ 245382 w 255713"/>
                    <a:gd name="connsiteY114" fmla="*/ 100736 h 255713"/>
                    <a:gd name="connsiteX115" fmla="*/ 245382 w 255713"/>
                    <a:gd name="connsiteY115" fmla="*/ 95570 h 255713"/>
                    <a:gd name="connsiteX116" fmla="*/ 242799 w 255713"/>
                    <a:gd name="connsiteY116" fmla="*/ 92987 h 255713"/>
                    <a:gd name="connsiteX117" fmla="*/ 242799 w 255713"/>
                    <a:gd name="connsiteY117" fmla="*/ 90404 h 255713"/>
                    <a:gd name="connsiteX118" fmla="*/ 240216 w 255713"/>
                    <a:gd name="connsiteY118" fmla="*/ 87821 h 255713"/>
                    <a:gd name="connsiteX119" fmla="*/ 240216 w 255713"/>
                    <a:gd name="connsiteY119" fmla="*/ 85238 h 255713"/>
                    <a:gd name="connsiteX120" fmla="*/ 237633 w 255713"/>
                    <a:gd name="connsiteY120" fmla="*/ 82655 h 255713"/>
                    <a:gd name="connsiteX121" fmla="*/ 237633 w 255713"/>
                    <a:gd name="connsiteY121" fmla="*/ 80072 h 255713"/>
                    <a:gd name="connsiteX122" fmla="*/ 232467 w 255713"/>
                    <a:gd name="connsiteY122" fmla="*/ 74906 h 255713"/>
                    <a:gd name="connsiteX123" fmla="*/ 232467 w 255713"/>
                    <a:gd name="connsiteY123" fmla="*/ 72323 h 255713"/>
                    <a:gd name="connsiteX124" fmla="*/ 229884 w 255713"/>
                    <a:gd name="connsiteY124" fmla="*/ 69740 h 255713"/>
                    <a:gd name="connsiteX125" fmla="*/ 229884 w 255713"/>
                    <a:gd name="connsiteY125" fmla="*/ 67157 h 255713"/>
                    <a:gd name="connsiteX126" fmla="*/ 222135 w 255713"/>
                    <a:gd name="connsiteY126" fmla="*/ 59408 h 255713"/>
                    <a:gd name="connsiteX127" fmla="*/ 222135 w 255713"/>
                    <a:gd name="connsiteY127" fmla="*/ 56825 h 255713"/>
                    <a:gd name="connsiteX128" fmla="*/ 201471 w 255713"/>
                    <a:gd name="connsiteY128" fmla="*/ 36162 h 255713"/>
                    <a:gd name="connsiteX129" fmla="*/ 198888 w 255713"/>
                    <a:gd name="connsiteY129" fmla="*/ 36162 h 255713"/>
                    <a:gd name="connsiteX130" fmla="*/ 191140 w 255713"/>
                    <a:gd name="connsiteY130" fmla="*/ 28413 h 255713"/>
                    <a:gd name="connsiteX131" fmla="*/ 188557 w 255713"/>
                    <a:gd name="connsiteY131" fmla="*/ 28413 h 255713"/>
                    <a:gd name="connsiteX132" fmla="*/ 183391 w 255713"/>
                    <a:gd name="connsiteY132" fmla="*/ 23247 h 255713"/>
                    <a:gd name="connsiteX133" fmla="*/ 180808 w 255713"/>
                    <a:gd name="connsiteY133" fmla="*/ 23247 h 255713"/>
                    <a:gd name="connsiteX134" fmla="*/ 175642 w 255713"/>
                    <a:gd name="connsiteY134" fmla="*/ 18081 h 255713"/>
                    <a:gd name="connsiteX135" fmla="*/ 173059 w 255713"/>
                    <a:gd name="connsiteY135" fmla="*/ 18081 h 255713"/>
                    <a:gd name="connsiteX136" fmla="*/ 170476 w 255713"/>
                    <a:gd name="connsiteY136" fmla="*/ 15498 h 255713"/>
                    <a:gd name="connsiteX137" fmla="*/ 165310 w 255713"/>
                    <a:gd name="connsiteY137" fmla="*/ 15498 h 255713"/>
                    <a:gd name="connsiteX138" fmla="*/ 162727 w 255713"/>
                    <a:gd name="connsiteY138" fmla="*/ 12915 h 255713"/>
                    <a:gd name="connsiteX139" fmla="*/ 160144 w 255713"/>
                    <a:gd name="connsiteY139" fmla="*/ 12915 h 255713"/>
                    <a:gd name="connsiteX140" fmla="*/ 157561 w 255713"/>
                    <a:gd name="connsiteY140" fmla="*/ 10332 h 255713"/>
                    <a:gd name="connsiteX141" fmla="*/ 152395 w 255713"/>
                    <a:gd name="connsiteY141" fmla="*/ 10332 h 255713"/>
                    <a:gd name="connsiteX142" fmla="*/ 149812 w 255713"/>
                    <a:gd name="connsiteY142" fmla="*/ 7749 h 255713"/>
                    <a:gd name="connsiteX143" fmla="*/ 147229 w 255713"/>
                    <a:gd name="connsiteY143" fmla="*/ 7749 h 255713"/>
                    <a:gd name="connsiteX144" fmla="*/ 144646 w 255713"/>
                    <a:gd name="connsiteY144" fmla="*/ 5166 h 255713"/>
                    <a:gd name="connsiteX145" fmla="*/ 136897 w 255713"/>
                    <a:gd name="connsiteY145" fmla="*/ 5166 h 255713"/>
                    <a:gd name="connsiteX146" fmla="*/ 134314 w 255713"/>
                    <a:gd name="connsiteY146" fmla="*/ 2583 h 255713"/>
                    <a:gd name="connsiteX147" fmla="*/ 121399 w 255713"/>
                    <a:gd name="connsiteY147" fmla="*/ 2583 h 255713"/>
                    <a:gd name="connsiteX148" fmla="*/ 118816 w 255713"/>
                    <a:gd name="connsiteY148" fmla="*/ 0 h 255713"/>
                    <a:gd name="connsiteX149" fmla="*/ 80072 w 255713"/>
                    <a:gd name="connsiteY149" fmla="*/ 0 h 255713"/>
                    <a:gd name="connsiteX150" fmla="*/ 77489 w 255713"/>
                    <a:gd name="connsiteY150" fmla="*/ 2583 h 255713"/>
                    <a:gd name="connsiteX151" fmla="*/ 67157 w 255713"/>
                    <a:gd name="connsiteY151" fmla="*/ 2583 h 255713"/>
                    <a:gd name="connsiteX152" fmla="*/ 64574 w 255713"/>
                    <a:gd name="connsiteY152" fmla="*/ 5166 h 255713"/>
                    <a:gd name="connsiteX153" fmla="*/ 56825 w 255713"/>
                    <a:gd name="connsiteY153" fmla="*/ 5166 h 255713"/>
                    <a:gd name="connsiteX154" fmla="*/ 54242 w 255713"/>
                    <a:gd name="connsiteY154" fmla="*/ 7749 h 255713"/>
                    <a:gd name="connsiteX155" fmla="*/ 49076 w 255713"/>
                    <a:gd name="connsiteY155" fmla="*/ 7749 h 255713"/>
                    <a:gd name="connsiteX156" fmla="*/ 46493 w 255713"/>
                    <a:gd name="connsiteY156" fmla="*/ 10332 h 255713"/>
                    <a:gd name="connsiteX157" fmla="*/ 41327 w 255713"/>
                    <a:gd name="connsiteY157" fmla="*/ 10332 h 255713"/>
                    <a:gd name="connsiteX158" fmla="*/ 38745 w 255713"/>
                    <a:gd name="connsiteY158" fmla="*/ 12915 h 255713"/>
                    <a:gd name="connsiteX159" fmla="*/ 36162 w 255713"/>
                    <a:gd name="connsiteY159" fmla="*/ 12915 h 255713"/>
                    <a:gd name="connsiteX160" fmla="*/ 33579 w 255713"/>
                    <a:gd name="connsiteY160" fmla="*/ 15498 h 255713"/>
                    <a:gd name="connsiteX161" fmla="*/ 30996 w 255713"/>
                    <a:gd name="connsiteY161" fmla="*/ 15498 h 255713"/>
                    <a:gd name="connsiteX162" fmla="*/ 28413 w 255713"/>
                    <a:gd name="connsiteY162" fmla="*/ 18081 h 255713"/>
                    <a:gd name="connsiteX163" fmla="*/ 25830 w 255713"/>
                    <a:gd name="connsiteY163" fmla="*/ 18081 h 255713"/>
                    <a:gd name="connsiteX164" fmla="*/ 23247 w 255713"/>
                    <a:gd name="connsiteY164" fmla="*/ 20664 h 255713"/>
                    <a:gd name="connsiteX165" fmla="*/ 20664 w 255713"/>
                    <a:gd name="connsiteY165" fmla="*/ 20664 h 255713"/>
                    <a:gd name="connsiteX166" fmla="*/ 15498 w 255713"/>
                    <a:gd name="connsiteY166" fmla="*/ 25830 h 255713"/>
                    <a:gd name="connsiteX167" fmla="*/ 12915 w 255713"/>
                    <a:gd name="connsiteY167" fmla="*/ 25830 h 255713"/>
                    <a:gd name="connsiteX168" fmla="*/ 7749 w 255713"/>
                    <a:gd name="connsiteY168" fmla="*/ 3099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5166" y="30996"/>
                      </a:moveTo>
                      <a:lnTo>
                        <a:pt x="0" y="36162"/>
                      </a:lnTo>
                      <a:lnTo>
                        <a:pt x="69740" y="105902"/>
                      </a:lnTo>
                      <a:lnTo>
                        <a:pt x="72323" y="105902"/>
                      </a:lnTo>
                      <a:lnTo>
                        <a:pt x="74906" y="103319"/>
                      </a:lnTo>
                      <a:lnTo>
                        <a:pt x="82655" y="103319"/>
                      </a:lnTo>
                      <a:lnTo>
                        <a:pt x="95570" y="116234"/>
                      </a:lnTo>
                      <a:lnTo>
                        <a:pt x="95570" y="118816"/>
                      </a:lnTo>
                      <a:lnTo>
                        <a:pt x="98153" y="121399"/>
                      </a:lnTo>
                      <a:lnTo>
                        <a:pt x="98153" y="123982"/>
                      </a:lnTo>
                      <a:lnTo>
                        <a:pt x="100736" y="126565"/>
                      </a:lnTo>
                      <a:lnTo>
                        <a:pt x="100736" y="129148"/>
                      </a:lnTo>
                      <a:lnTo>
                        <a:pt x="105902" y="134314"/>
                      </a:lnTo>
                      <a:lnTo>
                        <a:pt x="105902" y="136897"/>
                      </a:lnTo>
                      <a:lnTo>
                        <a:pt x="108485" y="139480"/>
                      </a:lnTo>
                      <a:lnTo>
                        <a:pt x="108485" y="142063"/>
                      </a:lnTo>
                      <a:lnTo>
                        <a:pt x="113651" y="147229"/>
                      </a:lnTo>
                      <a:lnTo>
                        <a:pt x="113651" y="149812"/>
                      </a:lnTo>
                      <a:lnTo>
                        <a:pt x="149812" y="185974"/>
                      </a:lnTo>
                      <a:lnTo>
                        <a:pt x="157561" y="178225"/>
                      </a:lnTo>
                      <a:lnTo>
                        <a:pt x="160144" y="178225"/>
                      </a:lnTo>
                      <a:lnTo>
                        <a:pt x="165310" y="173059"/>
                      </a:lnTo>
                      <a:lnTo>
                        <a:pt x="167893" y="173059"/>
                      </a:lnTo>
                      <a:lnTo>
                        <a:pt x="170476" y="170476"/>
                      </a:lnTo>
                      <a:lnTo>
                        <a:pt x="173059" y="170476"/>
                      </a:lnTo>
                      <a:lnTo>
                        <a:pt x="178225" y="165310"/>
                      </a:lnTo>
                      <a:lnTo>
                        <a:pt x="180808" y="165310"/>
                      </a:lnTo>
                      <a:lnTo>
                        <a:pt x="185974" y="160144"/>
                      </a:lnTo>
                      <a:lnTo>
                        <a:pt x="188557" y="160144"/>
                      </a:lnTo>
                      <a:lnTo>
                        <a:pt x="191140" y="157561"/>
                      </a:lnTo>
                      <a:lnTo>
                        <a:pt x="191140" y="154978"/>
                      </a:lnTo>
                      <a:lnTo>
                        <a:pt x="188557" y="154978"/>
                      </a:lnTo>
                      <a:lnTo>
                        <a:pt x="183391" y="149812"/>
                      </a:lnTo>
                      <a:lnTo>
                        <a:pt x="180808" y="149812"/>
                      </a:lnTo>
                      <a:lnTo>
                        <a:pt x="175642" y="144646"/>
                      </a:lnTo>
                      <a:lnTo>
                        <a:pt x="173059" y="144646"/>
                      </a:lnTo>
                      <a:lnTo>
                        <a:pt x="170476" y="142063"/>
                      </a:lnTo>
                      <a:lnTo>
                        <a:pt x="167893" y="142063"/>
                      </a:lnTo>
                      <a:lnTo>
                        <a:pt x="162727" y="136897"/>
                      </a:lnTo>
                      <a:lnTo>
                        <a:pt x="160144" y="136897"/>
                      </a:lnTo>
                      <a:lnTo>
                        <a:pt x="147229" y="123982"/>
                      </a:lnTo>
                      <a:lnTo>
                        <a:pt x="147229" y="116234"/>
                      </a:lnTo>
                      <a:lnTo>
                        <a:pt x="149812" y="113651"/>
                      </a:lnTo>
                      <a:lnTo>
                        <a:pt x="149812" y="111068"/>
                      </a:lnTo>
                      <a:lnTo>
                        <a:pt x="154978" y="105902"/>
                      </a:lnTo>
                      <a:lnTo>
                        <a:pt x="157561" y="105902"/>
                      </a:lnTo>
                      <a:lnTo>
                        <a:pt x="160144" y="103319"/>
                      </a:lnTo>
                      <a:lnTo>
                        <a:pt x="165310" y="103319"/>
                      </a:lnTo>
                      <a:lnTo>
                        <a:pt x="167893" y="105902"/>
                      </a:lnTo>
                      <a:lnTo>
                        <a:pt x="170476" y="105902"/>
                      </a:lnTo>
                      <a:lnTo>
                        <a:pt x="173059" y="108485"/>
                      </a:lnTo>
                      <a:lnTo>
                        <a:pt x="175642" y="108485"/>
                      </a:lnTo>
                      <a:lnTo>
                        <a:pt x="180808" y="113651"/>
                      </a:lnTo>
                      <a:lnTo>
                        <a:pt x="183391" y="113651"/>
                      </a:lnTo>
                      <a:lnTo>
                        <a:pt x="188557" y="118816"/>
                      </a:lnTo>
                      <a:lnTo>
                        <a:pt x="191140" y="118816"/>
                      </a:lnTo>
                      <a:lnTo>
                        <a:pt x="196305" y="123982"/>
                      </a:lnTo>
                      <a:lnTo>
                        <a:pt x="198888" y="123982"/>
                      </a:lnTo>
                      <a:lnTo>
                        <a:pt x="204054" y="129148"/>
                      </a:lnTo>
                      <a:lnTo>
                        <a:pt x="206637" y="129148"/>
                      </a:lnTo>
                      <a:lnTo>
                        <a:pt x="209220" y="131731"/>
                      </a:lnTo>
                      <a:lnTo>
                        <a:pt x="211803" y="131731"/>
                      </a:lnTo>
                      <a:lnTo>
                        <a:pt x="216969" y="136897"/>
                      </a:lnTo>
                      <a:lnTo>
                        <a:pt x="219552" y="136897"/>
                      </a:lnTo>
                      <a:lnTo>
                        <a:pt x="224718" y="142063"/>
                      </a:lnTo>
                      <a:lnTo>
                        <a:pt x="227301" y="142063"/>
                      </a:lnTo>
                      <a:lnTo>
                        <a:pt x="235050" y="149812"/>
                      </a:lnTo>
                      <a:lnTo>
                        <a:pt x="235050" y="162727"/>
                      </a:lnTo>
                      <a:lnTo>
                        <a:pt x="224718" y="173059"/>
                      </a:lnTo>
                      <a:lnTo>
                        <a:pt x="222135" y="173059"/>
                      </a:lnTo>
                      <a:lnTo>
                        <a:pt x="216969" y="178225"/>
                      </a:lnTo>
                      <a:lnTo>
                        <a:pt x="214386" y="178225"/>
                      </a:lnTo>
                      <a:lnTo>
                        <a:pt x="209220" y="183391"/>
                      </a:lnTo>
                      <a:lnTo>
                        <a:pt x="206637" y="183391"/>
                      </a:lnTo>
                      <a:lnTo>
                        <a:pt x="204054" y="185974"/>
                      </a:lnTo>
                      <a:lnTo>
                        <a:pt x="201471" y="185974"/>
                      </a:lnTo>
                      <a:lnTo>
                        <a:pt x="196305" y="191140"/>
                      </a:lnTo>
                      <a:lnTo>
                        <a:pt x="193723" y="191140"/>
                      </a:lnTo>
                      <a:lnTo>
                        <a:pt x="188557" y="196305"/>
                      </a:lnTo>
                      <a:lnTo>
                        <a:pt x="185974" y="196305"/>
                      </a:lnTo>
                      <a:lnTo>
                        <a:pt x="180808" y="201471"/>
                      </a:lnTo>
                      <a:lnTo>
                        <a:pt x="178225" y="201471"/>
                      </a:lnTo>
                      <a:lnTo>
                        <a:pt x="173059" y="206637"/>
                      </a:lnTo>
                      <a:lnTo>
                        <a:pt x="170476" y="206637"/>
                      </a:lnTo>
                      <a:lnTo>
                        <a:pt x="219552" y="255714"/>
                      </a:lnTo>
                      <a:lnTo>
                        <a:pt x="222135" y="255714"/>
                      </a:lnTo>
                      <a:lnTo>
                        <a:pt x="224718" y="253131"/>
                      </a:lnTo>
                      <a:lnTo>
                        <a:pt x="224718" y="250548"/>
                      </a:lnTo>
                      <a:lnTo>
                        <a:pt x="229884" y="245382"/>
                      </a:lnTo>
                      <a:lnTo>
                        <a:pt x="229884" y="242799"/>
                      </a:lnTo>
                      <a:lnTo>
                        <a:pt x="235050" y="237633"/>
                      </a:lnTo>
                      <a:lnTo>
                        <a:pt x="235050" y="235050"/>
                      </a:lnTo>
                      <a:lnTo>
                        <a:pt x="237633" y="232467"/>
                      </a:lnTo>
                      <a:lnTo>
                        <a:pt x="237633" y="229884"/>
                      </a:lnTo>
                      <a:lnTo>
                        <a:pt x="240216" y="227301"/>
                      </a:lnTo>
                      <a:lnTo>
                        <a:pt x="240216" y="224718"/>
                      </a:lnTo>
                      <a:lnTo>
                        <a:pt x="242799" y="222135"/>
                      </a:lnTo>
                      <a:lnTo>
                        <a:pt x="242799" y="219552"/>
                      </a:lnTo>
                      <a:lnTo>
                        <a:pt x="245382" y="216969"/>
                      </a:lnTo>
                      <a:lnTo>
                        <a:pt x="245382" y="214386"/>
                      </a:lnTo>
                      <a:lnTo>
                        <a:pt x="247965" y="211803"/>
                      </a:lnTo>
                      <a:lnTo>
                        <a:pt x="247965" y="206637"/>
                      </a:lnTo>
                      <a:lnTo>
                        <a:pt x="250548" y="204054"/>
                      </a:lnTo>
                      <a:lnTo>
                        <a:pt x="250548" y="196305"/>
                      </a:lnTo>
                      <a:lnTo>
                        <a:pt x="253131" y="193723"/>
                      </a:lnTo>
                      <a:lnTo>
                        <a:pt x="253131" y="185974"/>
                      </a:lnTo>
                      <a:lnTo>
                        <a:pt x="255714" y="183391"/>
                      </a:lnTo>
                      <a:lnTo>
                        <a:pt x="255714" y="131731"/>
                      </a:lnTo>
                      <a:lnTo>
                        <a:pt x="253131" y="129148"/>
                      </a:lnTo>
                      <a:lnTo>
                        <a:pt x="253131" y="118816"/>
                      </a:lnTo>
                      <a:lnTo>
                        <a:pt x="250548" y="116234"/>
                      </a:lnTo>
                      <a:lnTo>
                        <a:pt x="250548" y="111068"/>
                      </a:lnTo>
                      <a:lnTo>
                        <a:pt x="247965" y="108485"/>
                      </a:lnTo>
                      <a:lnTo>
                        <a:pt x="247965" y="103319"/>
                      </a:lnTo>
                      <a:lnTo>
                        <a:pt x="245382" y="100736"/>
                      </a:lnTo>
                      <a:lnTo>
                        <a:pt x="245382" y="95570"/>
                      </a:lnTo>
                      <a:lnTo>
                        <a:pt x="242799" y="92987"/>
                      </a:lnTo>
                      <a:lnTo>
                        <a:pt x="242799" y="90404"/>
                      </a:lnTo>
                      <a:lnTo>
                        <a:pt x="240216" y="87821"/>
                      </a:lnTo>
                      <a:lnTo>
                        <a:pt x="240216" y="85238"/>
                      </a:lnTo>
                      <a:lnTo>
                        <a:pt x="237633" y="82655"/>
                      </a:lnTo>
                      <a:lnTo>
                        <a:pt x="237633" y="80072"/>
                      </a:lnTo>
                      <a:lnTo>
                        <a:pt x="232467" y="74906"/>
                      </a:lnTo>
                      <a:lnTo>
                        <a:pt x="232467" y="72323"/>
                      </a:lnTo>
                      <a:lnTo>
                        <a:pt x="229884" y="69740"/>
                      </a:lnTo>
                      <a:lnTo>
                        <a:pt x="229884" y="67157"/>
                      </a:lnTo>
                      <a:lnTo>
                        <a:pt x="222135" y="59408"/>
                      </a:lnTo>
                      <a:lnTo>
                        <a:pt x="222135" y="56825"/>
                      </a:lnTo>
                      <a:lnTo>
                        <a:pt x="201471" y="36162"/>
                      </a:lnTo>
                      <a:lnTo>
                        <a:pt x="198888" y="36162"/>
                      </a:lnTo>
                      <a:lnTo>
                        <a:pt x="191140" y="28413"/>
                      </a:lnTo>
                      <a:lnTo>
                        <a:pt x="188557" y="28413"/>
                      </a:lnTo>
                      <a:lnTo>
                        <a:pt x="183391" y="23247"/>
                      </a:lnTo>
                      <a:lnTo>
                        <a:pt x="180808" y="23247"/>
                      </a:lnTo>
                      <a:lnTo>
                        <a:pt x="175642" y="18081"/>
                      </a:lnTo>
                      <a:lnTo>
                        <a:pt x="173059" y="18081"/>
                      </a:lnTo>
                      <a:lnTo>
                        <a:pt x="170476" y="15498"/>
                      </a:lnTo>
                      <a:lnTo>
                        <a:pt x="165310" y="15498"/>
                      </a:lnTo>
                      <a:lnTo>
                        <a:pt x="162727" y="12915"/>
                      </a:lnTo>
                      <a:lnTo>
                        <a:pt x="160144" y="12915"/>
                      </a:lnTo>
                      <a:lnTo>
                        <a:pt x="157561" y="10332"/>
                      </a:lnTo>
                      <a:lnTo>
                        <a:pt x="152395" y="10332"/>
                      </a:lnTo>
                      <a:lnTo>
                        <a:pt x="149812" y="7749"/>
                      </a:lnTo>
                      <a:lnTo>
                        <a:pt x="147229" y="7749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2583"/>
                      </a:lnTo>
                      <a:lnTo>
                        <a:pt x="121399" y="2583"/>
                      </a:lnTo>
                      <a:lnTo>
                        <a:pt x="118816" y="0"/>
                      </a:lnTo>
                      <a:lnTo>
                        <a:pt x="80072" y="0"/>
                      </a:lnTo>
                      <a:lnTo>
                        <a:pt x="77489" y="2583"/>
                      </a:lnTo>
                      <a:lnTo>
                        <a:pt x="67157" y="2583"/>
                      </a:lnTo>
                      <a:lnTo>
                        <a:pt x="64574" y="5166"/>
                      </a:lnTo>
                      <a:lnTo>
                        <a:pt x="56825" y="5166"/>
                      </a:lnTo>
                      <a:lnTo>
                        <a:pt x="54242" y="7749"/>
                      </a:lnTo>
                      <a:lnTo>
                        <a:pt x="49076" y="7749"/>
                      </a:lnTo>
                      <a:lnTo>
                        <a:pt x="46493" y="10332"/>
                      </a:lnTo>
                      <a:lnTo>
                        <a:pt x="41327" y="10332"/>
                      </a:lnTo>
                      <a:lnTo>
                        <a:pt x="38745" y="12915"/>
                      </a:lnTo>
                      <a:lnTo>
                        <a:pt x="36162" y="12915"/>
                      </a:lnTo>
                      <a:lnTo>
                        <a:pt x="33579" y="15498"/>
                      </a:lnTo>
                      <a:lnTo>
                        <a:pt x="30996" y="15498"/>
                      </a:lnTo>
                      <a:lnTo>
                        <a:pt x="28413" y="18081"/>
                      </a:lnTo>
                      <a:lnTo>
                        <a:pt x="25830" y="18081"/>
                      </a:lnTo>
                      <a:lnTo>
                        <a:pt x="23247" y="20664"/>
                      </a:lnTo>
                      <a:lnTo>
                        <a:pt x="20664" y="20664"/>
                      </a:lnTo>
                      <a:lnTo>
                        <a:pt x="15498" y="25830"/>
                      </a:lnTo>
                      <a:lnTo>
                        <a:pt x="12915" y="25830"/>
                      </a:lnTo>
                      <a:lnTo>
                        <a:pt x="7749" y="3099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2" name="任意形状 7031">
                  <a:extLst>
                    <a:ext uri="{FF2B5EF4-FFF2-40B4-BE49-F238E27FC236}">
                      <a16:creationId xmlns:a16="http://schemas.microsoft.com/office/drawing/2014/main" id="{DBC73ED3-B0D6-29F1-9EF3-089016E5C6DD}"/>
                    </a:ext>
                  </a:extLst>
                </p:cNvPr>
                <p:cNvSpPr/>
                <p:nvPr/>
              </p:nvSpPr>
              <p:spPr>
                <a:xfrm>
                  <a:off x="4915597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2583 w 51659"/>
                    <a:gd name="connsiteY5" fmla="*/ 12915 h 51659"/>
                    <a:gd name="connsiteX6" fmla="*/ 2583 w 51659"/>
                    <a:gd name="connsiteY6" fmla="*/ 15498 h 51659"/>
                    <a:gd name="connsiteX7" fmla="*/ 0 w 51659"/>
                    <a:gd name="connsiteY7" fmla="*/ 18081 h 51659"/>
                    <a:gd name="connsiteX8" fmla="*/ 0 w 51659"/>
                    <a:gd name="connsiteY8" fmla="*/ 33579 h 51659"/>
                    <a:gd name="connsiteX9" fmla="*/ 2583 w 51659"/>
                    <a:gd name="connsiteY9" fmla="*/ 36162 h 51659"/>
                    <a:gd name="connsiteX10" fmla="*/ 2583 w 51659"/>
                    <a:gd name="connsiteY10" fmla="*/ 38745 h 51659"/>
                    <a:gd name="connsiteX11" fmla="*/ 5166 w 51659"/>
                    <a:gd name="connsiteY11" fmla="*/ 41327 h 51659"/>
                    <a:gd name="connsiteX12" fmla="*/ 5166 w 51659"/>
                    <a:gd name="connsiteY12" fmla="*/ 43910 h 51659"/>
                    <a:gd name="connsiteX13" fmla="*/ 7749 w 51659"/>
                    <a:gd name="connsiteY13" fmla="*/ 46493 h 51659"/>
                    <a:gd name="connsiteX14" fmla="*/ 10332 w 51659"/>
                    <a:gd name="connsiteY14" fmla="*/ 46493 h 51659"/>
                    <a:gd name="connsiteX15" fmla="*/ 12915 w 51659"/>
                    <a:gd name="connsiteY15" fmla="*/ 49076 h 51659"/>
                    <a:gd name="connsiteX16" fmla="*/ 15498 w 51659"/>
                    <a:gd name="connsiteY16" fmla="*/ 49076 h 51659"/>
                    <a:gd name="connsiteX17" fmla="*/ 18081 w 51659"/>
                    <a:gd name="connsiteY17" fmla="*/ 51659 h 51659"/>
                    <a:gd name="connsiteX18" fmla="*/ 33579 w 51659"/>
                    <a:gd name="connsiteY18" fmla="*/ 51659 h 51659"/>
                    <a:gd name="connsiteX19" fmla="*/ 36162 w 51659"/>
                    <a:gd name="connsiteY19" fmla="*/ 49076 h 51659"/>
                    <a:gd name="connsiteX20" fmla="*/ 38745 w 51659"/>
                    <a:gd name="connsiteY20" fmla="*/ 49076 h 51659"/>
                    <a:gd name="connsiteX21" fmla="*/ 49076 w 51659"/>
                    <a:gd name="connsiteY21" fmla="*/ 38745 h 51659"/>
                    <a:gd name="connsiteX22" fmla="*/ 49076 w 51659"/>
                    <a:gd name="connsiteY22" fmla="*/ 33579 h 51659"/>
                    <a:gd name="connsiteX23" fmla="*/ 51659 w 51659"/>
                    <a:gd name="connsiteY23" fmla="*/ 30996 h 51659"/>
                    <a:gd name="connsiteX24" fmla="*/ 51659 w 51659"/>
                    <a:gd name="connsiteY24" fmla="*/ 23247 h 51659"/>
                    <a:gd name="connsiteX25" fmla="*/ 49076 w 51659"/>
                    <a:gd name="connsiteY25" fmla="*/ 20664 h 51659"/>
                    <a:gd name="connsiteX26" fmla="*/ 49076 w 51659"/>
                    <a:gd name="connsiteY26" fmla="*/ 15498 h 51659"/>
                    <a:gd name="connsiteX27" fmla="*/ 46493 w 51659"/>
                    <a:gd name="connsiteY27" fmla="*/ 12915 h 51659"/>
                    <a:gd name="connsiteX28" fmla="*/ 46493 w 51659"/>
                    <a:gd name="connsiteY28" fmla="*/ 10332 h 51659"/>
                    <a:gd name="connsiteX29" fmla="*/ 41327 w 51659"/>
                    <a:gd name="connsiteY29" fmla="*/ 5166 h 51659"/>
                    <a:gd name="connsiteX30" fmla="*/ 38745 w 51659"/>
                    <a:gd name="connsiteY30" fmla="*/ 5166 h 51659"/>
                    <a:gd name="connsiteX31" fmla="*/ 36162 w 51659"/>
                    <a:gd name="connsiteY31" fmla="*/ 2583 h 51659"/>
                    <a:gd name="connsiteX32" fmla="*/ 30996 w 51659"/>
                    <a:gd name="connsiteY32" fmla="*/ 2583 h 51659"/>
                    <a:gd name="connsiteX33" fmla="*/ 28413 w 51659"/>
                    <a:gd name="connsiteY33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2583" y="12915"/>
                      </a:lnTo>
                      <a:lnTo>
                        <a:pt x="2583" y="15498"/>
                      </a:lnTo>
                      <a:lnTo>
                        <a:pt x="0" y="18081"/>
                      </a:lnTo>
                      <a:lnTo>
                        <a:pt x="0" y="33579"/>
                      </a:lnTo>
                      <a:lnTo>
                        <a:pt x="2583" y="36162"/>
                      </a:lnTo>
                      <a:lnTo>
                        <a:pt x="2583" y="38745"/>
                      </a:lnTo>
                      <a:lnTo>
                        <a:pt x="5166" y="41327"/>
                      </a:lnTo>
                      <a:lnTo>
                        <a:pt x="5166" y="43910"/>
                      </a:lnTo>
                      <a:lnTo>
                        <a:pt x="7749" y="46493"/>
                      </a:lnTo>
                      <a:lnTo>
                        <a:pt x="10332" y="46493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3579" y="51659"/>
                      </a:lnTo>
                      <a:lnTo>
                        <a:pt x="36162" y="49076"/>
                      </a:lnTo>
                      <a:lnTo>
                        <a:pt x="38745" y="49076"/>
                      </a:lnTo>
                      <a:lnTo>
                        <a:pt x="49076" y="38745"/>
                      </a:lnTo>
                      <a:lnTo>
                        <a:pt x="49076" y="33579"/>
                      </a:lnTo>
                      <a:lnTo>
                        <a:pt x="51659" y="30996"/>
                      </a:lnTo>
                      <a:lnTo>
                        <a:pt x="51659" y="23247"/>
                      </a:lnTo>
                      <a:lnTo>
                        <a:pt x="49076" y="20664"/>
                      </a:lnTo>
                      <a:lnTo>
                        <a:pt x="49076" y="15498"/>
                      </a:lnTo>
                      <a:lnTo>
                        <a:pt x="46493" y="12915"/>
                      </a:lnTo>
                      <a:lnTo>
                        <a:pt x="46493" y="10332"/>
                      </a:lnTo>
                      <a:lnTo>
                        <a:pt x="41327" y="5166"/>
                      </a:lnTo>
                      <a:lnTo>
                        <a:pt x="38745" y="5166"/>
                      </a:lnTo>
                      <a:lnTo>
                        <a:pt x="36162" y="2583"/>
                      </a:lnTo>
                      <a:lnTo>
                        <a:pt x="30996" y="2583"/>
                      </a:lnTo>
                      <a:lnTo>
                        <a:pt x="28413" y="0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3" name="任意形状 7032">
                  <a:extLst>
                    <a:ext uri="{FF2B5EF4-FFF2-40B4-BE49-F238E27FC236}">
                      <a16:creationId xmlns:a16="http://schemas.microsoft.com/office/drawing/2014/main" id="{8323D6D5-EDDD-2C84-B886-185208B5A768}"/>
                    </a:ext>
                  </a:extLst>
                </p:cNvPr>
                <p:cNvSpPr/>
                <p:nvPr/>
              </p:nvSpPr>
              <p:spPr>
                <a:xfrm>
                  <a:off x="4778699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20664 h 51659"/>
                    <a:gd name="connsiteX9" fmla="*/ 0 w 51659"/>
                    <a:gd name="connsiteY9" fmla="*/ 23247 h 51659"/>
                    <a:gd name="connsiteX10" fmla="*/ 0 w 51659"/>
                    <a:gd name="connsiteY10" fmla="*/ 28413 h 51659"/>
                    <a:gd name="connsiteX11" fmla="*/ 2583 w 51659"/>
                    <a:gd name="connsiteY11" fmla="*/ 30996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20664"/>
                      </a:lnTo>
                      <a:lnTo>
                        <a:pt x="0" y="23247"/>
                      </a:lnTo>
                      <a:lnTo>
                        <a:pt x="0" y="28413"/>
                      </a:lnTo>
                      <a:lnTo>
                        <a:pt x="2583" y="30996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F8E9A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4" name="任意形状 7033">
                  <a:extLst>
                    <a:ext uri="{FF2B5EF4-FFF2-40B4-BE49-F238E27FC236}">
                      <a16:creationId xmlns:a16="http://schemas.microsoft.com/office/drawing/2014/main" id="{2444F442-39F8-2A58-89A8-A4831A1DAD75}"/>
                    </a:ext>
                  </a:extLst>
                </p:cNvPr>
                <p:cNvSpPr/>
                <p:nvPr/>
              </p:nvSpPr>
              <p:spPr>
                <a:xfrm>
                  <a:off x="5049911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18081 h 51659"/>
                    <a:gd name="connsiteX9" fmla="*/ 0 w 51659"/>
                    <a:gd name="connsiteY9" fmla="*/ 20664 h 51659"/>
                    <a:gd name="connsiteX10" fmla="*/ 0 w 51659"/>
                    <a:gd name="connsiteY10" fmla="*/ 30996 h 51659"/>
                    <a:gd name="connsiteX11" fmla="*/ 2583 w 51659"/>
                    <a:gd name="connsiteY11" fmla="*/ 33579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18081"/>
                      </a:lnTo>
                      <a:lnTo>
                        <a:pt x="0" y="20664"/>
                      </a:lnTo>
                      <a:lnTo>
                        <a:pt x="0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97DA7B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grpSp>
          <p:nvGrpSpPr>
            <p:cNvPr id="7037" name="组合 7036">
              <a:extLst>
                <a:ext uri="{FF2B5EF4-FFF2-40B4-BE49-F238E27FC236}">
                  <a16:creationId xmlns:a16="http://schemas.microsoft.com/office/drawing/2014/main" id="{8906E83D-F371-C7BD-D123-0FC0EE39CDAF}"/>
                </a:ext>
              </a:extLst>
            </p:cNvPr>
            <p:cNvGrpSpPr/>
            <p:nvPr/>
          </p:nvGrpSpPr>
          <p:grpSpPr>
            <a:xfrm>
              <a:off x="1911913" y="6149583"/>
              <a:ext cx="1158842" cy="816835"/>
              <a:chOff x="2992120" y="6136712"/>
              <a:chExt cx="1158842" cy="816835"/>
            </a:xfrm>
          </p:grpSpPr>
          <p:pic>
            <p:nvPicPr>
              <p:cNvPr id="1071" name="图形 1070">
                <a:extLst>
                  <a:ext uri="{FF2B5EF4-FFF2-40B4-BE49-F238E27FC236}">
                    <a16:creationId xmlns:a16="http://schemas.microsoft.com/office/drawing/2014/main" id="{8BAB88BA-DBD9-32F1-4B01-CD5E13A335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3344096" y="6136712"/>
                <a:ext cx="454891" cy="454891"/>
              </a:xfrm>
              <a:prstGeom prst="rect">
                <a:avLst/>
              </a:prstGeom>
            </p:spPr>
          </p:pic>
          <p:sp>
            <p:nvSpPr>
              <p:cNvPr id="7036" name="文本框 7035">
                <a:extLst>
                  <a:ext uri="{FF2B5EF4-FFF2-40B4-BE49-F238E27FC236}">
                    <a16:creationId xmlns:a16="http://schemas.microsoft.com/office/drawing/2014/main" id="{50906076-2190-940D-F5A5-E1F67DF488D3}"/>
                  </a:ext>
                </a:extLst>
              </p:cNvPr>
              <p:cNvSpPr txBox="1"/>
              <p:nvPr/>
            </p:nvSpPr>
            <p:spPr>
              <a:xfrm>
                <a:off x="2992120" y="6645770"/>
                <a:ext cx="11588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Quantile Transformation</a:t>
                </a:r>
              </a:p>
            </p:txBody>
          </p:sp>
        </p:grpSp>
        <p:grpSp>
          <p:nvGrpSpPr>
            <p:cNvPr id="7038" name="组合 7037">
              <a:extLst>
                <a:ext uri="{FF2B5EF4-FFF2-40B4-BE49-F238E27FC236}">
                  <a16:creationId xmlns:a16="http://schemas.microsoft.com/office/drawing/2014/main" id="{5E573923-3371-3111-1E12-30CAAA16FEC6}"/>
                </a:ext>
              </a:extLst>
            </p:cNvPr>
            <p:cNvGrpSpPr/>
            <p:nvPr/>
          </p:nvGrpSpPr>
          <p:grpSpPr>
            <a:xfrm>
              <a:off x="1911913" y="7830216"/>
              <a:ext cx="1158842" cy="816835"/>
              <a:chOff x="2992120" y="6136712"/>
              <a:chExt cx="1158842" cy="816835"/>
            </a:xfrm>
          </p:grpSpPr>
          <p:pic>
            <p:nvPicPr>
              <p:cNvPr id="7039" name="图形 7038">
                <a:extLst>
                  <a:ext uri="{FF2B5EF4-FFF2-40B4-BE49-F238E27FC236}">
                    <a16:creationId xmlns:a16="http://schemas.microsoft.com/office/drawing/2014/main" id="{D77BCED9-F6B0-E45D-B509-F3EF554D41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3344096" y="6136712"/>
                <a:ext cx="454891" cy="454891"/>
              </a:xfrm>
              <a:prstGeom prst="rect">
                <a:avLst/>
              </a:prstGeom>
            </p:spPr>
          </p:pic>
          <p:sp>
            <p:nvSpPr>
              <p:cNvPr id="7040" name="文本框 7039">
                <a:extLst>
                  <a:ext uri="{FF2B5EF4-FFF2-40B4-BE49-F238E27FC236}">
                    <a16:creationId xmlns:a16="http://schemas.microsoft.com/office/drawing/2014/main" id="{51C46ADF-16AF-249D-D978-BACB2194CDD7}"/>
                  </a:ext>
                </a:extLst>
              </p:cNvPr>
              <p:cNvSpPr txBox="1"/>
              <p:nvPr/>
            </p:nvSpPr>
            <p:spPr>
              <a:xfrm>
                <a:off x="2992120" y="6645770"/>
                <a:ext cx="11588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Quantile Transformation</a:t>
                </a:r>
              </a:p>
            </p:txBody>
          </p:sp>
        </p:grpSp>
        <p:grpSp>
          <p:nvGrpSpPr>
            <p:cNvPr id="7182" name="组合 7181">
              <a:extLst>
                <a:ext uri="{FF2B5EF4-FFF2-40B4-BE49-F238E27FC236}">
                  <a16:creationId xmlns:a16="http://schemas.microsoft.com/office/drawing/2014/main" id="{95A934E1-4C52-BD34-1D59-A9CB930FE5FC}"/>
                </a:ext>
              </a:extLst>
            </p:cNvPr>
            <p:cNvGrpSpPr/>
            <p:nvPr/>
          </p:nvGrpSpPr>
          <p:grpSpPr>
            <a:xfrm>
              <a:off x="3274142" y="5247191"/>
              <a:ext cx="1192613" cy="850896"/>
              <a:chOff x="3312638" y="5247191"/>
              <a:chExt cx="1192613" cy="850896"/>
            </a:xfrm>
          </p:grpSpPr>
          <p:pic>
            <p:nvPicPr>
              <p:cNvPr id="1069" name="图形 1068">
                <a:extLst>
                  <a:ext uri="{FF2B5EF4-FFF2-40B4-BE49-F238E27FC236}">
                    <a16:creationId xmlns:a16="http://schemas.microsoft.com/office/drawing/2014/main" id="{F95B857F-78E9-58A3-F682-3B6EA67D94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3653473" y="5247191"/>
                <a:ext cx="510943" cy="510943"/>
              </a:xfrm>
              <a:prstGeom prst="rect">
                <a:avLst/>
              </a:prstGeom>
            </p:spPr>
          </p:pic>
          <p:sp>
            <p:nvSpPr>
              <p:cNvPr id="7044" name="文本框 7043">
                <a:extLst>
                  <a:ext uri="{FF2B5EF4-FFF2-40B4-BE49-F238E27FC236}">
                    <a16:creationId xmlns:a16="http://schemas.microsoft.com/office/drawing/2014/main" id="{EBB4B685-74C6-F255-2C5B-16DC6364A9D3}"/>
                  </a:ext>
                </a:extLst>
              </p:cNvPr>
              <p:cNvSpPr txBox="1"/>
              <p:nvPr/>
            </p:nvSpPr>
            <p:spPr>
              <a:xfrm>
                <a:off x="3312638" y="5790310"/>
                <a:ext cx="119261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Treat Categorical Features as Numeric</a:t>
                </a:r>
              </a:p>
            </p:txBody>
          </p:sp>
        </p:grpSp>
        <p:sp>
          <p:nvSpPr>
            <p:cNvPr id="7046" name="文本框 7045">
              <a:extLst>
                <a:ext uri="{FF2B5EF4-FFF2-40B4-BE49-F238E27FC236}">
                  <a16:creationId xmlns:a16="http://schemas.microsoft.com/office/drawing/2014/main" id="{9B1E55C2-404A-4742-06A1-C56B1CCC344C}"/>
                </a:ext>
              </a:extLst>
            </p:cNvPr>
            <p:cNvSpPr txBox="1"/>
            <p:nvPr/>
          </p:nvSpPr>
          <p:spPr>
            <a:xfrm>
              <a:off x="4788598" y="5794589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(×16)</a:t>
              </a:r>
              <a:endParaRPr lang="zh-CN" altLang="en-US" sz="700" b="1" dirty="0"/>
            </a:p>
          </p:txBody>
        </p:sp>
        <p:grpSp>
          <p:nvGrpSpPr>
            <p:cNvPr id="7181" name="组合 7180">
              <a:extLst>
                <a:ext uri="{FF2B5EF4-FFF2-40B4-BE49-F238E27FC236}">
                  <a16:creationId xmlns:a16="http://schemas.microsoft.com/office/drawing/2014/main" id="{5B583182-033B-6D91-873F-2BE17B937B55}"/>
                </a:ext>
              </a:extLst>
            </p:cNvPr>
            <p:cNvGrpSpPr/>
            <p:nvPr/>
          </p:nvGrpSpPr>
          <p:grpSpPr>
            <a:xfrm>
              <a:off x="3122603" y="6093220"/>
              <a:ext cx="1495690" cy="862540"/>
              <a:chOff x="3122604" y="6093220"/>
              <a:chExt cx="1495690" cy="862540"/>
            </a:xfrm>
          </p:grpSpPr>
          <p:sp>
            <p:nvSpPr>
              <p:cNvPr id="7050" name="文本框 7049">
                <a:extLst>
                  <a:ext uri="{FF2B5EF4-FFF2-40B4-BE49-F238E27FC236}">
                    <a16:creationId xmlns:a16="http://schemas.microsoft.com/office/drawing/2014/main" id="{2095A64E-421F-3FA2-CF01-5654592065F0}"/>
                  </a:ext>
                </a:extLst>
              </p:cNvPr>
              <p:cNvSpPr txBox="1"/>
              <p:nvPr/>
            </p:nvSpPr>
            <p:spPr>
              <a:xfrm>
                <a:off x="3122604" y="6647983"/>
                <a:ext cx="149569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Ordinal Encoding of Categorical Features</a:t>
                </a:r>
              </a:p>
            </p:txBody>
          </p:sp>
          <p:grpSp>
            <p:nvGrpSpPr>
              <p:cNvPr id="7083" name="组合 7082">
                <a:extLst>
                  <a:ext uri="{FF2B5EF4-FFF2-40B4-BE49-F238E27FC236}">
                    <a16:creationId xmlns:a16="http://schemas.microsoft.com/office/drawing/2014/main" id="{7440B407-FB1C-8CA9-536C-D068D1614DC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37222" y="6093220"/>
                <a:ext cx="547006" cy="547006"/>
                <a:chOff x="5360783" y="5033669"/>
                <a:chExt cx="547006" cy="547006"/>
              </a:xfrm>
            </p:grpSpPr>
            <p:sp>
              <p:nvSpPr>
                <p:cNvPr id="7057" name="任意形状 7056">
                  <a:extLst>
                    <a:ext uri="{FF2B5EF4-FFF2-40B4-BE49-F238E27FC236}">
                      <a16:creationId xmlns:a16="http://schemas.microsoft.com/office/drawing/2014/main" id="{7C8CB1FF-AF90-9C7D-6512-E99AD2BEE660}"/>
                    </a:ext>
                  </a:extLst>
                </p:cNvPr>
                <p:cNvSpPr/>
                <p:nvPr/>
              </p:nvSpPr>
              <p:spPr>
                <a:xfrm>
                  <a:off x="5470413" y="5051941"/>
                  <a:ext cx="291204" cy="510463"/>
                </a:xfrm>
                <a:custGeom>
                  <a:avLst/>
                  <a:gdLst>
                    <a:gd name="connsiteX0" fmla="*/ 0 w 291204"/>
                    <a:gd name="connsiteY0" fmla="*/ 0 h 510463"/>
                    <a:gd name="connsiteX1" fmla="*/ 0 w 291204"/>
                    <a:gd name="connsiteY1" fmla="*/ 510464 h 510463"/>
                    <a:gd name="connsiteX2" fmla="*/ 243241 w 291204"/>
                    <a:gd name="connsiteY2" fmla="*/ 510464 h 510463"/>
                    <a:gd name="connsiteX3" fmla="*/ 240957 w 291204"/>
                    <a:gd name="connsiteY3" fmla="*/ 486482 h 510463"/>
                    <a:gd name="connsiteX4" fmla="*/ 232963 w 291204"/>
                    <a:gd name="connsiteY4" fmla="*/ 483056 h 510463"/>
                    <a:gd name="connsiteX5" fmla="*/ 205556 w 291204"/>
                    <a:gd name="connsiteY5" fmla="*/ 504754 h 510463"/>
                    <a:gd name="connsiteX6" fmla="*/ 200988 w 291204"/>
                    <a:gd name="connsiteY6" fmla="*/ 507038 h 510463"/>
                    <a:gd name="connsiteX7" fmla="*/ 196420 w 291204"/>
                    <a:gd name="connsiteY7" fmla="*/ 507038 h 510463"/>
                    <a:gd name="connsiteX8" fmla="*/ 191852 w 291204"/>
                    <a:gd name="connsiteY8" fmla="*/ 504754 h 510463"/>
                    <a:gd name="connsiteX9" fmla="*/ 151883 w 291204"/>
                    <a:gd name="connsiteY9" fmla="*/ 464784 h 510463"/>
                    <a:gd name="connsiteX10" fmla="*/ 149599 w 291204"/>
                    <a:gd name="connsiteY10" fmla="*/ 460217 h 510463"/>
                    <a:gd name="connsiteX11" fmla="*/ 149599 w 291204"/>
                    <a:gd name="connsiteY11" fmla="*/ 455649 h 510463"/>
                    <a:gd name="connsiteX12" fmla="*/ 151883 w 291204"/>
                    <a:gd name="connsiteY12" fmla="*/ 451081 h 510463"/>
                    <a:gd name="connsiteX13" fmla="*/ 172438 w 291204"/>
                    <a:gd name="connsiteY13" fmla="*/ 425957 h 510463"/>
                    <a:gd name="connsiteX14" fmla="*/ 173580 w 291204"/>
                    <a:gd name="connsiteY14" fmla="*/ 422531 h 510463"/>
                    <a:gd name="connsiteX15" fmla="*/ 170155 w 291204"/>
                    <a:gd name="connsiteY15" fmla="*/ 415679 h 510463"/>
                    <a:gd name="connsiteX16" fmla="*/ 132469 w 291204"/>
                    <a:gd name="connsiteY16" fmla="*/ 411112 h 510463"/>
                    <a:gd name="connsiteX17" fmla="*/ 127901 w 291204"/>
                    <a:gd name="connsiteY17" fmla="*/ 407686 h 510463"/>
                    <a:gd name="connsiteX18" fmla="*/ 126759 w 291204"/>
                    <a:gd name="connsiteY18" fmla="*/ 405402 h 510463"/>
                    <a:gd name="connsiteX19" fmla="*/ 126759 w 291204"/>
                    <a:gd name="connsiteY19" fmla="*/ 342593 h 510463"/>
                    <a:gd name="connsiteX20" fmla="*/ 130185 w 291204"/>
                    <a:gd name="connsiteY20" fmla="*/ 338025 h 510463"/>
                    <a:gd name="connsiteX21" fmla="*/ 137037 w 291204"/>
                    <a:gd name="connsiteY21" fmla="*/ 335741 h 510463"/>
                    <a:gd name="connsiteX22" fmla="*/ 170155 w 291204"/>
                    <a:gd name="connsiteY22" fmla="*/ 332315 h 510463"/>
                    <a:gd name="connsiteX23" fmla="*/ 173580 w 291204"/>
                    <a:gd name="connsiteY23" fmla="*/ 324321 h 510463"/>
                    <a:gd name="connsiteX24" fmla="*/ 151883 w 291204"/>
                    <a:gd name="connsiteY24" fmla="*/ 296914 h 510463"/>
                    <a:gd name="connsiteX25" fmla="*/ 149599 w 291204"/>
                    <a:gd name="connsiteY25" fmla="*/ 292346 h 510463"/>
                    <a:gd name="connsiteX26" fmla="*/ 149599 w 291204"/>
                    <a:gd name="connsiteY26" fmla="*/ 287778 h 510463"/>
                    <a:gd name="connsiteX27" fmla="*/ 151883 w 291204"/>
                    <a:gd name="connsiteY27" fmla="*/ 283210 h 510463"/>
                    <a:gd name="connsiteX28" fmla="*/ 191852 w 291204"/>
                    <a:gd name="connsiteY28" fmla="*/ 243241 h 510463"/>
                    <a:gd name="connsiteX29" fmla="*/ 196420 w 291204"/>
                    <a:gd name="connsiteY29" fmla="*/ 240957 h 510463"/>
                    <a:gd name="connsiteX30" fmla="*/ 200988 w 291204"/>
                    <a:gd name="connsiteY30" fmla="*/ 240957 h 510463"/>
                    <a:gd name="connsiteX31" fmla="*/ 205556 w 291204"/>
                    <a:gd name="connsiteY31" fmla="*/ 243241 h 510463"/>
                    <a:gd name="connsiteX32" fmla="*/ 230679 w 291204"/>
                    <a:gd name="connsiteY32" fmla="*/ 263797 h 510463"/>
                    <a:gd name="connsiteX33" fmla="*/ 234105 w 291204"/>
                    <a:gd name="connsiteY33" fmla="*/ 264939 h 510463"/>
                    <a:gd name="connsiteX34" fmla="*/ 240957 w 291204"/>
                    <a:gd name="connsiteY34" fmla="*/ 261513 h 510463"/>
                    <a:gd name="connsiteX35" fmla="*/ 245525 w 291204"/>
                    <a:gd name="connsiteY35" fmla="*/ 223827 h 510463"/>
                    <a:gd name="connsiteX36" fmla="*/ 251235 w 291204"/>
                    <a:gd name="connsiteY36" fmla="*/ 218118 h 510463"/>
                    <a:gd name="connsiteX37" fmla="*/ 291204 w 291204"/>
                    <a:gd name="connsiteY37" fmla="*/ 218118 h 510463"/>
                    <a:gd name="connsiteX38" fmla="*/ 291204 w 291204"/>
                    <a:gd name="connsiteY38" fmla="*/ 6852 h 510463"/>
                    <a:gd name="connsiteX39" fmla="*/ 288920 w 291204"/>
                    <a:gd name="connsiteY39" fmla="*/ 0 h 510463"/>
                    <a:gd name="connsiteX40" fmla="*/ 90216 w 291204"/>
                    <a:gd name="connsiteY40" fmla="*/ 457933 h 510463"/>
                    <a:gd name="connsiteX41" fmla="*/ 90216 w 291204"/>
                    <a:gd name="connsiteY41" fmla="*/ 472778 h 510463"/>
                    <a:gd name="connsiteX42" fmla="*/ 92500 w 291204"/>
                    <a:gd name="connsiteY42" fmla="*/ 475062 h 510463"/>
                    <a:gd name="connsiteX43" fmla="*/ 107346 w 291204"/>
                    <a:gd name="connsiteY43" fmla="*/ 475062 h 510463"/>
                    <a:gd name="connsiteX44" fmla="*/ 109630 w 291204"/>
                    <a:gd name="connsiteY44" fmla="*/ 472778 h 510463"/>
                    <a:gd name="connsiteX45" fmla="*/ 109630 w 291204"/>
                    <a:gd name="connsiteY45" fmla="*/ 457933 h 510463"/>
                    <a:gd name="connsiteX46" fmla="*/ 107346 w 291204"/>
                    <a:gd name="connsiteY46" fmla="*/ 455649 h 510463"/>
                    <a:gd name="connsiteX47" fmla="*/ 92500 w 291204"/>
                    <a:gd name="connsiteY47" fmla="*/ 455649 h 510463"/>
                    <a:gd name="connsiteX48" fmla="*/ 35401 w 291204"/>
                    <a:gd name="connsiteY48" fmla="*/ 457933 h 510463"/>
                    <a:gd name="connsiteX49" fmla="*/ 35401 w 291204"/>
                    <a:gd name="connsiteY49" fmla="*/ 472778 h 510463"/>
                    <a:gd name="connsiteX50" fmla="*/ 37685 w 291204"/>
                    <a:gd name="connsiteY50" fmla="*/ 475062 h 510463"/>
                    <a:gd name="connsiteX51" fmla="*/ 70803 w 291204"/>
                    <a:gd name="connsiteY51" fmla="*/ 475062 h 510463"/>
                    <a:gd name="connsiteX52" fmla="*/ 73087 w 291204"/>
                    <a:gd name="connsiteY52" fmla="*/ 472778 h 510463"/>
                    <a:gd name="connsiteX53" fmla="*/ 73087 w 291204"/>
                    <a:gd name="connsiteY53" fmla="*/ 457933 h 510463"/>
                    <a:gd name="connsiteX54" fmla="*/ 70803 w 291204"/>
                    <a:gd name="connsiteY54" fmla="*/ 455649 h 510463"/>
                    <a:gd name="connsiteX55" fmla="*/ 37685 w 291204"/>
                    <a:gd name="connsiteY55" fmla="*/ 455649 h 510463"/>
                    <a:gd name="connsiteX56" fmla="*/ 35401 w 291204"/>
                    <a:gd name="connsiteY56" fmla="*/ 421389 h 510463"/>
                    <a:gd name="connsiteX57" fmla="*/ 35401 w 291204"/>
                    <a:gd name="connsiteY57" fmla="*/ 436235 h 510463"/>
                    <a:gd name="connsiteX58" fmla="*/ 37685 w 291204"/>
                    <a:gd name="connsiteY58" fmla="*/ 438519 h 510463"/>
                    <a:gd name="connsiteX59" fmla="*/ 107346 w 291204"/>
                    <a:gd name="connsiteY59" fmla="*/ 438519 h 510463"/>
                    <a:gd name="connsiteX60" fmla="*/ 109630 w 291204"/>
                    <a:gd name="connsiteY60" fmla="*/ 436235 h 510463"/>
                    <a:gd name="connsiteX61" fmla="*/ 109630 w 291204"/>
                    <a:gd name="connsiteY61" fmla="*/ 421389 h 510463"/>
                    <a:gd name="connsiteX62" fmla="*/ 107346 w 291204"/>
                    <a:gd name="connsiteY62" fmla="*/ 419105 h 510463"/>
                    <a:gd name="connsiteX63" fmla="*/ 37685 w 291204"/>
                    <a:gd name="connsiteY63" fmla="*/ 419105 h 510463"/>
                    <a:gd name="connsiteX64" fmla="*/ 35401 w 291204"/>
                    <a:gd name="connsiteY64" fmla="*/ 384846 h 510463"/>
                    <a:gd name="connsiteX65" fmla="*/ 35401 w 291204"/>
                    <a:gd name="connsiteY65" fmla="*/ 399692 h 510463"/>
                    <a:gd name="connsiteX66" fmla="*/ 37685 w 291204"/>
                    <a:gd name="connsiteY66" fmla="*/ 401976 h 510463"/>
                    <a:gd name="connsiteX67" fmla="*/ 107346 w 291204"/>
                    <a:gd name="connsiteY67" fmla="*/ 401976 h 510463"/>
                    <a:gd name="connsiteX68" fmla="*/ 109630 w 291204"/>
                    <a:gd name="connsiteY68" fmla="*/ 399692 h 510463"/>
                    <a:gd name="connsiteX69" fmla="*/ 109630 w 291204"/>
                    <a:gd name="connsiteY69" fmla="*/ 384846 h 510463"/>
                    <a:gd name="connsiteX70" fmla="*/ 107346 w 291204"/>
                    <a:gd name="connsiteY70" fmla="*/ 382562 h 510463"/>
                    <a:gd name="connsiteX71" fmla="*/ 37685 w 291204"/>
                    <a:gd name="connsiteY71" fmla="*/ 382562 h 510463"/>
                    <a:gd name="connsiteX72" fmla="*/ 35401 w 291204"/>
                    <a:gd name="connsiteY72" fmla="*/ 348303 h 510463"/>
                    <a:gd name="connsiteX73" fmla="*/ 35401 w 291204"/>
                    <a:gd name="connsiteY73" fmla="*/ 363149 h 510463"/>
                    <a:gd name="connsiteX74" fmla="*/ 37685 w 291204"/>
                    <a:gd name="connsiteY74" fmla="*/ 365433 h 510463"/>
                    <a:gd name="connsiteX75" fmla="*/ 107346 w 291204"/>
                    <a:gd name="connsiteY75" fmla="*/ 365433 h 510463"/>
                    <a:gd name="connsiteX76" fmla="*/ 109630 w 291204"/>
                    <a:gd name="connsiteY76" fmla="*/ 363149 h 510463"/>
                    <a:gd name="connsiteX77" fmla="*/ 109630 w 291204"/>
                    <a:gd name="connsiteY77" fmla="*/ 348303 h 510463"/>
                    <a:gd name="connsiteX78" fmla="*/ 107346 w 291204"/>
                    <a:gd name="connsiteY78" fmla="*/ 346019 h 510463"/>
                    <a:gd name="connsiteX79" fmla="*/ 37685 w 291204"/>
                    <a:gd name="connsiteY79" fmla="*/ 346019 h 510463"/>
                    <a:gd name="connsiteX80" fmla="*/ 90216 w 291204"/>
                    <a:gd name="connsiteY80" fmla="*/ 311760 h 510463"/>
                    <a:gd name="connsiteX81" fmla="*/ 90216 w 291204"/>
                    <a:gd name="connsiteY81" fmla="*/ 326605 h 510463"/>
                    <a:gd name="connsiteX82" fmla="*/ 92500 w 291204"/>
                    <a:gd name="connsiteY82" fmla="*/ 328889 h 510463"/>
                    <a:gd name="connsiteX83" fmla="*/ 107346 w 291204"/>
                    <a:gd name="connsiteY83" fmla="*/ 328889 h 510463"/>
                    <a:gd name="connsiteX84" fmla="*/ 109630 w 291204"/>
                    <a:gd name="connsiteY84" fmla="*/ 326605 h 510463"/>
                    <a:gd name="connsiteX85" fmla="*/ 109630 w 291204"/>
                    <a:gd name="connsiteY85" fmla="*/ 311760 h 510463"/>
                    <a:gd name="connsiteX86" fmla="*/ 107346 w 291204"/>
                    <a:gd name="connsiteY86" fmla="*/ 309476 h 510463"/>
                    <a:gd name="connsiteX87" fmla="*/ 92500 w 291204"/>
                    <a:gd name="connsiteY87" fmla="*/ 309476 h 510463"/>
                    <a:gd name="connsiteX88" fmla="*/ 35401 w 291204"/>
                    <a:gd name="connsiteY88" fmla="*/ 311760 h 510463"/>
                    <a:gd name="connsiteX89" fmla="*/ 35401 w 291204"/>
                    <a:gd name="connsiteY89" fmla="*/ 326605 h 510463"/>
                    <a:gd name="connsiteX90" fmla="*/ 37685 w 291204"/>
                    <a:gd name="connsiteY90" fmla="*/ 328889 h 510463"/>
                    <a:gd name="connsiteX91" fmla="*/ 70803 w 291204"/>
                    <a:gd name="connsiteY91" fmla="*/ 328889 h 510463"/>
                    <a:gd name="connsiteX92" fmla="*/ 73087 w 291204"/>
                    <a:gd name="connsiteY92" fmla="*/ 326605 h 510463"/>
                    <a:gd name="connsiteX93" fmla="*/ 73087 w 291204"/>
                    <a:gd name="connsiteY93" fmla="*/ 311760 h 510463"/>
                    <a:gd name="connsiteX94" fmla="*/ 70803 w 291204"/>
                    <a:gd name="connsiteY94" fmla="*/ 309476 h 510463"/>
                    <a:gd name="connsiteX95" fmla="*/ 37685 w 291204"/>
                    <a:gd name="connsiteY95" fmla="*/ 309476 h 510463"/>
                    <a:gd name="connsiteX96" fmla="*/ 35401 w 291204"/>
                    <a:gd name="connsiteY96" fmla="*/ 275216 h 510463"/>
                    <a:gd name="connsiteX97" fmla="*/ 35401 w 291204"/>
                    <a:gd name="connsiteY97" fmla="*/ 290062 h 510463"/>
                    <a:gd name="connsiteX98" fmla="*/ 37685 w 291204"/>
                    <a:gd name="connsiteY98" fmla="*/ 292346 h 510463"/>
                    <a:gd name="connsiteX99" fmla="*/ 107346 w 291204"/>
                    <a:gd name="connsiteY99" fmla="*/ 292346 h 510463"/>
                    <a:gd name="connsiteX100" fmla="*/ 109630 w 291204"/>
                    <a:gd name="connsiteY100" fmla="*/ 290062 h 510463"/>
                    <a:gd name="connsiteX101" fmla="*/ 109630 w 291204"/>
                    <a:gd name="connsiteY101" fmla="*/ 275216 h 510463"/>
                    <a:gd name="connsiteX102" fmla="*/ 107346 w 291204"/>
                    <a:gd name="connsiteY102" fmla="*/ 272932 h 510463"/>
                    <a:gd name="connsiteX103" fmla="*/ 37685 w 291204"/>
                    <a:gd name="connsiteY103" fmla="*/ 272932 h 510463"/>
                    <a:gd name="connsiteX104" fmla="*/ 71945 w 291204"/>
                    <a:gd name="connsiteY104" fmla="*/ 238673 h 510463"/>
                    <a:gd name="connsiteX105" fmla="*/ 71945 w 291204"/>
                    <a:gd name="connsiteY105" fmla="*/ 253519 h 510463"/>
                    <a:gd name="connsiteX106" fmla="*/ 74228 w 291204"/>
                    <a:gd name="connsiteY106" fmla="*/ 255803 h 510463"/>
                    <a:gd name="connsiteX107" fmla="*/ 107346 w 291204"/>
                    <a:gd name="connsiteY107" fmla="*/ 255803 h 510463"/>
                    <a:gd name="connsiteX108" fmla="*/ 109630 w 291204"/>
                    <a:gd name="connsiteY108" fmla="*/ 253519 h 510463"/>
                    <a:gd name="connsiteX109" fmla="*/ 109630 w 291204"/>
                    <a:gd name="connsiteY109" fmla="*/ 238673 h 510463"/>
                    <a:gd name="connsiteX110" fmla="*/ 107346 w 291204"/>
                    <a:gd name="connsiteY110" fmla="*/ 236389 h 510463"/>
                    <a:gd name="connsiteX111" fmla="*/ 74228 w 291204"/>
                    <a:gd name="connsiteY111" fmla="*/ 236389 h 510463"/>
                    <a:gd name="connsiteX112" fmla="*/ 35401 w 291204"/>
                    <a:gd name="connsiteY112" fmla="*/ 238673 h 510463"/>
                    <a:gd name="connsiteX113" fmla="*/ 35401 w 291204"/>
                    <a:gd name="connsiteY113" fmla="*/ 253519 h 510463"/>
                    <a:gd name="connsiteX114" fmla="*/ 37685 w 291204"/>
                    <a:gd name="connsiteY114" fmla="*/ 255803 h 510463"/>
                    <a:gd name="connsiteX115" fmla="*/ 52531 w 291204"/>
                    <a:gd name="connsiteY115" fmla="*/ 255803 h 510463"/>
                    <a:gd name="connsiteX116" fmla="*/ 54815 w 291204"/>
                    <a:gd name="connsiteY116" fmla="*/ 253519 h 510463"/>
                    <a:gd name="connsiteX117" fmla="*/ 54815 w 291204"/>
                    <a:gd name="connsiteY117" fmla="*/ 238673 h 510463"/>
                    <a:gd name="connsiteX118" fmla="*/ 52531 w 291204"/>
                    <a:gd name="connsiteY118" fmla="*/ 236389 h 510463"/>
                    <a:gd name="connsiteX119" fmla="*/ 37685 w 291204"/>
                    <a:gd name="connsiteY119" fmla="*/ 236389 h 510463"/>
                    <a:gd name="connsiteX120" fmla="*/ 54815 w 291204"/>
                    <a:gd name="connsiteY120" fmla="*/ 20556 h 510463"/>
                    <a:gd name="connsiteX121" fmla="*/ 54815 w 291204"/>
                    <a:gd name="connsiteY121" fmla="*/ 21698 h 510463"/>
                    <a:gd name="connsiteX122" fmla="*/ 53673 w 291204"/>
                    <a:gd name="connsiteY122" fmla="*/ 22840 h 510463"/>
                    <a:gd name="connsiteX123" fmla="*/ 53673 w 291204"/>
                    <a:gd name="connsiteY123" fmla="*/ 195278 h 510463"/>
                    <a:gd name="connsiteX124" fmla="*/ 59383 w 291204"/>
                    <a:gd name="connsiteY124" fmla="*/ 200988 h 510463"/>
                    <a:gd name="connsiteX125" fmla="*/ 250093 w 291204"/>
                    <a:gd name="connsiteY125" fmla="*/ 200988 h 510463"/>
                    <a:gd name="connsiteX126" fmla="*/ 255803 w 291204"/>
                    <a:gd name="connsiteY126" fmla="*/ 195278 h 510463"/>
                    <a:gd name="connsiteX127" fmla="*/ 255803 w 291204"/>
                    <a:gd name="connsiteY127" fmla="*/ 22840 h 510463"/>
                    <a:gd name="connsiteX128" fmla="*/ 250093 w 291204"/>
                    <a:gd name="connsiteY128" fmla="*/ 17130 h 510463"/>
                    <a:gd name="connsiteX129" fmla="*/ 59383 w 291204"/>
                    <a:gd name="connsiteY129" fmla="*/ 17130 h 510463"/>
                    <a:gd name="connsiteX130" fmla="*/ 58241 w 291204"/>
                    <a:gd name="connsiteY130" fmla="*/ 18272 h 510463"/>
                    <a:gd name="connsiteX131" fmla="*/ 57099 w 291204"/>
                    <a:gd name="connsiteY131" fmla="*/ 18272 h 5104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</a:cxnLst>
                  <a:rect l="l" t="t" r="r" b="b"/>
                  <a:pathLst>
                    <a:path w="291204" h="510463">
                      <a:moveTo>
                        <a:pt x="0" y="0"/>
                      </a:moveTo>
                      <a:lnTo>
                        <a:pt x="0" y="510464"/>
                      </a:lnTo>
                      <a:lnTo>
                        <a:pt x="243241" y="510464"/>
                      </a:lnTo>
                      <a:lnTo>
                        <a:pt x="240957" y="486482"/>
                      </a:lnTo>
                      <a:lnTo>
                        <a:pt x="232963" y="483056"/>
                      </a:lnTo>
                      <a:lnTo>
                        <a:pt x="205556" y="504754"/>
                      </a:lnTo>
                      <a:lnTo>
                        <a:pt x="200988" y="507038"/>
                      </a:lnTo>
                      <a:lnTo>
                        <a:pt x="196420" y="507038"/>
                      </a:lnTo>
                      <a:lnTo>
                        <a:pt x="191852" y="504754"/>
                      </a:lnTo>
                      <a:lnTo>
                        <a:pt x="151883" y="464784"/>
                      </a:lnTo>
                      <a:lnTo>
                        <a:pt x="149599" y="460217"/>
                      </a:lnTo>
                      <a:lnTo>
                        <a:pt x="149599" y="455649"/>
                      </a:lnTo>
                      <a:lnTo>
                        <a:pt x="151883" y="451081"/>
                      </a:lnTo>
                      <a:lnTo>
                        <a:pt x="172438" y="425957"/>
                      </a:lnTo>
                      <a:lnTo>
                        <a:pt x="173580" y="422531"/>
                      </a:lnTo>
                      <a:lnTo>
                        <a:pt x="170155" y="415679"/>
                      </a:lnTo>
                      <a:lnTo>
                        <a:pt x="132469" y="411112"/>
                      </a:lnTo>
                      <a:lnTo>
                        <a:pt x="127901" y="407686"/>
                      </a:lnTo>
                      <a:lnTo>
                        <a:pt x="126759" y="405402"/>
                      </a:lnTo>
                      <a:lnTo>
                        <a:pt x="126759" y="342593"/>
                      </a:lnTo>
                      <a:lnTo>
                        <a:pt x="130185" y="338025"/>
                      </a:lnTo>
                      <a:lnTo>
                        <a:pt x="137037" y="335741"/>
                      </a:lnTo>
                      <a:lnTo>
                        <a:pt x="170155" y="332315"/>
                      </a:lnTo>
                      <a:lnTo>
                        <a:pt x="173580" y="324321"/>
                      </a:lnTo>
                      <a:lnTo>
                        <a:pt x="151883" y="296914"/>
                      </a:lnTo>
                      <a:lnTo>
                        <a:pt x="149599" y="292346"/>
                      </a:lnTo>
                      <a:lnTo>
                        <a:pt x="149599" y="287778"/>
                      </a:lnTo>
                      <a:lnTo>
                        <a:pt x="151883" y="283210"/>
                      </a:lnTo>
                      <a:lnTo>
                        <a:pt x="191852" y="243241"/>
                      </a:lnTo>
                      <a:lnTo>
                        <a:pt x="196420" y="240957"/>
                      </a:lnTo>
                      <a:lnTo>
                        <a:pt x="200988" y="240957"/>
                      </a:lnTo>
                      <a:lnTo>
                        <a:pt x="205556" y="243241"/>
                      </a:lnTo>
                      <a:lnTo>
                        <a:pt x="230679" y="263797"/>
                      </a:lnTo>
                      <a:lnTo>
                        <a:pt x="234105" y="264939"/>
                      </a:lnTo>
                      <a:lnTo>
                        <a:pt x="240957" y="261513"/>
                      </a:lnTo>
                      <a:lnTo>
                        <a:pt x="245525" y="223827"/>
                      </a:lnTo>
                      <a:lnTo>
                        <a:pt x="251235" y="218118"/>
                      </a:lnTo>
                      <a:lnTo>
                        <a:pt x="291204" y="218118"/>
                      </a:lnTo>
                      <a:lnTo>
                        <a:pt x="291204" y="6852"/>
                      </a:lnTo>
                      <a:lnTo>
                        <a:pt x="288920" y="0"/>
                      </a:lnTo>
                      <a:close/>
                      <a:moveTo>
                        <a:pt x="90216" y="457933"/>
                      </a:moveTo>
                      <a:lnTo>
                        <a:pt x="90216" y="472778"/>
                      </a:lnTo>
                      <a:lnTo>
                        <a:pt x="92500" y="475062"/>
                      </a:lnTo>
                      <a:lnTo>
                        <a:pt x="107346" y="475062"/>
                      </a:lnTo>
                      <a:lnTo>
                        <a:pt x="109630" y="472778"/>
                      </a:lnTo>
                      <a:lnTo>
                        <a:pt x="109630" y="457933"/>
                      </a:lnTo>
                      <a:lnTo>
                        <a:pt x="107346" y="455649"/>
                      </a:lnTo>
                      <a:lnTo>
                        <a:pt x="92500" y="455649"/>
                      </a:lnTo>
                      <a:close/>
                      <a:moveTo>
                        <a:pt x="35401" y="457933"/>
                      </a:moveTo>
                      <a:lnTo>
                        <a:pt x="35401" y="472778"/>
                      </a:lnTo>
                      <a:lnTo>
                        <a:pt x="37685" y="475062"/>
                      </a:lnTo>
                      <a:lnTo>
                        <a:pt x="70803" y="475062"/>
                      </a:lnTo>
                      <a:lnTo>
                        <a:pt x="73087" y="472778"/>
                      </a:lnTo>
                      <a:lnTo>
                        <a:pt x="73087" y="457933"/>
                      </a:lnTo>
                      <a:lnTo>
                        <a:pt x="70803" y="455649"/>
                      </a:lnTo>
                      <a:lnTo>
                        <a:pt x="37685" y="455649"/>
                      </a:lnTo>
                      <a:close/>
                      <a:moveTo>
                        <a:pt x="35401" y="421389"/>
                      </a:moveTo>
                      <a:lnTo>
                        <a:pt x="35401" y="436235"/>
                      </a:lnTo>
                      <a:lnTo>
                        <a:pt x="37685" y="438519"/>
                      </a:lnTo>
                      <a:lnTo>
                        <a:pt x="107346" y="438519"/>
                      </a:lnTo>
                      <a:lnTo>
                        <a:pt x="109630" y="436235"/>
                      </a:lnTo>
                      <a:lnTo>
                        <a:pt x="109630" y="421389"/>
                      </a:lnTo>
                      <a:lnTo>
                        <a:pt x="107346" y="419105"/>
                      </a:lnTo>
                      <a:lnTo>
                        <a:pt x="37685" y="419105"/>
                      </a:lnTo>
                      <a:close/>
                      <a:moveTo>
                        <a:pt x="35401" y="384846"/>
                      </a:moveTo>
                      <a:lnTo>
                        <a:pt x="35401" y="399692"/>
                      </a:lnTo>
                      <a:lnTo>
                        <a:pt x="37685" y="401976"/>
                      </a:lnTo>
                      <a:lnTo>
                        <a:pt x="107346" y="401976"/>
                      </a:lnTo>
                      <a:lnTo>
                        <a:pt x="109630" y="399692"/>
                      </a:lnTo>
                      <a:lnTo>
                        <a:pt x="109630" y="384846"/>
                      </a:lnTo>
                      <a:lnTo>
                        <a:pt x="107346" y="382562"/>
                      </a:lnTo>
                      <a:lnTo>
                        <a:pt x="37685" y="382562"/>
                      </a:lnTo>
                      <a:close/>
                      <a:moveTo>
                        <a:pt x="35401" y="348303"/>
                      </a:moveTo>
                      <a:lnTo>
                        <a:pt x="35401" y="363149"/>
                      </a:lnTo>
                      <a:lnTo>
                        <a:pt x="37685" y="365433"/>
                      </a:lnTo>
                      <a:lnTo>
                        <a:pt x="107346" y="365433"/>
                      </a:lnTo>
                      <a:lnTo>
                        <a:pt x="109630" y="363149"/>
                      </a:lnTo>
                      <a:lnTo>
                        <a:pt x="109630" y="348303"/>
                      </a:lnTo>
                      <a:lnTo>
                        <a:pt x="107346" y="346019"/>
                      </a:lnTo>
                      <a:lnTo>
                        <a:pt x="37685" y="346019"/>
                      </a:lnTo>
                      <a:close/>
                      <a:moveTo>
                        <a:pt x="90216" y="311760"/>
                      </a:moveTo>
                      <a:lnTo>
                        <a:pt x="90216" y="326605"/>
                      </a:lnTo>
                      <a:lnTo>
                        <a:pt x="92500" y="328889"/>
                      </a:lnTo>
                      <a:lnTo>
                        <a:pt x="107346" y="328889"/>
                      </a:lnTo>
                      <a:lnTo>
                        <a:pt x="109630" y="326605"/>
                      </a:lnTo>
                      <a:lnTo>
                        <a:pt x="109630" y="311760"/>
                      </a:lnTo>
                      <a:lnTo>
                        <a:pt x="107346" y="309476"/>
                      </a:lnTo>
                      <a:lnTo>
                        <a:pt x="92500" y="309476"/>
                      </a:lnTo>
                      <a:close/>
                      <a:moveTo>
                        <a:pt x="35401" y="311760"/>
                      </a:moveTo>
                      <a:lnTo>
                        <a:pt x="35401" y="326605"/>
                      </a:lnTo>
                      <a:lnTo>
                        <a:pt x="37685" y="328889"/>
                      </a:lnTo>
                      <a:lnTo>
                        <a:pt x="70803" y="328889"/>
                      </a:lnTo>
                      <a:lnTo>
                        <a:pt x="73087" y="326605"/>
                      </a:lnTo>
                      <a:lnTo>
                        <a:pt x="73087" y="311760"/>
                      </a:lnTo>
                      <a:lnTo>
                        <a:pt x="70803" y="309476"/>
                      </a:lnTo>
                      <a:lnTo>
                        <a:pt x="37685" y="309476"/>
                      </a:lnTo>
                      <a:close/>
                      <a:moveTo>
                        <a:pt x="35401" y="275216"/>
                      </a:moveTo>
                      <a:lnTo>
                        <a:pt x="35401" y="290062"/>
                      </a:lnTo>
                      <a:lnTo>
                        <a:pt x="37685" y="292346"/>
                      </a:lnTo>
                      <a:lnTo>
                        <a:pt x="107346" y="292346"/>
                      </a:lnTo>
                      <a:lnTo>
                        <a:pt x="109630" y="290062"/>
                      </a:lnTo>
                      <a:lnTo>
                        <a:pt x="109630" y="275216"/>
                      </a:lnTo>
                      <a:lnTo>
                        <a:pt x="107346" y="272932"/>
                      </a:lnTo>
                      <a:lnTo>
                        <a:pt x="37685" y="272932"/>
                      </a:lnTo>
                      <a:close/>
                      <a:moveTo>
                        <a:pt x="71945" y="238673"/>
                      </a:moveTo>
                      <a:lnTo>
                        <a:pt x="71945" y="253519"/>
                      </a:lnTo>
                      <a:lnTo>
                        <a:pt x="74228" y="255803"/>
                      </a:lnTo>
                      <a:lnTo>
                        <a:pt x="107346" y="255803"/>
                      </a:lnTo>
                      <a:lnTo>
                        <a:pt x="109630" y="253519"/>
                      </a:lnTo>
                      <a:lnTo>
                        <a:pt x="109630" y="238673"/>
                      </a:lnTo>
                      <a:lnTo>
                        <a:pt x="107346" y="236389"/>
                      </a:lnTo>
                      <a:lnTo>
                        <a:pt x="74228" y="236389"/>
                      </a:lnTo>
                      <a:close/>
                      <a:moveTo>
                        <a:pt x="35401" y="238673"/>
                      </a:moveTo>
                      <a:lnTo>
                        <a:pt x="35401" y="253519"/>
                      </a:lnTo>
                      <a:lnTo>
                        <a:pt x="37685" y="255803"/>
                      </a:lnTo>
                      <a:lnTo>
                        <a:pt x="52531" y="255803"/>
                      </a:lnTo>
                      <a:lnTo>
                        <a:pt x="54815" y="253519"/>
                      </a:lnTo>
                      <a:lnTo>
                        <a:pt x="54815" y="238673"/>
                      </a:lnTo>
                      <a:lnTo>
                        <a:pt x="52531" y="236389"/>
                      </a:lnTo>
                      <a:lnTo>
                        <a:pt x="37685" y="236389"/>
                      </a:lnTo>
                      <a:close/>
                      <a:moveTo>
                        <a:pt x="54815" y="20556"/>
                      </a:move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3673" y="195278"/>
                      </a:lnTo>
                      <a:lnTo>
                        <a:pt x="59383" y="200988"/>
                      </a:lnTo>
                      <a:lnTo>
                        <a:pt x="250093" y="200988"/>
                      </a:lnTo>
                      <a:lnTo>
                        <a:pt x="255803" y="195278"/>
                      </a:lnTo>
                      <a:lnTo>
                        <a:pt x="255803" y="22840"/>
                      </a:lnTo>
                      <a:lnTo>
                        <a:pt x="250093" y="17130"/>
                      </a:lnTo>
                      <a:lnTo>
                        <a:pt x="59383" y="17130"/>
                      </a:lnTo>
                      <a:lnTo>
                        <a:pt x="58241" y="18272"/>
                      </a:lnTo>
                      <a:lnTo>
                        <a:pt x="57099" y="18272"/>
                      </a:lnTo>
                      <a:close/>
                    </a:path>
                  </a:pathLst>
                </a:custGeom>
                <a:solidFill>
                  <a:srgbClr val="FDE8AA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 dirty="0"/>
                </a:p>
              </p:txBody>
            </p:sp>
            <p:sp>
              <p:nvSpPr>
                <p:cNvPr id="7058" name="任意形状 7057">
                  <a:extLst>
                    <a:ext uri="{FF2B5EF4-FFF2-40B4-BE49-F238E27FC236}">
                      <a16:creationId xmlns:a16="http://schemas.microsoft.com/office/drawing/2014/main" id="{DA702C19-1AB4-EAB1-ABB8-5A63DC89EB74}"/>
                    </a:ext>
                  </a:extLst>
                </p:cNvPr>
                <p:cNvSpPr/>
                <p:nvPr/>
              </p:nvSpPr>
              <p:spPr>
                <a:xfrm>
                  <a:off x="5561771" y="5508731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59" name="任意形状 7058">
                  <a:extLst>
                    <a:ext uri="{FF2B5EF4-FFF2-40B4-BE49-F238E27FC236}">
                      <a16:creationId xmlns:a16="http://schemas.microsoft.com/office/drawing/2014/main" id="{21A19B7B-D3C2-781B-3F86-5504C4B5CFD2}"/>
                    </a:ext>
                  </a:extLst>
                </p:cNvPr>
                <p:cNvSpPr/>
                <p:nvPr/>
              </p:nvSpPr>
              <p:spPr>
                <a:xfrm>
                  <a:off x="5506956" y="5508731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0" name="任意形状 7059">
                  <a:extLst>
                    <a:ext uri="{FF2B5EF4-FFF2-40B4-BE49-F238E27FC236}">
                      <a16:creationId xmlns:a16="http://schemas.microsoft.com/office/drawing/2014/main" id="{8276B9A3-FC14-597E-1DC6-2A80BF234FAB}"/>
                    </a:ext>
                  </a:extLst>
                </p:cNvPr>
                <p:cNvSpPr/>
                <p:nvPr/>
              </p:nvSpPr>
              <p:spPr>
                <a:xfrm>
                  <a:off x="5506956" y="5472188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1" name="任意形状 7060">
                  <a:extLst>
                    <a:ext uri="{FF2B5EF4-FFF2-40B4-BE49-F238E27FC236}">
                      <a16:creationId xmlns:a16="http://schemas.microsoft.com/office/drawing/2014/main" id="{55CCA25B-A8A2-A074-75E9-1D3CC0DE2F76}"/>
                    </a:ext>
                  </a:extLst>
                </p:cNvPr>
                <p:cNvSpPr/>
                <p:nvPr/>
              </p:nvSpPr>
              <p:spPr>
                <a:xfrm>
                  <a:off x="5506956" y="543564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2" name="任意形状 7061">
                  <a:extLst>
                    <a:ext uri="{FF2B5EF4-FFF2-40B4-BE49-F238E27FC236}">
                      <a16:creationId xmlns:a16="http://schemas.microsoft.com/office/drawing/2014/main" id="{38255159-A09E-D948-291E-2B49772E90AC}"/>
                    </a:ext>
                  </a:extLst>
                </p:cNvPr>
                <p:cNvSpPr/>
                <p:nvPr/>
              </p:nvSpPr>
              <p:spPr>
                <a:xfrm>
                  <a:off x="5506956" y="5399102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3" name="任意形状 7062">
                  <a:extLst>
                    <a:ext uri="{FF2B5EF4-FFF2-40B4-BE49-F238E27FC236}">
                      <a16:creationId xmlns:a16="http://schemas.microsoft.com/office/drawing/2014/main" id="{CBFFDC49-AE7D-A67C-058C-B24E35AE85C7}"/>
                    </a:ext>
                  </a:extLst>
                </p:cNvPr>
                <p:cNvSpPr/>
                <p:nvPr/>
              </p:nvSpPr>
              <p:spPr>
                <a:xfrm>
                  <a:off x="5561771" y="5362558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4" name="任意形状 7063">
                  <a:extLst>
                    <a:ext uri="{FF2B5EF4-FFF2-40B4-BE49-F238E27FC236}">
                      <a16:creationId xmlns:a16="http://schemas.microsoft.com/office/drawing/2014/main" id="{ED686D52-9345-2DF4-7C02-33A66EF59BD7}"/>
                    </a:ext>
                  </a:extLst>
                </p:cNvPr>
                <p:cNvSpPr/>
                <p:nvPr/>
              </p:nvSpPr>
              <p:spPr>
                <a:xfrm>
                  <a:off x="5506956" y="5362558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5" name="任意形状 7064">
                  <a:extLst>
                    <a:ext uri="{FF2B5EF4-FFF2-40B4-BE49-F238E27FC236}">
                      <a16:creationId xmlns:a16="http://schemas.microsoft.com/office/drawing/2014/main" id="{30A9D994-EF6E-3166-F8B4-91F8F48CFB7B}"/>
                    </a:ext>
                  </a:extLst>
                </p:cNvPr>
                <p:cNvSpPr/>
                <p:nvPr/>
              </p:nvSpPr>
              <p:spPr>
                <a:xfrm>
                  <a:off x="5672543" y="5344287"/>
                  <a:ext cx="161018" cy="162160"/>
                </a:xfrm>
                <a:custGeom>
                  <a:avLst/>
                  <a:gdLst>
                    <a:gd name="connsiteX0" fmla="*/ 67377 w 161018"/>
                    <a:gd name="connsiteY0" fmla="*/ 1142 h 162160"/>
                    <a:gd name="connsiteX1" fmla="*/ 66235 w 161018"/>
                    <a:gd name="connsiteY1" fmla="*/ 2284 h 162160"/>
                    <a:gd name="connsiteX2" fmla="*/ 61667 w 161018"/>
                    <a:gd name="connsiteY2" fmla="*/ 2284 h 162160"/>
                    <a:gd name="connsiteX3" fmla="*/ 60525 w 161018"/>
                    <a:gd name="connsiteY3" fmla="*/ 3426 h 162160"/>
                    <a:gd name="connsiteX4" fmla="*/ 58241 w 161018"/>
                    <a:gd name="connsiteY4" fmla="*/ 3426 h 162160"/>
                    <a:gd name="connsiteX5" fmla="*/ 57099 w 161018"/>
                    <a:gd name="connsiteY5" fmla="*/ 4568 h 162160"/>
                    <a:gd name="connsiteX6" fmla="*/ 54815 w 161018"/>
                    <a:gd name="connsiteY6" fmla="*/ 4568 h 162160"/>
                    <a:gd name="connsiteX7" fmla="*/ 53673 w 161018"/>
                    <a:gd name="connsiteY7" fmla="*/ 5710 h 162160"/>
                    <a:gd name="connsiteX8" fmla="*/ 51389 w 161018"/>
                    <a:gd name="connsiteY8" fmla="*/ 5710 h 162160"/>
                    <a:gd name="connsiteX9" fmla="*/ 50247 w 161018"/>
                    <a:gd name="connsiteY9" fmla="*/ 6852 h 162160"/>
                    <a:gd name="connsiteX10" fmla="*/ 49105 w 161018"/>
                    <a:gd name="connsiteY10" fmla="*/ 6852 h 162160"/>
                    <a:gd name="connsiteX11" fmla="*/ 47963 w 161018"/>
                    <a:gd name="connsiteY11" fmla="*/ 7994 h 162160"/>
                    <a:gd name="connsiteX12" fmla="*/ 45679 w 161018"/>
                    <a:gd name="connsiteY12" fmla="*/ 7994 h 162160"/>
                    <a:gd name="connsiteX13" fmla="*/ 44537 w 161018"/>
                    <a:gd name="connsiteY13" fmla="*/ 9136 h 162160"/>
                    <a:gd name="connsiteX14" fmla="*/ 43395 w 161018"/>
                    <a:gd name="connsiteY14" fmla="*/ 9136 h 162160"/>
                    <a:gd name="connsiteX15" fmla="*/ 42253 w 161018"/>
                    <a:gd name="connsiteY15" fmla="*/ 10278 h 162160"/>
                    <a:gd name="connsiteX16" fmla="*/ 41111 w 161018"/>
                    <a:gd name="connsiteY16" fmla="*/ 10278 h 162160"/>
                    <a:gd name="connsiteX17" fmla="*/ 38827 w 161018"/>
                    <a:gd name="connsiteY17" fmla="*/ 12562 h 162160"/>
                    <a:gd name="connsiteX18" fmla="*/ 37685 w 161018"/>
                    <a:gd name="connsiteY18" fmla="*/ 12562 h 162160"/>
                    <a:gd name="connsiteX19" fmla="*/ 35401 w 161018"/>
                    <a:gd name="connsiteY19" fmla="*/ 14846 h 162160"/>
                    <a:gd name="connsiteX20" fmla="*/ 34259 w 161018"/>
                    <a:gd name="connsiteY20" fmla="*/ 14846 h 162160"/>
                    <a:gd name="connsiteX21" fmla="*/ 31975 w 161018"/>
                    <a:gd name="connsiteY21" fmla="*/ 17130 h 162160"/>
                    <a:gd name="connsiteX22" fmla="*/ 30833 w 161018"/>
                    <a:gd name="connsiteY22" fmla="*/ 17130 h 162160"/>
                    <a:gd name="connsiteX23" fmla="*/ 15988 w 161018"/>
                    <a:gd name="connsiteY23" fmla="*/ 31975 h 162160"/>
                    <a:gd name="connsiteX24" fmla="*/ 15988 w 161018"/>
                    <a:gd name="connsiteY24" fmla="*/ 33117 h 162160"/>
                    <a:gd name="connsiteX25" fmla="*/ 13704 w 161018"/>
                    <a:gd name="connsiteY25" fmla="*/ 35401 h 162160"/>
                    <a:gd name="connsiteX26" fmla="*/ 13704 w 161018"/>
                    <a:gd name="connsiteY26" fmla="*/ 36543 h 162160"/>
                    <a:gd name="connsiteX27" fmla="*/ 11420 w 161018"/>
                    <a:gd name="connsiteY27" fmla="*/ 38827 h 162160"/>
                    <a:gd name="connsiteX28" fmla="*/ 11420 w 161018"/>
                    <a:gd name="connsiteY28" fmla="*/ 39969 h 162160"/>
                    <a:gd name="connsiteX29" fmla="*/ 10278 w 161018"/>
                    <a:gd name="connsiteY29" fmla="*/ 41111 h 162160"/>
                    <a:gd name="connsiteX30" fmla="*/ 10278 w 161018"/>
                    <a:gd name="connsiteY30" fmla="*/ 42253 h 162160"/>
                    <a:gd name="connsiteX31" fmla="*/ 7994 w 161018"/>
                    <a:gd name="connsiteY31" fmla="*/ 44537 h 162160"/>
                    <a:gd name="connsiteX32" fmla="*/ 7994 w 161018"/>
                    <a:gd name="connsiteY32" fmla="*/ 45679 h 162160"/>
                    <a:gd name="connsiteX33" fmla="*/ 6852 w 161018"/>
                    <a:gd name="connsiteY33" fmla="*/ 46821 h 162160"/>
                    <a:gd name="connsiteX34" fmla="*/ 6852 w 161018"/>
                    <a:gd name="connsiteY34" fmla="*/ 49105 h 162160"/>
                    <a:gd name="connsiteX35" fmla="*/ 5710 w 161018"/>
                    <a:gd name="connsiteY35" fmla="*/ 50247 h 162160"/>
                    <a:gd name="connsiteX36" fmla="*/ 5710 w 161018"/>
                    <a:gd name="connsiteY36" fmla="*/ 51389 h 162160"/>
                    <a:gd name="connsiteX37" fmla="*/ 4568 w 161018"/>
                    <a:gd name="connsiteY37" fmla="*/ 52531 h 162160"/>
                    <a:gd name="connsiteX38" fmla="*/ 4568 w 161018"/>
                    <a:gd name="connsiteY38" fmla="*/ 54815 h 162160"/>
                    <a:gd name="connsiteX39" fmla="*/ 3426 w 161018"/>
                    <a:gd name="connsiteY39" fmla="*/ 55957 h 162160"/>
                    <a:gd name="connsiteX40" fmla="*/ 3426 w 161018"/>
                    <a:gd name="connsiteY40" fmla="*/ 58241 h 162160"/>
                    <a:gd name="connsiteX41" fmla="*/ 2284 w 161018"/>
                    <a:gd name="connsiteY41" fmla="*/ 59383 h 162160"/>
                    <a:gd name="connsiteX42" fmla="*/ 2284 w 161018"/>
                    <a:gd name="connsiteY42" fmla="*/ 61667 h 162160"/>
                    <a:gd name="connsiteX43" fmla="*/ 1142 w 161018"/>
                    <a:gd name="connsiteY43" fmla="*/ 62809 h 162160"/>
                    <a:gd name="connsiteX44" fmla="*/ 1142 w 161018"/>
                    <a:gd name="connsiteY44" fmla="*/ 67377 h 162160"/>
                    <a:gd name="connsiteX45" fmla="*/ 0 w 161018"/>
                    <a:gd name="connsiteY45" fmla="*/ 68519 h 162160"/>
                    <a:gd name="connsiteX46" fmla="*/ 0 w 161018"/>
                    <a:gd name="connsiteY46" fmla="*/ 94784 h 162160"/>
                    <a:gd name="connsiteX47" fmla="*/ 1142 w 161018"/>
                    <a:gd name="connsiteY47" fmla="*/ 95926 h 162160"/>
                    <a:gd name="connsiteX48" fmla="*/ 1142 w 161018"/>
                    <a:gd name="connsiteY48" fmla="*/ 99352 h 162160"/>
                    <a:gd name="connsiteX49" fmla="*/ 2284 w 161018"/>
                    <a:gd name="connsiteY49" fmla="*/ 100494 h 162160"/>
                    <a:gd name="connsiteX50" fmla="*/ 2284 w 161018"/>
                    <a:gd name="connsiteY50" fmla="*/ 103920 h 162160"/>
                    <a:gd name="connsiteX51" fmla="*/ 3426 w 161018"/>
                    <a:gd name="connsiteY51" fmla="*/ 105062 h 162160"/>
                    <a:gd name="connsiteX52" fmla="*/ 3426 w 161018"/>
                    <a:gd name="connsiteY52" fmla="*/ 107346 h 162160"/>
                    <a:gd name="connsiteX53" fmla="*/ 4568 w 161018"/>
                    <a:gd name="connsiteY53" fmla="*/ 108488 h 162160"/>
                    <a:gd name="connsiteX54" fmla="*/ 4568 w 161018"/>
                    <a:gd name="connsiteY54" fmla="*/ 110772 h 162160"/>
                    <a:gd name="connsiteX55" fmla="*/ 5710 w 161018"/>
                    <a:gd name="connsiteY55" fmla="*/ 111914 h 162160"/>
                    <a:gd name="connsiteX56" fmla="*/ 5710 w 161018"/>
                    <a:gd name="connsiteY56" fmla="*/ 113056 h 162160"/>
                    <a:gd name="connsiteX57" fmla="*/ 6852 w 161018"/>
                    <a:gd name="connsiteY57" fmla="*/ 114198 h 162160"/>
                    <a:gd name="connsiteX58" fmla="*/ 6852 w 161018"/>
                    <a:gd name="connsiteY58" fmla="*/ 116482 h 162160"/>
                    <a:gd name="connsiteX59" fmla="*/ 7994 w 161018"/>
                    <a:gd name="connsiteY59" fmla="*/ 117624 h 162160"/>
                    <a:gd name="connsiteX60" fmla="*/ 7994 w 161018"/>
                    <a:gd name="connsiteY60" fmla="*/ 118766 h 162160"/>
                    <a:gd name="connsiteX61" fmla="*/ 10278 w 161018"/>
                    <a:gd name="connsiteY61" fmla="*/ 121050 h 162160"/>
                    <a:gd name="connsiteX62" fmla="*/ 10278 w 161018"/>
                    <a:gd name="connsiteY62" fmla="*/ 122191 h 162160"/>
                    <a:gd name="connsiteX63" fmla="*/ 11420 w 161018"/>
                    <a:gd name="connsiteY63" fmla="*/ 123333 h 162160"/>
                    <a:gd name="connsiteX64" fmla="*/ 11420 w 161018"/>
                    <a:gd name="connsiteY64" fmla="*/ 124475 h 162160"/>
                    <a:gd name="connsiteX65" fmla="*/ 13704 w 161018"/>
                    <a:gd name="connsiteY65" fmla="*/ 126759 h 162160"/>
                    <a:gd name="connsiteX66" fmla="*/ 13704 w 161018"/>
                    <a:gd name="connsiteY66" fmla="*/ 127901 h 162160"/>
                    <a:gd name="connsiteX67" fmla="*/ 15988 w 161018"/>
                    <a:gd name="connsiteY67" fmla="*/ 130185 h 162160"/>
                    <a:gd name="connsiteX68" fmla="*/ 15988 w 161018"/>
                    <a:gd name="connsiteY68" fmla="*/ 131327 h 162160"/>
                    <a:gd name="connsiteX69" fmla="*/ 30833 w 161018"/>
                    <a:gd name="connsiteY69" fmla="*/ 146173 h 162160"/>
                    <a:gd name="connsiteX70" fmla="*/ 31975 w 161018"/>
                    <a:gd name="connsiteY70" fmla="*/ 146173 h 162160"/>
                    <a:gd name="connsiteX71" fmla="*/ 34259 w 161018"/>
                    <a:gd name="connsiteY71" fmla="*/ 148457 h 162160"/>
                    <a:gd name="connsiteX72" fmla="*/ 35401 w 161018"/>
                    <a:gd name="connsiteY72" fmla="*/ 148457 h 162160"/>
                    <a:gd name="connsiteX73" fmla="*/ 37685 w 161018"/>
                    <a:gd name="connsiteY73" fmla="*/ 150741 h 162160"/>
                    <a:gd name="connsiteX74" fmla="*/ 38827 w 161018"/>
                    <a:gd name="connsiteY74" fmla="*/ 150741 h 162160"/>
                    <a:gd name="connsiteX75" fmla="*/ 39969 w 161018"/>
                    <a:gd name="connsiteY75" fmla="*/ 151883 h 162160"/>
                    <a:gd name="connsiteX76" fmla="*/ 41111 w 161018"/>
                    <a:gd name="connsiteY76" fmla="*/ 151883 h 162160"/>
                    <a:gd name="connsiteX77" fmla="*/ 43395 w 161018"/>
                    <a:gd name="connsiteY77" fmla="*/ 154167 h 162160"/>
                    <a:gd name="connsiteX78" fmla="*/ 44537 w 161018"/>
                    <a:gd name="connsiteY78" fmla="*/ 154167 h 162160"/>
                    <a:gd name="connsiteX79" fmla="*/ 45679 w 161018"/>
                    <a:gd name="connsiteY79" fmla="*/ 155309 h 162160"/>
                    <a:gd name="connsiteX80" fmla="*/ 47963 w 161018"/>
                    <a:gd name="connsiteY80" fmla="*/ 155309 h 162160"/>
                    <a:gd name="connsiteX81" fmla="*/ 49105 w 161018"/>
                    <a:gd name="connsiteY81" fmla="*/ 156451 h 162160"/>
                    <a:gd name="connsiteX82" fmla="*/ 50247 w 161018"/>
                    <a:gd name="connsiteY82" fmla="*/ 156451 h 162160"/>
                    <a:gd name="connsiteX83" fmla="*/ 51389 w 161018"/>
                    <a:gd name="connsiteY83" fmla="*/ 157593 h 162160"/>
                    <a:gd name="connsiteX84" fmla="*/ 53673 w 161018"/>
                    <a:gd name="connsiteY84" fmla="*/ 157593 h 162160"/>
                    <a:gd name="connsiteX85" fmla="*/ 54815 w 161018"/>
                    <a:gd name="connsiteY85" fmla="*/ 158735 h 162160"/>
                    <a:gd name="connsiteX86" fmla="*/ 57099 w 161018"/>
                    <a:gd name="connsiteY86" fmla="*/ 158735 h 162160"/>
                    <a:gd name="connsiteX87" fmla="*/ 58241 w 161018"/>
                    <a:gd name="connsiteY87" fmla="*/ 159877 h 162160"/>
                    <a:gd name="connsiteX88" fmla="*/ 61667 w 161018"/>
                    <a:gd name="connsiteY88" fmla="*/ 159877 h 162160"/>
                    <a:gd name="connsiteX89" fmla="*/ 62809 w 161018"/>
                    <a:gd name="connsiteY89" fmla="*/ 161019 h 162160"/>
                    <a:gd name="connsiteX90" fmla="*/ 67377 w 161018"/>
                    <a:gd name="connsiteY90" fmla="*/ 161019 h 162160"/>
                    <a:gd name="connsiteX91" fmla="*/ 68519 w 161018"/>
                    <a:gd name="connsiteY91" fmla="*/ 162161 h 162160"/>
                    <a:gd name="connsiteX92" fmla="*/ 93642 w 161018"/>
                    <a:gd name="connsiteY92" fmla="*/ 162161 h 162160"/>
                    <a:gd name="connsiteX93" fmla="*/ 94784 w 161018"/>
                    <a:gd name="connsiteY93" fmla="*/ 161019 h 162160"/>
                    <a:gd name="connsiteX94" fmla="*/ 99352 w 161018"/>
                    <a:gd name="connsiteY94" fmla="*/ 161019 h 162160"/>
                    <a:gd name="connsiteX95" fmla="*/ 100494 w 161018"/>
                    <a:gd name="connsiteY95" fmla="*/ 159877 h 162160"/>
                    <a:gd name="connsiteX96" fmla="*/ 102778 w 161018"/>
                    <a:gd name="connsiteY96" fmla="*/ 159877 h 162160"/>
                    <a:gd name="connsiteX97" fmla="*/ 103920 w 161018"/>
                    <a:gd name="connsiteY97" fmla="*/ 158735 h 162160"/>
                    <a:gd name="connsiteX98" fmla="*/ 106204 w 161018"/>
                    <a:gd name="connsiteY98" fmla="*/ 158735 h 162160"/>
                    <a:gd name="connsiteX99" fmla="*/ 107346 w 161018"/>
                    <a:gd name="connsiteY99" fmla="*/ 157593 h 162160"/>
                    <a:gd name="connsiteX100" fmla="*/ 109630 w 161018"/>
                    <a:gd name="connsiteY100" fmla="*/ 157593 h 162160"/>
                    <a:gd name="connsiteX101" fmla="*/ 110772 w 161018"/>
                    <a:gd name="connsiteY101" fmla="*/ 156451 h 162160"/>
                    <a:gd name="connsiteX102" fmla="*/ 111914 w 161018"/>
                    <a:gd name="connsiteY102" fmla="*/ 156451 h 162160"/>
                    <a:gd name="connsiteX103" fmla="*/ 113056 w 161018"/>
                    <a:gd name="connsiteY103" fmla="*/ 155309 h 162160"/>
                    <a:gd name="connsiteX104" fmla="*/ 115340 w 161018"/>
                    <a:gd name="connsiteY104" fmla="*/ 155309 h 162160"/>
                    <a:gd name="connsiteX105" fmla="*/ 116482 w 161018"/>
                    <a:gd name="connsiteY105" fmla="*/ 154167 h 162160"/>
                    <a:gd name="connsiteX106" fmla="*/ 117624 w 161018"/>
                    <a:gd name="connsiteY106" fmla="*/ 154167 h 162160"/>
                    <a:gd name="connsiteX107" fmla="*/ 119908 w 161018"/>
                    <a:gd name="connsiteY107" fmla="*/ 151883 h 162160"/>
                    <a:gd name="connsiteX108" fmla="*/ 121050 w 161018"/>
                    <a:gd name="connsiteY108" fmla="*/ 151883 h 162160"/>
                    <a:gd name="connsiteX109" fmla="*/ 122191 w 161018"/>
                    <a:gd name="connsiteY109" fmla="*/ 150741 h 162160"/>
                    <a:gd name="connsiteX110" fmla="*/ 123333 w 161018"/>
                    <a:gd name="connsiteY110" fmla="*/ 150741 h 162160"/>
                    <a:gd name="connsiteX111" fmla="*/ 125617 w 161018"/>
                    <a:gd name="connsiteY111" fmla="*/ 148457 h 162160"/>
                    <a:gd name="connsiteX112" fmla="*/ 126759 w 161018"/>
                    <a:gd name="connsiteY112" fmla="*/ 148457 h 162160"/>
                    <a:gd name="connsiteX113" fmla="*/ 129043 w 161018"/>
                    <a:gd name="connsiteY113" fmla="*/ 146173 h 162160"/>
                    <a:gd name="connsiteX114" fmla="*/ 130185 w 161018"/>
                    <a:gd name="connsiteY114" fmla="*/ 146173 h 162160"/>
                    <a:gd name="connsiteX115" fmla="*/ 145031 w 161018"/>
                    <a:gd name="connsiteY115" fmla="*/ 131327 h 162160"/>
                    <a:gd name="connsiteX116" fmla="*/ 145031 w 161018"/>
                    <a:gd name="connsiteY116" fmla="*/ 130185 h 162160"/>
                    <a:gd name="connsiteX117" fmla="*/ 147315 w 161018"/>
                    <a:gd name="connsiteY117" fmla="*/ 127901 h 162160"/>
                    <a:gd name="connsiteX118" fmla="*/ 147315 w 161018"/>
                    <a:gd name="connsiteY118" fmla="*/ 126759 h 162160"/>
                    <a:gd name="connsiteX119" fmla="*/ 149599 w 161018"/>
                    <a:gd name="connsiteY119" fmla="*/ 124475 h 162160"/>
                    <a:gd name="connsiteX120" fmla="*/ 149599 w 161018"/>
                    <a:gd name="connsiteY120" fmla="*/ 123333 h 162160"/>
                    <a:gd name="connsiteX121" fmla="*/ 150741 w 161018"/>
                    <a:gd name="connsiteY121" fmla="*/ 122191 h 162160"/>
                    <a:gd name="connsiteX122" fmla="*/ 150741 w 161018"/>
                    <a:gd name="connsiteY122" fmla="*/ 121050 h 162160"/>
                    <a:gd name="connsiteX123" fmla="*/ 153025 w 161018"/>
                    <a:gd name="connsiteY123" fmla="*/ 118766 h 162160"/>
                    <a:gd name="connsiteX124" fmla="*/ 153025 w 161018"/>
                    <a:gd name="connsiteY124" fmla="*/ 117624 h 162160"/>
                    <a:gd name="connsiteX125" fmla="*/ 154167 w 161018"/>
                    <a:gd name="connsiteY125" fmla="*/ 116482 h 162160"/>
                    <a:gd name="connsiteX126" fmla="*/ 154167 w 161018"/>
                    <a:gd name="connsiteY126" fmla="*/ 114198 h 162160"/>
                    <a:gd name="connsiteX127" fmla="*/ 155309 w 161018"/>
                    <a:gd name="connsiteY127" fmla="*/ 113056 h 162160"/>
                    <a:gd name="connsiteX128" fmla="*/ 155309 w 161018"/>
                    <a:gd name="connsiteY128" fmla="*/ 111914 h 162160"/>
                    <a:gd name="connsiteX129" fmla="*/ 156451 w 161018"/>
                    <a:gd name="connsiteY129" fmla="*/ 110772 h 162160"/>
                    <a:gd name="connsiteX130" fmla="*/ 156451 w 161018"/>
                    <a:gd name="connsiteY130" fmla="*/ 108488 h 162160"/>
                    <a:gd name="connsiteX131" fmla="*/ 157593 w 161018"/>
                    <a:gd name="connsiteY131" fmla="*/ 107346 h 162160"/>
                    <a:gd name="connsiteX132" fmla="*/ 157593 w 161018"/>
                    <a:gd name="connsiteY132" fmla="*/ 105062 h 162160"/>
                    <a:gd name="connsiteX133" fmla="*/ 158735 w 161018"/>
                    <a:gd name="connsiteY133" fmla="*/ 103920 h 162160"/>
                    <a:gd name="connsiteX134" fmla="*/ 158735 w 161018"/>
                    <a:gd name="connsiteY134" fmla="*/ 100494 h 162160"/>
                    <a:gd name="connsiteX135" fmla="*/ 159877 w 161018"/>
                    <a:gd name="connsiteY135" fmla="*/ 99352 h 162160"/>
                    <a:gd name="connsiteX136" fmla="*/ 159877 w 161018"/>
                    <a:gd name="connsiteY136" fmla="*/ 95926 h 162160"/>
                    <a:gd name="connsiteX137" fmla="*/ 161019 w 161018"/>
                    <a:gd name="connsiteY137" fmla="*/ 94784 h 162160"/>
                    <a:gd name="connsiteX138" fmla="*/ 161019 w 161018"/>
                    <a:gd name="connsiteY138" fmla="*/ 68519 h 162160"/>
                    <a:gd name="connsiteX139" fmla="*/ 159877 w 161018"/>
                    <a:gd name="connsiteY139" fmla="*/ 67377 h 162160"/>
                    <a:gd name="connsiteX140" fmla="*/ 159877 w 161018"/>
                    <a:gd name="connsiteY140" fmla="*/ 62809 h 162160"/>
                    <a:gd name="connsiteX141" fmla="*/ 158735 w 161018"/>
                    <a:gd name="connsiteY141" fmla="*/ 61667 h 162160"/>
                    <a:gd name="connsiteX142" fmla="*/ 158735 w 161018"/>
                    <a:gd name="connsiteY142" fmla="*/ 59383 h 162160"/>
                    <a:gd name="connsiteX143" fmla="*/ 157593 w 161018"/>
                    <a:gd name="connsiteY143" fmla="*/ 58241 h 162160"/>
                    <a:gd name="connsiteX144" fmla="*/ 157593 w 161018"/>
                    <a:gd name="connsiteY144" fmla="*/ 55957 h 162160"/>
                    <a:gd name="connsiteX145" fmla="*/ 156451 w 161018"/>
                    <a:gd name="connsiteY145" fmla="*/ 54815 h 162160"/>
                    <a:gd name="connsiteX146" fmla="*/ 156451 w 161018"/>
                    <a:gd name="connsiteY146" fmla="*/ 52531 h 162160"/>
                    <a:gd name="connsiteX147" fmla="*/ 155309 w 161018"/>
                    <a:gd name="connsiteY147" fmla="*/ 51389 h 162160"/>
                    <a:gd name="connsiteX148" fmla="*/ 155309 w 161018"/>
                    <a:gd name="connsiteY148" fmla="*/ 50247 h 162160"/>
                    <a:gd name="connsiteX149" fmla="*/ 154167 w 161018"/>
                    <a:gd name="connsiteY149" fmla="*/ 49105 h 162160"/>
                    <a:gd name="connsiteX150" fmla="*/ 154167 w 161018"/>
                    <a:gd name="connsiteY150" fmla="*/ 46821 h 162160"/>
                    <a:gd name="connsiteX151" fmla="*/ 153025 w 161018"/>
                    <a:gd name="connsiteY151" fmla="*/ 45679 h 162160"/>
                    <a:gd name="connsiteX152" fmla="*/ 153025 w 161018"/>
                    <a:gd name="connsiteY152" fmla="*/ 44537 h 162160"/>
                    <a:gd name="connsiteX153" fmla="*/ 150741 w 161018"/>
                    <a:gd name="connsiteY153" fmla="*/ 42253 h 162160"/>
                    <a:gd name="connsiteX154" fmla="*/ 150741 w 161018"/>
                    <a:gd name="connsiteY154" fmla="*/ 41111 h 162160"/>
                    <a:gd name="connsiteX155" fmla="*/ 149599 w 161018"/>
                    <a:gd name="connsiteY155" fmla="*/ 39969 h 162160"/>
                    <a:gd name="connsiteX156" fmla="*/ 149599 w 161018"/>
                    <a:gd name="connsiteY156" fmla="*/ 38827 h 162160"/>
                    <a:gd name="connsiteX157" fmla="*/ 147315 w 161018"/>
                    <a:gd name="connsiteY157" fmla="*/ 36543 h 162160"/>
                    <a:gd name="connsiteX158" fmla="*/ 147315 w 161018"/>
                    <a:gd name="connsiteY158" fmla="*/ 35401 h 162160"/>
                    <a:gd name="connsiteX159" fmla="*/ 145031 w 161018"/>
                    <a:gd name="connsiteY159" fmla="*/ 33117 h 162160"/>
                    <a:gd name="connsiteX160" fmla="*/ 145031 w 161018"/>
                    <a:gd name="connsiteY160" fmla="*/ 31975 h 162160"/>
                    <a:gd name="connsiteX161" fmla="*/ 130185 w 161018"/>
                    <a:gd name="connsiteY161" fmla="*/ 17130 h 162160"/>
                    <a:gd name="connsiteX162" fmla="*/ 129043 w 161018"/>
                    <a:gd name="connsiteY162" fmla="*/ 17130 h 162160"/>
                    <a:gd name="connsiteX163" fmla="*/ 126759 w 161018"/>
                    <a:gd name="connsiteY163" fmla="*/ 14846 h 162160"/>
                    <a:gd name="connsiteX164" fmla="*/ 125617 w 161018"/>
                    <a:gd name="connsiteY164" fmla="*/ 14846 h 162160"/>
                    <a:gd name="connsiteX165" fmla="*/ 123333 w 161018"/>
                    <a:gd name="connsiteY165" fmla="*/ 12562 h 162160"/>
                    <a:gd name="connsiteX166" fmla="*/ 122191 w 161018"/>
                    <a:gd name="connsiteY166" fmla="*/ 12562 h 162160"/>
                    <a:gd name="connsiteX167" fmla="*/ 119908 w 161018"/>
                    <a:gd name="connsiteY167" fmla="*/ 10278 h 162160"/>
                    <a:gd name="connsiteX168" fmla="*/ 118766 w 161018"/>
                    <a:gd name="connsiteY168" fmla="*/ 10278 h 162160"/>
                    <a:gd name="connsiteX169" fmla="*/ 117624 w 161018"/>
                    <a:gd name="connsiteY169" fmla="*/ 9136 h 162160"/>
                    <a:gd name="connsiteX170" fmla="*/ 116482 w 161018"/>
                    <a:gd name="connsiteY170" fmla="*/ 9136 h 162160"/>
                    <a:gd name="connsiteX171" fmla="*/ 115340 w 161018"/>
                    <a:gd name="connsiteY171" fmla="*/ 7994 h 162160"/>
                    <a:gd name="connsiteX172" fmla="*/ 113056 w 161018"/>
                    <a:gd name="connsiteY172" fmla="*/ 7994 h 162160"/>
                    <a:gd name="connsiteX173" fmla="*/ 111914 w 161018"/>
                    <a:gd name="connsiteY173" fmla="*/ 6852 h 162160"/>
                    <a:gd name="connsiteX174" fmla="*/ 110772 w 161018"/>
                    <a:gd name="connsiteY174" fmla="*/ 6852 h 162160"/>
                    <a:gd name="connsiteX175" fmla="*/ 109630 w 161018"/>
                    <a:gd name="connsiteY175" fmla="*/ 5710 h 162160"/>
                    <a:gd name="connsiteX176" fmla="*/ 107346 w 161018"/>
                    <a:gd name="connsiteY176" fmla="*/ 5710 h 162160"/>
                    <a:gd name="connsiteX177" fmla="*/ 106204 w 161018"/>
                    <a:gd name="connsiteY177" fmla="*/ 4568 h 162160"/>
                    <a:gd name="connsiteX178" fmla="*/ 103920 w 161018"/>
                    <a:gd name="connsiteY178" fmla="*/ 4568 h 162160"/>
                    <a:gd name="connsiteX179" fmla="*/ 102778 w 161018"/>
                    <a:gd name="connsiteY179" fmla="*/ 3426 h 162160"/>
                    <a:gd name="connsiteX180" fmla="*/ 100494 w 161018"/>
                    <a:gd name="connsiteY180" fmla="*/ 3426 h 162160"/>
                    <a:gd name="connsiteX181" fmla="*/ 99352 w 161018"/>
                    <a:gd name="connsiteY181" fmla="*/ 2284 h 162160"/>
                    <a:gd name="connsiteX182" fmla="*/ 94784 w 161018"/>
                    <a:gd name="connsiteY182" fmla="*/ 2284 h 162160"/>
                    <a:gd name="connsiteX183" fmla="*/ 93642 w 161018"/>
                    <a:gd name="connsiteY183" fmla="*/ 1142 h 162160"/>
                    <a:gd name="connsiteX184" fmla="*/ 82222 w 161018"/>
                    <a:gd name="connsiteY184" fmla="*/ 1142 h 162160"/>
                    <a:gd name="connsiteX185" fmla="*/ 81080 w 161018"/>
                    <a:gd name="connsiteY185" fmla="*/ 0 h 162160"/>
                    <a:gd name="connsiteX186" fmla="*/ 79938 w 161018"/>
                    <a:gd name="connsiteY186" fmla="*/ 0 h 162160"/>
                    <a:gd name="connsiteX187" fmla="*/ 78796 w 161018"/>
                    <a:gd name="connsiteY187" fmla="*/ 1142 h 162160"/>
                    <a:gd name="connsiteX188" fmla="*/ 68519 w 161018"/>
                    <a:gd name="connsiteY188" fmla="*/ 17130 h 162160"/>
                    <a:gd name="connsiteX189" fmla="*/ 67377 w 161018"/>
                    <a:gd name="connsiteY189" fmla="*/ 18272 h 162160"/>
                    <a:gd name="connsiteX190" fmla="*/ 63951 w 161018"/>
                    <a:gd name="connsiteY190" fmla="*/ 18272 h 162160"/>
                    <a:gd name="connsiteX191" fmla="*/ 62809 w 161018"/>
                    <a:gd name="connsiteY191" fmla="*/ 19414 h 162160"/>
                    <a:gd name="connsiteX192" fmla="*/ 60525 w 161018"/>
                    <a:gd name="connsiteY192" fmla="*/ 19414 h 162160"/>
                    <a:gd name="connsiteX193" fmla="*/ 59383 w 161018"/>
                    <a:gd name="connsiteY193" fmla="*/ 20556 h 162160"/>
                    <a:gd name="connsiteX194" fmla="*/ 57099 w 161018"/>
                    <a:gd name="connsiteY194" fmla="*/ 20556 h 162160"/>
                    <a:gd name="connsiteX195" fmla="*/ 55957 w 161018"/>
                    <a:gd name="connsiteY195" fmla="*/ 21698 h 162160"/>
                    <a:gd name="connsiteX196" fmla="*/ 54815 w 161018"/>
                    <a:gd name="connsiteY196" fmla="*/ 21698 h 162160"/>
                    <a:gd name="connsiteX197" fmla="*/ 53673 w 161018"/>
                    <a:gd name="connsiteY197" fmla="*/ 22840 h 162160"/>
                    <a:gd name="connsiteX198" fmla="*/ 51389 w 161018"/>
                    <a:gd name="connsiteY198" fmla="*/ 22840 h 162160"/>
                    <a:gd name="connsiteX199" fmla="*/ 49105 w 161018"/>
                    <a:gd name="connsiteY199" fmla="*/ 25123 h 162160"/>
                    <a:gd name="connsiteX200" fmla="*/ 47963 w 161018"/>
                    <a:gd name="connsiteY200" fmla="*/ 25123 h 162160"/>
                    <a:gd name="connsiteX201" fmla="*/ 46821 w 161018"/>
                    <a:gd name="connsiteY201" fmla="*/ 26265 h 162160"/>
                    <a:gd name="connsiteX202" fmla="*/ 45679 w 161018"/>
                    <a:gd name="connsiteY202" fmla="*/ 26265 h 162160"/>
                    <a:gd name="connsiteX203" fmla="*/ 43395 w 161018"/>
                    <a:gd name="connsiteY203" fmla="*/ 28549 h 162160"/>
                    <a:gd name="connsiteX204" fmla="*/ 42253 w 161018"/>
                    <a:gd name="connsiteY204" fmla="*/ 28549 h 162160"/>
                    <a:gd name="connsiteX205" fmla="*/ 36543 w 161018"/>
                    <a:gd name="connsiteY205" fmla="*/ 34259 h 162160"/>
                    <a:gd name="connsiteX206" fmla="*/ 35401 w 161018"/>
                    <a:gd name="connsiteY206" fmla="*/ 34259 h 162160"/>
                    <a:gd name="connsiteX207" fmla="*/ 33117 w 161018"/>
                    <a:gd name="connsiteY207" fmla="*/ 36543 h 162160"/>
                    <a:gd name="connsiteX208" fmla="*/ 33117 w 161018"/>
                    <a:gd name="connsiteY208" fmla="*/ 37685 h 162160"/>
                    <a:gd name="connsiteX209" fmla="*/ 27407 w 161018"/>
                    <a:gd name="connsiteY209" fmla="*/ 43395 h 162160"/>
                    <a:gd name="connsiteX210" fmla="*/ 27407 w 161018"/>
                    <a:gd name="connsiteY210" fmla="*/ 44537 h 162160"/>
                    <a:gd name="connsiteX211" fmla="*/ 25123 w 161018"/>
                    <a:gd name="connsiteY211" fmla="*/ 46821 h 162160"/>
                    <a:gd name="connsiteX212" fmla="*/ 25123 w 161018"/>
                    <a:gd name="connsiteY212" fmla="*/ 47963 h 162160"/>
                    <a:gd name="connsiteX213" fmla="*/ 23982 w 161018"/>
                    <a:gd name="connsiteY213" fmla="*/ 49105 h 162160"/>
                    <a:gd name="connsiteX214" fmla="*/ 23982 w 161018"/>
                    <a:gd name="connsiteY214" fmla="*/ 50247 h 162160"/>
                    <a:gd name="connsiteX215" fmla="*/ 22840 w 161018"/>
                    <a:gd name="connsiteY215" fmla="*/ 51389 h 162160"/>
                    <a:gd name="connsiteX216" fmla="*/ 22840 w 161018"/>
                    <a:gd name="connsiteY216" fmla="*/ 52531 h 162160"/>
                    <a:gd name="connsiteX217" fmla="*/ 21698 w 161018"/>
                    <a:gd name="connsiteY217" fmla="*/ 53673 h 162160"/>
                    <a:gd name="connsiteX218" fmla="*/ 21698 w 161018"/>
                    <a:gd name="connsiteY218" fmla="*/ 54815 h 162160"/>
                    <a:gd name="connsiteX219" fmla="*/ 20556 w 161018"/>
                    <a:gd name="connsiteY219" fmla="*/ 55957 h 162160"/>
                    <a:gd name="connsiteX220" fmla="*/ 20556 w 161018"/>
                    <a:gd name="connsiteY220" fmla="*/ 57099 h 162160"/>
                    <a:gd name="connsiteX221" fmla="*/ 19414 w 161018"/>
                    <a:gd name="connsiteY221" fmla="*/ 58241 h 162160"/>
                    <a:gd name="connsiteX222" fmla="*/ 19414 w 161018"/>
                    <a:gd name="connsiteY222" fmla="*/ 60525 h 162160"/>
                    <a:gd name="connsiteX223" fmla="*/ 18272 w 161018"/>
                    <a:gd name="connsiteY223" fmla="*/ 61667 h 162160"/>
                    <a:gd name="connsiteX224" fmla="*/ 18272 w 161018"/>
                    <a:gd name="connsiteY224" fmla="*/ 63951 h 162160"/>
                    <a:gd name="connsiteX225" fmla="*/ 17130 w 161018"/>
                    <a:gd name="connsiteY225" fmla="*/ 65093 h 162160"/>
                    <a:gd name="connsiteX226" fmla="*/ 17130 w 161018"/>
                    <a:gd name="connsiteY226" fmla="*/ 68519 h 162160"/>
                    <a:gd name="connsiteX227" fmla="*/ 15988 w 161018"/>
                    <a:gd name="connsiteY227" fmla="*/ 69661 h 162160"/>
                    <a:gd name="connsiteX228" fmla="*/ 15988 w 161018"/>
                    <a:gd name="connsiteY228" fmla="*/ 93642 h 162160"/>
                    <a:gd name="connsiteX229" fmla="*/ 17130 w 161018"/>
                    <a:gd name="connsiteY229" fmla="*/ 94784 h 162160"/>
                    <a:gd name="connsiteX230" fmla="*/ 17130 w 161018"/>
                    <a:gd name="connsiteY230" fmla="*/ 98210 h 162160"/>
                    <a:gd name="connsiteX231" fmla="*/ 18272 w 161018"/>
                    <a:gd name="connsiteY231" fmla="*/ 99352 h 162160"/>
                    <a:gd name="connsiteX232" fmla="*/ 18272 w 161018"/>
                    <a:gd name="connsiteY232" fmla="*/ 101636 h 162160"/>
                    <a:gd name="connsiteX233" fmla="*/ 19414 w 161018"/>
                    <a:gd name="connsiteY233" fmla="*/ 102778 h 162160"/>
                    <a:gd name="connsiteX234" fmla="*/ 19414 w 161018"/>
                    <a:gd name="connsiteY234" fmla="*/ 105062 h 162160"/>
                    <a:gd name="connsiteX235" fmla="*/ 20556 w 161018"/>
                    <a:gd name="connsiteY235" fmla="*/ 106204 h 162160"/>
                    <a:gd name="connsiteX236" fmla="*/ 20556 w 161018"/>
                    <a:gd name="connsiteY236" fmla="*/ 107346 h 162160"/>
                    <a:gd name="connsiteX237" fmla="*/ 21698 w 161018"/>
                    <a:gd name="connsiteY237" fmla="*/ 108488 h 162160"/>
                    <a:gd name="connsiteX238" fmla="*/ 21698 w 161018"/>
                    <a:gd name="connsiteY238" fmla="*/ 110772 h 162160"/>
                    <a:gd name="connsiteX239" fmla="*/ 23982 w 161018"/>
                    <a:gd name="connsiteY239" fmla="*/ 113056 h 162160"/>
                    <a:gd name="connsiteX240" fmla="*/ 23982 w 161018"/>
                    <a:gd name="connsiteY240" fmla="*/ 114198 h 162160"/>
                    <a:gd name="connsiteX241" fmla="*/ 25123 w 161018"/>
                    <a:gd name="connsiteY241" fmla="*/ 115340 h 162160"/>
                    <a:gd name="connsiteX242" fmla="*/ 25123 w 161018"/>
                    <a:gd name="connsiteY242" fmla="*/ 116482 h 162160"/>
                    <a:gd name="connsiteX243" fmla="*/ 27407 w 161018"/>
                    <a:gd name="connsiteY243" fmla="*/ 118766 h 162160"/>
                    <a:gd name="connsiteX244" fmla="*/ 27407 w 161018"/>
                    <a:gd name="connsiteY244" fmla="*/ 119908 h 162160"/>
                    <a:gd name="connsiteX245" fmla="*/ 33117 w 161018"/>
                    <a:gd name="connsiteY245" fmla="*/ 125617 h 162160"/>
                    <a:gd name="connsiteX246" fmla="*/ 33117 w 161018"/>
                    <a:gd name="connsiteY246" fmla="*/ 126759 h 162160"/>
                    <a:gd name="connsiteX247" fmla="*/ 35401 w 161018"/>
                    <a:gd name="connsiteY247" fmla="*/ 129043 h 162160"/>
                    <a:gd name="connsiteX248" fmla="*/ 36543 w 161018"/>
                    <a:gd name="connsiteY248" fmla="*/ 129043 h 162160"/>
                    <a:gd name="connsiteX249" fmla="*/ 42253 w 161018"/>
                    <a:gd name="connsiteY249" fmla="*/ 134753 h 162160"/>
                    <a:gd name="connsiteX250" fmla="*/ 43395 w 161018"/>
                    <a:gd name="connsiteY250" fmla="*/ 134753 h 162160"/>
                    <a:gd name="connsiteX251" fmla="*/ 45679 w 161018"/>
                    <a:gd name="connsiteY251" fmla="*/ 137037 h 162160"/>
                    <a:gd name="connsiteX252" fmla="*/ 46821 w 161018"/>
                    <a:gd name="connsiteY252" fmla="*/ 137037 h 162160"/>
                    <a:gd name="connsiteX253" fmla="*/ 47963 w 161018"/>
                    <a:gd name="connsiteY253" fmla="*/ 138179 h 162160"/>
                    <a:gd name="connsiteX254" fmla="*/ 49105 w 161018"/>
                    <a:gd name="connsiteY254" fmla="*/ 138179 h 162160"/>
                    <a:gd name="connsiteX255" fmla="*/ 50247 w 161018"/>
                    <a:gd name="connsiteY255" fmla="*/ 139321 h 162160"/>
                    <a:gd name="connsiteX256" fmla="*/ 51389 w 161018"/>
                    <a:gd name="connsiteY256" fmla="*/ 139321 h 162160"/>
                    <a:gd name="connsiteX257" fmla="*/ 52531 w 161018"/>
                    <a:gd name="connsiteY257" fmla="*/ 140463 h 162160"/>
                    <a:gd name="connsiteX258" fmla="*/ 53673 w 161018"/>
                    <a:gd name="connsiteY258" fmla="*/ 140463 h 162160"/>
                    <a:gd name="connsiteX259" fmla="*/ 54815 w 161018"/>
                    <a:gd name="connsiteY259" fmla="*/ 141605 h 162160"/>
                    <a:gd name="connsiteX260" fmla="*/ 55957 w 161018"/>
                    <a:gd name="connsiteY260" fmla="*/ 141605 h 162160"/>
                    <a:gd name="connsiteX261" fmla="*/ 57099 w 161018"/>
                    <a:gd name="connsiteY261" fmla="*/ 142747 h 162160"/>
                    <a:gd name="connsiteX262" fmla="*/ 59383 w 161018"/>
                    <a:gd name="connsiteY262" fmla="*/ 142747 h 162160"/>
                    <a:gd name="connsiteX263" fmla="*/ 60525 w 161018"/>
                    <a:gd name="connsiteY263" fmla="*/ 143889 h 162160"/>
                    <a:gd name="connsiteX264" fmla="*/ 62809 w 161018"/>
                    <a:gd name="connsiteY264" fmla="*/ 143889 h 162160"/>
                    <a:gd name="connsiteX265" fmla="*/ 63951 w 161018"/>
                    <a:gd name="connsiteY265" fmla="*/ 145031 h 162160"/>
                    <a:gd name="connsiteX266" fmla="*/ 67377 w 161018"/>
                    <a:gd name="connsiteY266" fmla="*/ 145031 h 162160"/>
                    <a:gd name="connsiteX267" fmla="*/ 68519 w 161018"/>
                    <a:gd name="connsiteY267" fmla="*/ 146173 h 162160"/>
                    <a:gd name="connsiteX268" fmla="*/ 91358 w 161018"/>
                    <a:gd name="connsiteY268" fmla="*/ 146173 h 162160"/>
                    <a:gd name="connsiteX269" fmla="*/ 92500 w 161018"/>
                    <a:gd name="connsiteY269" fmla="*/ 145031 h 162160"/>
                    <a:gd name="connsiteX270" fmla="*/ 97068 w 161018"/>
                    <a:gd name="connsiteY270" fmla="*/ 145031 h 162160"/>
                    <a:gd name="connsiteX271" fmla="*/ 98210 w 161018"/>
                    <a:gd name="connsiteY271" fmla="*/ 143889 h 162160"/>
                    <a:gd name="connsiteX272" fmla="*/ 100494 w 161018"/>
                    <a:gd name="connsiteY272" fmla="*/ 143889 h 162160"/>
                    <a:gd name="connsiteX273" fmla="*/ 101636 w 161018"/>
                    <a:gd name="connsiteY273" fmla="*/ 142747 h 162160"/>
                    <a:gd name="connsiteX274" fmla="*/ 103920 w 161018"/>
                    <a:gd name="connsiteY274" fmla="*/ 142747 h 162160"/>
                    <a:gd name="connsiteX275" fmla="*/ 105062 w 161018"/>
                    <a:gd name="connsiteY275" fmla="*/ 141605 h 162160"/>
                    <a:gd name="connsiteX276" fmla="*/ 106204 w 161018"/>
                    <a:gd name="connsiteY276" fmla="*/ 141605 h 162160"/>
                    <a:gd name="connsiteX277" fmla="*/ 107346 w 161018"/>
                    <a:gd name="connsiteY277" fmla="*/ 140463 h 162160"/>
                    <a:gd name="connsiteX278" fmla="*/ 108488 w 161018"/>
                    <a:gd name="connsiteY278" fmla="*/ 140463 h 162160"/>
                    <a:gd name="connsiteX279" fmla="*/ 109630 w 161018"/>
                    <a:gd name="connsiteY279" fmla="*/ 139321 h 162160"/>
                    <a:gd name="connsiteX280" fmla="*/ 110772 w 161018"/>
                    <a:gd name="connsiteY280" fmla="*/ 139321 h 162160"/>
                    <a:gd name="connsiteX281" fmla="*/ 111914 w 161018"/>
                    <a:gd name="connsiteY281" fmla="*/ 138179 h 162160"/>
                    <a:gd name="connsiteX282" fmla="*/ 113056 w 161018"/>
                    <a:gd name="connsiteY282" fmla="*/ 138179 h 162160"/>
                    <a:gd name="connsiteX283" fmla="*/ 114198 w 161018"/>
                    <a:gd name="connsiteY283" fmla="*/ 137037 h 162160"/>
                    <a:gd name="connsiteX284" fmla="*/ 115340 w 161018"/>
                    <a:gd name="connsiteY284" fmla="*/ 137037 h 162160"/>
                    <a:gd name="connsiteX285" fmla="*/ 117624 w 161018"/>
                    <a:gd name="connsiteY285" fmla="*/ 134753 h 162160"/>
                    <a:gd name="connsiteX286" fmla="*/ 118766 w 161018"/>
                    <a:gd name="connsiteY286" fmla="*/ 134753 h 162160"/>
                    <a:gd name="connsiteX287" fmla="*/ 133611 w 161018"/>
                    <a:gd name="connsiteY287" fmla="*/ 119908 h 162160"/>
                    <a:gd name="connsiteX288" fmla="*/ 133611 w 161018"/>
                    <a:gd name="connsiteY288" fmla="*/ 118766 h 162160"/>
                    <a:gd name="connsiteX289" fmla="*/ 135895 w 161018"/>
                    <a:gd name="connsiteY289" fmla="*/ 116482 h 162160"/>
                    <a:gd name="connsiteX290" fmla="*/ 135895 w 161018"/>
                    <a:gd name="connsiteY290" fmla="*/ 115340 h 162160"/>
                    <a:gd name="connsiteX291" fmla="*/ 137037 w 161018"/>
                    <a:gd name="connsiteY291" fmla="*/ 114198 h 162160"/>
                    <a:gd name="connsiteX292" fmla="*/ 137037 w 161018"/>
                    <a:gd name="connsiteY292" fmla="*/ 113056 h 162160"/>
                    <a:gd name="connsiteX293" fmla="*/ 138179 w 161018"/>
                    <a:gd name="connsiteY293" fmla="*/ 111914 h 162160"/>
                    <a:gd name="connsiteX294" fmla="*/ 138179 w 161018"/>
                    <a:gd name="connsiteY294" fmla="*/ 110772 h 162160"/>
                    <a:gd name="connsiteX295" fmla="*/ 139321 w 161018"/>
                    <a:gd name="connsiteY295" fmla="*/ 109630 h 162160"/>
                    <a:gd name="connsiteX296" fmla="*/ 139321 w 161018"/>
                    <a:gd name="connsiteY296" fmla="*/ 108488 h 162160"/>
                    <a:gd name="connsiteX297" fmla="*/ 140463 w 161018"/>
                    <a:gd name="connsiteY297" fmla="*/ 107346 h 162160"/>
                    <a:gd name="connsiteX298" fmla="*/ 140463 w 161018"/>
                    <a:gd name="connsiteY298" fmla="*/ 106204 h 162160"/>
                    <a:gd name="connsiteX299" fmla="*/ 141605 w 161018"/>
                    <a:gd name="connsiteY299" fmla="*/ 105062 h 162160"/>
                    <a:gd name="connsiteX300" fmla="*/ 141605 w 161018"/>
                    <a:gd name="connsiteY300" fmla="*/ 102778 h 162160"/>
                    <a:gd name="connsiteX301" fmla="*/ 142747 w 161018"/>
                    <a:gd name="connsiteY301" fmla="*/ 101636 h 162160"/>
                    <a:gd name="connsiteX302" fmla="*/ 142747 w 161018"/>
                    <a:gd name="connsiteY302" fmla="*/ 99352 h 162160"/>
                    <a:gd name="connsiteX303" fmla="*/ 143889 w 161018"/>
                    <a:gd name="connsiteY303" fmla="*/ 98210 h 162160"/>
                    <a:gd name="connsiteX304" fmla="*/ 143889 w 161018"/>
                    <a:gd name="connsiteY304" fmla="*/ 93642 h 162160"/>
                    <a:gd name="connsiteX305" fmla="*/ 145031 w 161018"/>
                    <a:gd name="connsiteY305" fmla="*/ 92500 h 162160"/>
                    <a:gd name="connsiteX306" fmla="*/ 145031 w 161018"/>
                    <a:gd name="connsiteY306" fmla="*/ 69661 h 162160"/>
                    <a:gd name="connsiteX307" fmla="*/ 143889 w 161018"/>
                    <a:gd name="connsiteY307" fmla="*/ 68519 h 162160"/>
                    <a:gd name="connsiteX308" fmla="*/ 143889 w 161018"/>
                    <a:gd name="connsiteY308" fmla="*/ 65093 h 162160"/>
                    <a:gd name="connsiteX309" fmla="*/ 142747 w 161018"/>
                    <a:gd name="connsiteY309" fmla="*/ 63951 h 162160"/>
                    <a:gd name="connsiteX310" fmla="*/ 142747 w 161018"/>
                    <a:gd name="connsiteY310" fmla="*/ 61667 h 162160"/>
                    <a:gd name="connsiteX311" fmla="*/ 141605 w 161018"/>
                    <a:gd name="connsiteY311" fmla="*/ 60525 h 162160"/>
                    <a:gd name="connsiteX312" fmla="*/ 141605 w 161018"/>
                    <a:gd name="connsiteY312" fmla="*/ 58241 h 162160"/>
                    <a:gd name="connsiteX313" fmla="*/ 140463 w 161018"/>
                    <a:gd name="connsiteY313" fmla="*/ 57099 h 162160"/>
                    <a:gd name="connsiteX314" fmla="*/ 140463 w 161018"/>
                    <a:gd name="connsiteY314" fmla="*/ 55957 h 162160"/>
                    <a:gd name="connsiteX315" fmla="*/ 139321 w 161018"/>
                    <a:gd name="connsiteY315" fmla="*/ 54815 h 162160"/>
                    <a:gd name="connsiteX316" fmla="*/ 139321 w 161018"/>
                    <a:gd name="connsiteY316" fmla="*/ 52531 h 162160"/>
                    <a:gd name="connsiteX317" fmla="*/ 137037 w 161018"/>
                    <a:gd name="connsiteY317" fmla="*/ 50247 h 162160"/>
                    <a:gd name="connsiteX318" fmla="*/ 137037 w 161018"/>
                    <a:gd name="connsiteY318" fmla="*/ 49105 h 162160"/>
                    <a:gd name="connsiteX319" fmla="*/ 135895 w 161018"/>
                    <a:gd name="connsiteY319" fmla="*/ 47963 h 162160"/>
                    <a:gd name="connsiteX320" fmla="*/ 135895 w 161018"/>
                    <a:gd name="connsiteY320" fmla="*/ 46821 h 162160"/>
                    <a:gd name="connsiteX321" fmla="*/ 133611 w 161018"/>
                    <a:gd name="connsiteY321" fmla="*/ 44537 h 162160"/>
                    <a:gd name="connsiteX322" fmla="*/ 133611 w 161018"/>
                    <a:gd name="connsiteY322" fmla="*/ 43395 h 162160"/>
                    <a:gd name="connsiteX323" fmla="*/ 129043 w 161018"/>
                    <a:gd name="connsiteY323" fmla="*/ 38827 h 162160"/>
                    <a:gd name="connsiteX324" fmla="*/ 129043 w 161018"/>
                    <a:gd name="connsiteY324" fmla="*/ 37685 h 162160"/>
                    <a:gd name="connsiteX325" fmla="*/ 125617 w 161018"/>
                    <a:gd name="connsiteY325" fmla="*/ 34259 h 162160"/>
                    <a:gd name="connsiteX326" fmla="*/ 124475 w 161018"/>
                    <a:gd name="connsiteY326" fmla="*/ 34259 h 162160"/>
                    <a:gd name="connsiteX327" fmla="*/ 118766 w 161018"/>
                    <a:gd name="connsiteY327" fmla="*/ 28549 h 162160"/>
                    <a:gd name="connsiteX328" fmla="*/ 117624 w 161018"/>
                    <a:gd name="connsiteY328" fmla="*/ 28549 h 162160"/>
                    <a:gd name="connsiteX329" fmla="*/ 115340 w 161018"/>
                    <a:gd name="connsiteY329" fmla="*/ 26265 h 162160"/>
                    <a:gd name="connsiteX330" fmla="*/ 114198 w 161018"/>
                    <a:gd name="connsiteY330" fmla="*/ 26265 h 162160"/>
                    <a:gd name="connsiteX331" fmla="*/ 113056 w 161018"/>
                    <a:gd name="connsiteY331" fmla="*/ 25123 h 162160"/>
                    <a:gd name="connsiteX332" fmla="*/ 111914 w 161018"/>
                    <a:gd name="connsiteY332" fmla="*/ 25123 h 162160"/>
                    <a:gd name="connsiteX333" fmla="*/ 109630 w 161018"/>
                    <a:gd name="connsiteY333" fmla="*/ 22840 h 162160"/>
                    <a:gd name="connsiteX334" fmla="*/ 107346 w 161018"/>
                    <a:gd name="connsiteY334" fmla="*/ 22840 h 162160"/>
                    <a:gd name="connsiteX335" fmla="*/ 106204 w 161018"/>
                    <a:gd name="connsiteY335" fmla="*/ 21698 h 162160"/>
                    <a:gd name="connsiteX336" fmla="*/ 105062 w 161018"/>
                    <a:gd name="connsiteY336" fmla="*/ 21698 h 162160"/>
                    <a:gd name="connsiteX337" fmla="*/ 103920 w 161018"/>
                    <a:gd name="connsiteY337" fmla="*/ 20556 h 162160"/>
                    <a:gd name="connsiteX338" fmla="*/ 101636 w 161018"/>
                    <a:gd name="connsiteY338" fmla="*/ 20556 h 162160"/>
                    <a:gd name="connsiteX339" fmla="*/ 100494 w 161018"/>
                    <a:gd name="connsiteY339" fmla="*/ 19414 h 162160"/>
                    <a:gd name="connsiteX340" fmla="*/ 98210 w 161018"/>
                    <a:gd name="connsiteY340" fmla="*/ 19414 h 162160"/>
                    <a:gd name="connsiteX341" fmla="*/ 97068 w 161018"/>
                    <a:gd name="connsiteY341" fmla="*/ 18272 h 162160"/>
                    <a:gd name="connsiteX342" fmla="*/ 93642 w 161018"/>
                    <a:gd name="connsiteY342" fmla="*/ 18272 h 162160"/>
                    <a:gd name="connsiteX343" fmla="*/ 92500 w 161018"/>
                    <a:gd name="connsiteY343" fmla="*/ 17130 h 162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</a:cxnLst>
                  <a:rect l="l" t="t" r="r" b="b"/>
                  <a:pathLst>
                    <a:path w="161018" h="162160">
                      <a:moveTo>
                        <a:pt x="67377" y="1142"/>
                      </a:moveTo>
                      <a:lnTo>
                        <a:pt x="66235" y="2284"/>
                      </a:lnTo>
                      <a:lnTo>
                        <a:pt x="61667" y="2284"/>
                      </a:lnTo>
                      <a:lnTo>
                        <a:pt x="60525" y="3426"/>
                      </a:lnTo>
                      <a:lnTo>
                        <a:pt x="58241" y="3426"/>
                      </a:lnTo>
                      <a:lnTo>
                        <a:pt x="57099" y="4568"/>
                      </a:lnTo>
                      <a:lnTo>
                        <a:pt x="54815" y="4568"/>
                      </a:lnTo>
                      <a:lnTo>
                        <a:pt x="53673" y="5710"/>
                      </a:lnTo>
                      <a:lnTo>
                        <a:pt x="51389" y="5710"/>
                      </a:lnTo>
                      <a:lnTo>
                        <a:pt x="50247" y="6852"/>
                      </a:lnTo>
                      <a:lnTo>
                        <a:pt x="49105" y="6852"/>
                      </a:lnTo>
                      <a:lnTo>
                        <a:pt x="47963" y="7994"/>
                      </a:lnTo>
                      <a:lnTo>
                        <a:pt x="45679" y="7994"/>
                      </a:lnTo>
                      <a:lnTo>
                        <a:pt x="44537" y="9136"/>
                      </a:lnTo>
                      <a:lnTo>
                        <a:pt x="43395" y="9136"/>
                      </a:lnTo>
                      <a:lnTo>
                        <a:pt x="42253" y="10278"/>
                      </a:lnTo>
                      <a:lnTo>
                        <a:pt x="41111" y="10278"/>
                      </a:lnTo>
                      <a:lnTo>
                        <a:pt x="38827" y="12562"/>
                      </a:lnTo>
                      <a:lnTo>
                        <a:pt x="37685" y="12562"/>
                      </a:lnTo>
                      <a:lnTo>
                        <a:pt x="35401" y="14846"/>
                      </a:lnTo>
                      <a:lnTo>
                        <a:pt x="34259" y="14846"/>
                      </a:lnTo>
                      <a:lnTo>
                        <a:pt x="31975" y="17130"/>
                      </a:lnTo>
                      <a:lnTo>
                        <a:pt x="30833" y="17130"/>
                      </a:lnTo>
                      <a:lnTo>
                        <a:pt x="15988" y="31975"/>
                      </a:lnTo>
                      <a:lnTo>
                        <a:pt x="15988" y="33117"/>
                      </a:lnTo>
                      <a:lnTo>
                        <a:pt x="13704" y="35401"/>
                      </a:lnTo>
                      <a:lnTo>
                        <a:pt x="13704" y="36543"/>
                      </a:lnTo>
                      <a:lnTo>
                        <a:pt x="11420" y="38827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2253"/>
                      </a:lnTo>
                      <a:lnTo>
                        <a:pt x="7994" y="44537"/>
                      </a:lnTo>
                      <a:lnTo>
                        <a:pt x="7994" y="45679"/>
                      </a:lnTo>
                      <a:lnTo>
                        <a:pt x="6852" y="46821"/>
                      </a:lnTo>
                      <a:lnTo>
                        <a:pt x="6852" y="49105"/>
                      </a:lnTo>
                      <a:lnTo>
                        <a:pt x="5710" y="50247"/>
                      </a:lnTo>
                      <a:lnTo>
                        <a:pt x="5710" y="51389"/>
                      </a:lnTo>
                      <a:lnTo>
                        <a:pt x="4568" y="52531"/>
                      </a:lnTo>
                      <a:lnTo>
                        <a:pt x="4568" y="54815"/>
                      </a:lnTo>
                      <a:lnTo>
                        <a:pt x="3426" y="55957"/>
                      </a:lnTo>
                      <a:lnTo>
                        <a:pt x="3426" y="58241"/>
                      </a:lnTo>
                      <a:lnTo>
                        <a:pt x="2284" y="59383"/>
                      </a:lnTo>
                      <a:lnTo>
                        <a:pt x="2284" y="61667"/>
                      </a:lnTo>
                      <a:lnTo>
                        <a:pt x="1142" y="62809"/>
                      </a:lnTo>
                      <a:lnTo>
                        <a:pt x="1142" y="67377"/>
                      </a:lnTo>
                      <a:lnTo>
                        <a:pt x="0" y="68519"/>
                      </a:lnTo>
                      <a:lnTo>
                        <a:pt x="0" y="94784"/>
                      </a:lnTo>
                      <a:lnTo>
                        <a:pt x="1142" y="95926"/>
                      </a:lnTo>
                      <a:lnTo>
                        <a:pt x="1142" y="99352"/>
                      </a:lnTo>
                      <a:lnTo>
                        <a:pt x="2284" y="100494"/>
                      </a:lnTo>
                      <a:lnTo>
                        <a:pt x="2284" y="103920"/>
                      </a:lnTo>
                      <a:lnTo>
                        <a:pt x="3426" y="105062"/>
                      </a:lnTo>
                      <a:lnTo>
                        <a:pt x="3426" y="107346"/>
                      </a:lnTo>
                      <a:lnTo>
                        <a:pt x="4568" y="108488"/>
                      </a:lnTo>
                      <a:lnTo>
                        <a:pt x="4568" y="110772"/>
                      </a:lnTo>
                      <a:lnTo>
                        <a:pt x="5710" y="111914"/>
                      </a:lnTo>
                      <a:lnTo>
                        <a:pt x="5710" y="113056"/>
                      </a:lnTo>
                      <a:lnTo>
                        <a:pt x="6852" y="114198"/>
                      </a:lnTo>
                      <a:lnTo>
                        <a:pt x="6852" y="116482"/>
                      </a:lnTo>
                      <a:lnTo>
                        <a:pt x="7994" y="117624"/>
                      </a:lnTo>
                      <a:lnTo>
                        <a:pt x="7994" y="118766"/>
                      </a:lnTo>
                      <a:lnTo>
                        <a:pt x="10278" y="121050"/>
                      </a:lnTo>
                      <a:lnTo>
                        <a:pt x="10278" y="122191"/>
                      </a:lnTo>
                      <a:lnTo>
                        <a:pt x="11420" y="123333"/>
                      </a:lnTo>
                      <a:lnTo>
                        <a:pt x="11420" y="124475"/>
                      </a:lnTo>
                      <a:lnTo>
                        <a:pt x="13704" y="126759"/>
                      </a:lnTo>
                      <a:lnTo>
                        <a:pt x="13704" y="127901"/>
                      </a:lnTo>
                      <a:lnTo>
                        <a:pt x="15988" y="130185"/>
                      </a:lnTo>
                      <a:lnTo>
                        <a:pt x="15988" y="131327"/>
                      </a:lnTo>
                      <a:lnTo>
                        <a:pt x="30833" y="146173"/>
                      </a:lnTo>
                      <a:lnTo>
                        <a:pt x="31975" y="146173"/>
                      </a:lnTo>
                      <a:lnTo>
                        <a:pt x="34259" y="148457"/>
                      </a:lnTo>
                      <a:lnTo>
                        <a:pt x="35401" y="148457"/>
                      </a:lnTo>
                      <a:lnTo>
                        <a:pt x="37685" y="150741"/>
                      </a:lnTo>
                      <a:lnTo>
                        <a:pt x="38827" y="150741"/>
                      </a:lnTo>
                      <a:lnTo>
                        <a:pt x="39969" y="151883"/>
                      </a:lnTo>
                      <a:lnTo>
                        <a:pt x="41111" y="151883"/>
                      </a:lnTo>
                      <a:lnTo>
                        <a:pt x="43395" y="154167"/>
                      </a:lnTo>
                      <a:lnTo>
                        <a:pt x="44537" y="154167"/>
                      </a:lnTo>
                      <a:lnTo>
                        <a:pt x="45679" y="155309"/>
                      </a:lnTo>
                      <a:lnTo>
                        <a:pt x="47963" y="155309"/>
                      </a:lnTo>
                      <a:lnTo>
                        <a:pt x="49105" y="156451"/>
                      </a:lnTo>
                      <a:lnTo>
                        <a:pt x="50247" y="156451"/>
                      </a:lnTo>
                      <a:lnTo>
                        <a:pt x="51389" y="157593"/>
                      </a:lnTo>
                      <a:lnTo>
                        <a:pt x="53673" y="157593"/>
                      </a:lnTo>
                      <a:lnTo>
                        <a:pt x="54815" y="158735"/>
                      </a:lnTo>
                      <a:lnTo>
                        <a:pt x="57099" y="158735"/>
                      </a:lnTo>
                      <a:lnTo>
                        <a:pt x="58241" y="159877"/>
                      </a:lnTo>
                      <a:lnTo>
                        <a:pt x="61667" y="159877"/>
                      </a:lnTo>
                      <a:lnTo>
                        <a:pt x="62809" y="161019"/>
                      </a:lnTo>
                      <a:lnTo>
                        <a:pt x="67377" y="161019"/>
                      </a:lnTo>
                      <a:lnTo>
                        <a:pt x="68519" y="162161"/>
                      </a:lnTo>
                      <a:lnTo>
                        <a:pt x="93642" y="162161"/>
                      </a:lnTo>
                      <a:lnTo>
                        <a:pt x="94784" y="161019"/>
                      </a:lnTo>
                      <a:lnTo>
                        <a:pt x="99352" y="161019"/>
                      </a:lnTo>
                      <a:lnTo>
                        <a:pt x="100494" y="159877"/>
                      </a:lnTo>
                      <a:lnTo>
                        <a:pt x="102778" y="159877"/>
                      </a:lnTo>
                      <a:lnTo>
                        <a:pt x="103920" y="158735"/>
                      </a:lnTo>
                      <a:lnTo>
                        <a:pt x="106204" y="158735"/>
                      </a:lnTo>
                      <a:lnTo>
                        <a:pt x="107346" y="157593"/>
                      </a:lnTo>
                      <a:lnTo>
                        <a:pt x="109630" y="157593"/>
                      </a:lnTo>
                      <a:lnTo>
                        <a:pt x="110772" y="156451"/>
                      </a:lnTo>
                      <a:lnTo>
                        <a:pt x="111914" y="156451"/>
                      </a:lnTo>
                      <a:lnTo>
                        <a:pt x="113056" y="155309"/>
                      </a:lnTo>
                      <a:lnTo>
                        <a:pt x="115340" y="155309"/>
                      </a:lnTo>
                      <a:lnTo>
                        <a:pt x="116482" y="154167"/>
                      </a:lnTo>
                      <a:lnTo>
                        <a:pt x="117624" y="154167"/>
                      </a:lnTo>
                      <a:lnTo>
                        <a:pt x="119908" y="151883"/>
                      </a:lnTo>
                      <a:lnTo>
                        <a:pt x="121050" y="151883"/>
                      </a:lnTo>
                      <a:lnTo>
                        <a:pt x="122191" y="150741"/>
                      </a:lnTo>
                      <a:lnTo>
                        <a:pt x="123333" y="150741"/>
                      </a:lnTo>
                      <a:lnTo>
                        <a:pt x="125617" y="148457"/>
                      </a:lnTo>
                      <a:lnTo>
                        <a:pt x="126759" y="148457"/>
                      </a:lnTo>
                      <a:lnTo>
                        <a:pt x="129043" y="146173"/>
                      </a:lnTo>
                      <a:lnTo>
                        <a:pt x="130185" y="146173"/>
                      </a:lnTo>
                      <a:lnTo>
                        <a:pt x="145031" y="131327"/>
                      </a:lnTo>
                      <a:lnTo>
                        <a:pt x="145031" y="130185"/>
                      </a:lnTo>
                      <a:lnTo>
                        <a:pt x="147315" y="127901"/>
                      </a:lnTo>
                      <a:lnTo>
                        <a:pt x="147315" y="126759"/>
                      </a:lnTo>
                      <a:lnTo>
                        <a:pt x="149599" y="124475"/>
                      </a:lnTo>
                      <a:lnTo>
                        <a:pt x="149599" y="123333"/>
                      </a:lnTo>
                      <a:lnTo>
                        <a:pt x="150741" y="122191"/>
                      </a:lnTo>
                      <a:lnTo>
                        <a:pt x="150741" y="121050"/>
                      </a:lnTo>
                      <a:lnTo>
                        <a:pt x="153025" y="118766"/>
                      </a:lnTo>
                      <a:lnTo>
                        <a:pt x="153025" y="117624"/>
                      </a:lnTo>
                      <a:lnTo>
                        <a:pt x="154167" y="116482"/>
                      </a:lnTo>
                      <a:lnTo>
                        <a:pt x="154167" y="114198"/>
                      </a:lnTo>
                      <a:lnTo>
                        <a:pt x="155309" y="113056"/>
                      </a:lnTo>
                      <a:lnTo>
                        <a:pt x="155309" y="111914"/>
                      </a:lnTo>
                      <a:lnTo>
                        <a:pt x="156451" y="110772"/>
                      </a:lnTo>
                      <a:lnTo>
                        <a:pt x="156451" y="108488"/>
                      </a:lnTo>
                      <a:lnTo>
                        <a:pt x="157593" y="107346"/>
                      </a:lnTo>
                      <a:lnTo>
                        <a:pt x="157593" y="105062"/>
                      </a:lnTo>
                      <a:lnTo>
                        <a:pt x="158735" y="103920"/>
                      </a:lnTo>
                      <a:lnTo>
                        <a:pt x="158735" y="100494"/>
                      </a:lnTo>
                      <a:lnTo>
                        <a:pt x="159877" y="99352"/>
                      </a:lnTo>
                      <a:lnTo>
                        <a:pt x="159877" y="95926"/>
                      </a:lnTo>
                      <a:lnTo>
                        <a:pt x="161019" y="94784"/>
                      </a:lnTo>
                      <a:lnTo>
                        <a:pt x="161019" y="68519"/>
                      </a:lnTo>
                      <a:lnTo>
                        <a:pt x="159877" y="67377"/>
                      </a:lnTo>
                      <a:lnTo>
                        <a:pt x="159877" y="62809"/>
                      </a:lnTo>
                      <a:lnTo>
                        <a:pt x="158735" y="61667"/>
                      </a:lnTo>
                      <a:lnTo>
                        <a:pt x="158735" y="59383"/>
                      </a:lnTo>
                      <a:lnTo>
                        <a:pt x="157593" y="58241"/>
                      </a:lnTo>
                      <a:lnTo>
                        <a:pt x="157593" y="55957"/>
                      </a:lnTo>
                      <a:lnTo>
                        <a:pt x="156451" y="54815"/>
                      </a:lnTo>
                      <a:lnTo>
                        <a:pt x="156451" y="52531"/>
                      </a:lnTo>
                      <a:lnTo>
                        <a:pt x="155309" y="51389"/>
                      </a:lnTo>
                      <a:lnTo>
                        <a:pt x="155309" y="50247"/>
                      </a:lnTo>
                      <a:lnTo>
                        <a:pt x="154167" y="49105"/>
                      </a:lnTo>
                      <a:lnTo>
                        <a:pt x="154167" y="46821"/>
                      </a:lnTo>
                      <a:lnTo>
                        <a:pt x="153025" y="45679"/>
                      </a:lnTo>
                      <a:lnTo>
                        <a:pt x="153025" y="44537"/>
                      </a:lnTo>
                      <a:lnTo>
                        <a:pt x="150741" y="42253"/>
                      </a:lnTo>
                      <a:lnTo>
                        <a:pt x="150741" y="41111"/>
                      </a:lnTo>
                      <a:lnTo>
                        <a:pt x="149599" y="39969"/>
                      </a:lnTo>
                      <a:lnTo>
                        <a:pt x="149599" y="38827"/>
                      </a:lnTo>
                      <a:lnTo>
                        <a:pt x="147315" y="36543"/>
                      </a:lnTo>
                      <a:lnTo>
                        <a:pt x="147315" y="35401"/>
                      </a:lnTo>
                      <a:lnTo>
                        <a:pt x="145031" y="33117"/>
                      </a:lnTo>
                      <a:lnTo>
                        <a:pt x="145031" y="31975"/>
                      </a:lnTo>
                      <a:lnTo>
                        <a:pt x="130185" y="17130"/>
                      </a:lnTo>
                      <a:lnTo>
                        <a:pt x="129043" y="17130"/>
                      </a:lnTo>
                      <a:lnTo>
                        <a:pt x="126759" y="14846"/>
                      </a:lnTo>
                      <a:lnTo>
                        <a:pt x="125617" y="14846"/>
                      </a:lnTo>
                      <a:lnTo>
                        <a:pt x="123333" y="12562"/>
                      </a:lnTo>
                      <a:lnTo>
                        <a:pt x="122191" y="12562"/>
                      </a:lnTo>
                      <a:lnTo>
                        <a:pt x="119908" y="10278"/>
                      </a:lnTo>
                      <a:lnTo>
                        <a:pt x="118766" y="10278"/>
                      </a:lnTo>
                      <a:lnTo>
                        <a:pt x="117624" y="9136"/>
                      </a:lnTo>
                      <a:lnTo>
                        <a:pt x="116482" y="9136"/>
                      </a:lnTo>
                      <a:lnTo>
                        <a:pt x="115340" y="7994"/>
                      </a:lnTo>
                      <a:lnTo>
                        <a:pt x="113056" y="7994"/>
                      </a:lnTo>
                      <a:lnTo>
                        <a:pt x="111914" y="6852"/>
                      </a:lnTo>
                      <a:lnTo>
                        <a:pt x="110772" y="6852"/>
                      </a:lnTo>
                      <a:lnTo>
                        <a:pt x="109630" y="5710"/>
                      </a:lnTo>
                      <a:lnTo>
                        <a:pt x="107346" y="5710"/>
                      </a:lnTo>
                      <a:lnTo>
                        <a:pt x="106204" y="4568"/>
                      </a:lnTo>
                      <a:lnTo>
                        <a:pt x="103920" y="4568"/>
                      </a:lnTo>
                      <a:lnTo>
                        <a:pt x="102778" y="3426"/>
                      </a:lnTo>
                      <a:lnTo>
                        <a:pt x="100494" y="3426"/>
                      </a:lnTo>
                      <a:lnTo>
                        <a:pt x="99352" y="2284"/>
                      </a:lnTo>
                      <a:lnTo>
                        <a:pt x="94784" y="2284"/>
                      </a:lnTo>
                      <a:lnTo>
                        <a:pt x="93642" y="1142"/>
                      </a:lnTo>
                      <a:lnTo>
                        <a:pt x="82222" y="1142"/>
                      </a:lnTo>
                      <a:lnTo>
                        <a:pt x="81080" y="0"/>
                      </a:lnTo>
                      <a:lnTo>
                        <a:pt x="79938" y="0"/>
                      </a:lnTo>
                      <a:lnTo>
                        <a:pt x="78796" y="1142"/>
                      </a:lnTo>
                      <a:close/>
                      <a:moveTo>
                        <a:pt x="68519" y="17130"/>
                      </a:moveTo>
                      <a:lnTo>
                        <a:pt x="67377" y="18272"/>
                      </a:lnTo>
                      <a:lnTo>
                        <a:pt x="63951" y="18272"/>
                      </a:lnTo>
                      <a:lnTo>
                        <a:pt x="62809" y="19414"/>
                      </a:lnTo>
                      <a:lnTo>
                        <a:pt x="60525" y="19414"/>
                      </a:lnTo>
                      <a:lnTo>
                        <a:pt x="59383" y="20556"/>
                      </a:lnTo>
                      <a:lnTo>
                        <a:pt x="57099" y="20556"/>
                      </a:lnTo>
                      <a:lnTo>
                        <a:pt x="55957" y="21698"/>
                      </a:ln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1389" y="22840"/>
                      </a:lnTo>
                      <a:lnTo>
                        <a:pt x="49105" y="25123"/>
                      </a:lnTo>
                      <a:lnTo>
                        <a:pt x="47963" y="25123"/>
                      </a:lnTo>
                      <a:lnTo>
                        <a:pt x="46821" y="26265"/>
                      </a:lnTo>
                      <a:lnTo>
                        <a:pt x="45679" y="26265"/>
                      </a:lnTo>
                      <a:lnTo>
                        <a:pt x="43395" y="28549"/>
                      </a:lnTo>
                      <a:lnTo>
                        <a:pt x="42253" y="28549"/>
                      </a:lnTo>
                      <a:lnTo>
                        <a:pt x="36543" y="34259"/>
                      </a:lnTo>
                      <a:lnTo>
                        <a:pt x="35401" y="34259"/>
                      </a:lnTo>
                      <a:lnTo>
                        <a:pt x="33117" y="36543"/>
                      </a:lnTo>
                      <a:lnTo>
                        <a:pt x="33117" y="37685"/>
                      </a:lnTo>
                      <a:lnTo>
                        <a:pt x="27407" y="43395"/>
                      </a:lnTo>
                      <a:lnTo>
                        <a:pt x="27407" y="44537"/>
                      </a:lnTo>
                      <a:lnTo>
                        <a:pt x="25123" y="46821"/>
                      </a:lnTo>
                      <a:lnTo>
                        <a:pt x="25123" y="47963"/>
                      </a:lnTo>
                      <a:lnTo>
                        <a:pt x="23982" y="49105"/>
                      </a:lnTo>
                      <a:lnTo>
                        <a:pt x="23982" y="50247"/>
                      </a:lnTo>
                      <a:lnTo>
                        <a:pt x="22840" y="51389"/>
                      </a:lnTo>
                      <a:lnTo>
                        <a:pt x="22840" y="52531"/>
                      </a:lnTo>
                      <a:lnTo>
                        <a:pt x="21698" y="53673"/>
                      </a:lnTo>
                      <a:lnTo>
                        <a:pt x="21698" y="54815"/>
                      </a:lnTo>
                      <a:lnTo>
                        <a:pt x="20556" y="55957"/>
                      </a:lnTo>
                      <a:lnTo>
                        <a:pt x="20556" y="57099"/>
                      </a:lnTo>
                      <a:lnTo>
                        <a:pt x="19414" y="58241"/>
                      </a:lnTo>
                      <a:lnTo>
                        <a:pt x="19414" y="60525"/>
                      </a:lnTo>
                      <a:lnTo>
                        <a:pt x="18272" y="61667"/>
                      </a:lnTo>
                      <a:lnTo>
                        <a:pt x="18272" y="63951"/>
                      </a:lnTo>
                      <a:lnTo>
                        <a:pt x="17130" y="65093"/>
                      </a:lnTo>
                      <a:lnTo>
                        <a:pt x="17130" y="68519"/>
                      </a:lnTo>
                      <a:lnTo>
                        <a:pt x="15988" y="69661"/>
                      </a:lnTo>
                      <a:lnTo>
                        <a:pt x="15988" y="93642"/>
                      </a:lnTo>
                      <a:lnTo>
                        <a:pt x="17130" y="94784"/>
                      </a:lnTo>
                      <a:lnTo>
                        <a:pt x="17130" y="98210"/>
                      </a:lnTo>
                      <a:lnTo>
                        <a:pt x="18272" y="99352"/>
                      </a:lnTo>
                      <a:lnTo>
                        <a:pt x="18272" y="101636"/>
                      </a:lnTo>
                      <a:lnTo>
                        <a:pt x="19414" y="102778"/>
                      </a:lnTo>
                      <a:lnTo>
                        <a:pt x="19414" y="105062"/>
                      </a:lnTo>
                      <a:lnTo>
                        <a:pt x="20556" y="106204"/>
                      </a:lnTo>
                      <a:lnTo>
                        <a:pt x="20556" y="107346"/>
                      </a:lnTo>
                      <a:lnTo>
                        <a:pt x="21698" y="108488"/>
                      </a:lnTo>
                      <a:lnTo>
                        <a:pt x="21698" y="110772"/>
                      </a:lnTo>
                      <a:lnTo>
                        <a:pt x="23982" y="113056"/>
                      </a:lnTo>
                      <a:lnTo>
                        <a:pt x="23982" y="114198"/>
                      </a:lnTo>
                      <a:lnTo>
                        <a:pt x="25123" y="115340"/>
                      </a:lnTo>
                      <a:lnTo>
                        <a:pt x="25123" y="116482"/>
                      </a:lnTo>
                      <a:lnTo>
                        <a:pt x="27407" y="118766"/>
                      </a:lnTo>
                      <a:lnTo>
                        <a:pt x="27407" y="119908"/>
                      </a:lnTo>
                      <a:lnTo>
                        <a:pt x="33117" y="125617"/>
                      </a:lnTo>
                      <a:lnTo>
                        <a:pt x="33117" y="126759"/>
                      </a:lnTo>
                      <a:lnTo>
                        <a:pt x="35401" y="129043"/>
                      </a:lnTo>
                      <a:lnTo>
                        <a:pt x="36543" y="129043"/>
                      </a:lnTo>
                      <a:lnTo>
                        <a:pt x="42253" y="134753"/>
                      </a:lnTo>
                      <a:lnTo>
                        <a:pt x="43395" y="134753"/>
                      </a:lnTo>
                      <a:lnTo>
                        <a:pt x="45679" y="137037"/>
                      </a:lnTo>
                      <a:lnTo>
                        <a:pt x="46821" y="137037"/>
                      </a:lnTo>
                      <a:lnTo>
                        <a:pt x="47963" y="138179"/>
                      </a:lnTo>
                      <a:lnTo>
                        <a:pt x="49105" y="138179"/>
                      </a:lnTo>
                      <a:lnTo>
                        <a:pt x="50247" y="139321"/>
                      </a:lnTo>
                      <a:lnTo>
                        <a:pt x="51389" y="139321"/>
                      </a:lnTo>
                      <a:lnTo>
                        <a:pt x="52531" y="140463"/>
                      </a:lnTo>
                      <a:lnTo>
                        <a:pt x="53673" y="140463"/>
                      </a:lnTo>
                      <a:lnTo>
                        <a:pt x="54815" y="141605"/>
                      </a:lnTo>
                      <a:lnTo>
                        <a:pt x="55957" y="141605"/>
                      </a:lnTo>
                      <a:lnTo>
                        <a:pt x="57099" y="142747"/>
                      </a:lnTo>
                      <a:lnTo>
                        <a:pt x="59383" y="142747"/>
                      </a:lnTo>
                      <a:lnTo>
                        <a:pt x="60525" y="143889"/>
                      </a:lnTo>
                      <a:lnTo>
                        <a:pt x="62809" y="143889"/>
                      </a:lnTo>
                      <a:lnTo>
                        <a:pt x="63951" y="145031"/>
                      </a:lnTo>
                      <a:lnTo>
                        <a:pt x="67377" y="145031"/>
                      </a:lnTo>
                      <a:lnTo>
                        <a:pt x="68519" y="146173"/>
                      </a:lnTo>
                      <a:lnTo>
                        <a:pt x="91358" y="146173"/>
                      </a:lnTo>
                      <a:lnTo>
                        <a:pt x="92500" y="145031"/>
                      </a:lnTo>
                      <a:lnTo>
                        <a:pt x="97068" y="145031"/>
                      </a:lnTo>
                      <a:lnTo>
                        <a:pt x="98210" y="143889"/>
                      </a:lnTo>
                      <a:lnTo>
                        <a:pt x="100494" y="143889"/>
                      </a:lnTo>
                      <a:lnTo>
                        <a:pt x="101636" y="142747"/>
                      </a:lnTo>
                      <a:lnTo>
                        <a:pt x="103920" y="142747"/>
                      </a:lnTo>
                      <a:lnTo>
                        <a:pt x="105062" y="141605"/>
                      </a:lnTo>
                      <a:lnTo>
                        <a:pt x="106204" y="141605"/>
                      </a:lnTo>
                      <a:lnTo>
                        <a:pt x="107346" y="140463"/>
                      </a:lnTo>
                      <a:lnTo>
                        <a:pt x="108488" y="140463"/>
                      </a:lnTo>
                      <a:lnTo>
                        <a:pt x="109630" y="139321"/>
                      </a:lnTo>
                      <a:lnTo>
                        <a:pt x="110772" y="139321"/>
                      </a:lnTo>
                      <a:lnTo>
                        <a:pt x="111914" y="138179"/>
                      </a:lnTo>
                      <a:lnTo>
                        <a:pt x="113056" y="138179"/>
                      </a:lnTo>
                      <a:lnTo>
                        <a:pt x="114198" y="137037"/>
                      </a:lnTo>
                      <a:lnTo>
                        <a:pt x="115340" y="137037"/>
                      </a:lnTo>
                      <a:lnTo>
                        <a:pt x="117624" y="134753"/>
                      </a:lnTo>
                      <a:lnTo>
                        <a:pt x="118766" y="134753"/>
                      </a:lnTo>
                      <a:lnTo>
                        <a:pt x="133611" y="119908"/>
                      </a:lnTo>
                      <a:lnTo>
                        <a:pt x="133611" y="118766"/>
                      </a:lnTo>
                      <a:lnTo>
                        <a:pt x="135895" y="116482"/>
                      </a:lnTo>
                      <a:lnTo>
                        <a:pt x="135895" y="115340"/>
                      </a:lnTo>
                      <a:lnTo>
                        <a:pt x="137037" y="114198"/>
                      </a:lnTo>
                      <a:lnTo>
                        <a:pt x="137037" y="113056"/>
                      </a:lnTo>
                      <a:lnTo>
                        <a:pt x="138179" y="111914"/>
                      </a:lnTo>
                      <a:lnTo>
                        <a:pt x="138179" y="110772"/>
                      </a:lnTo>
                      <a:lnTo>
                        <a:pt x="139321" y="109630"/>
                      </a:lnTo>
                      <a:lnTo>
                        <a:pt x="139321" y="108488"/>
                      </a:lnTo>
                      <a:lnTo>
                        <a:pt x="140463" y="107346"/>
                      </a:lnTo>
                      <a:lnTo>
                        <a:pt x="140463" y="106204"/>
                      </a:lnTo>
                      <a:lnTo>
                        <a:pt x="141605" y="105062"/>
                      </a:lnTo>
                      <a:lnTo>
                        <a:pt x="141605" y="102778"/>
                      </a:lnTo>
                      <a:lnTo>
                        <a:pt x="142747" y="101636"/>
                      </a:lnTo>
                      <a:lnTo>
                        <a:pt x="142747" y="99352"/>
                      </a:lnTo>
                      <a:lnTo>
                        <a:pt x="143889" y="98210"/>
                      </a:lnTo>
                      <a:lnTo>
                        <a:pt x="143889" y="93642"/>
                      </a:lnTo>
                      <a:lnTo>
                        <a:pt x="145031" y="92500"/>
                      </a:lnTo>
                      <a:lnTo>
                        <a:pt x="145031" y="69661"/>
                      </a:lnTo>
                      <a:lnTo>
                        <a:pt x="143889" y="68519"/>
                      </a:lnTo>
                      <a:lnTo>
                        <a:pt x="143889" y="65093"/>
                      </a:lnTo>
                      <a:lnTo>
                        <a:pt x="142747" y="63951"/>
                      </a:lnTo>
                      <a:lnTo>
                        <a:pt x="142747" y="61667"/>
                      </a:lnTo>
                      <a:lnTo>
                        <a:pt x="141605" y="60525"/>
                      </a:lnTo>
                      <a:lnTo>
                        <a:pt x="141605" y="58241"/>
                      </a:lnTo>
                      <a:lnTo>
                        <a:pt x="140463" y="57099"/>
                      </a:lnTo>
                      <a:lnTo>
                        <a:pt x="140463" y="55957"/>
                      </a:lnTo>
                      <a:lnTo>
                        <a:pt x="139321" y="54815"/>
                      </a:lnTo>
                      <a:lnTo>
                        <a:pt x="139321" y="52531"/>
                      </a:lnTo>
                      <a:lnTo>
                        <a:pt x="137037" y="50247"/>
                      </a:lnTo>
                      <a:lnTo>
                        <a:pt x="137037" y="49105"/>
                      </a:lnTo>
                      <a:lnTo>
                        <a:pt x="135895" y="47963"/>
                      </a:lnTo>
                      <a:lnTo>
                        <a:pt x="135895" y="46821"/>
                      </a:lnTo>
                      <a:lnTo>
                        <a:pt x="133611" y="44537"/>
                      </a:lnTo>
                      <a:lnTo>
                        <a:pt x="133611" y="43395"/>
                      </a:lnTo>
                      <a:lnTo>
                        <a:pt x="129043" y="38827"/>
                      </a:lnTo>
                      <a:lnTo>
                        <a:pt x="129043" y="37685"/>
                      </a:lnTo>
                      <a:lnTo>
                        <a:pt x="125617" y="34259"/>
                      </a:lnTo>
                      <a:lnTo>
                        <a:pt x="124475" y="34259"/>
                      </a:lnTo>
                      <a:lnTo>
                        <a:pt x="118766" y="28549"/>
                      </a:lnTo>
                      <a:lnTo>
                        <a:pt x="117624" y="28549"/>
                      </a:lnTo>
                      <a:lnTo>
                        <a:pt x="115340" y="26265"/>
                      </a:lnTo>
                      <a:lnTo>
                        <a:pt x="114198" y="26265"/>
                      </a:lnTo>
                      <a:lnTo>
                        <a:pt x="113056" y="25123"/>
                      </a:lnTo>
                      <a:lnTo>
                        <a:pt x="111914" y="25123"/>
                      </a:lnTo>
                      <a:lnTo>
                        <a:pt x="109630" y="22840"/>
                      </a:lnTo>
                      <a:lnTo>
                        <a:pt x="107346" y="22840"/>
                      </a:lnTo>
                      <a:lnTo>
                        <a:pt x="106204" y="21698"/>
                      </a:lnTo>
                      <a:lnTo>
                        <a:pt x="105062" y="21698"/>
                      </a:lnTo>
                      <a:lnTo>
                        <a:pt x="103920" y="20556"/>
                      </a:lnTo>
                      <a:lnTo>
                        <a:pt x="101636" y="20556"/>
                      </a:lnTo>
                      <a:lnTo>
                        <a:pt x="100494" y="19414"/>
                      </a:lnTo>
                      <a:lnTo>
                        <a:pt x="98210" y="19414"/>
                      </a:lnTo>
                      <a:lnTo>
                        <a:pt x="97068" y="18272"/>
                      </a:lnTo>
                      <a:lnTo>
                        <a:pt x="93642" y="18272"/>
                      </a:lnTo>
                      <a:lnTo>
                        <a:pt x="92500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6" name="任意形状 7065">
                  <a:extLst>
                    <a:ext uri="{FF2B5EF4-FFF2-40B4-BE49-F238E27FC236}">
                      <a16:creationId xmlns:a16="http://schemas.microsoft.com/office/drawing/2014/main" id="{FE9295CF-DBB9-D434-BF3C-B4669739067E}"/>
                    </a:ext>
                  </a:extLst>
                </p:cNvPr>
                <p:cNvSpPr/>
                <p:nvPr/>
              </p:nvSpPr>
              <p:spPr>
                <a:xfrm>
                  <a:off x="5506956" y="532601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7" name="任意形状 7066">
                  <a:extLst>
                    <a:ext uri="{FF2B5EF4-FFF2-40B4-BE49-F238E27FC236}">
                      <a16:creationId xmlns:a16="http://schemas.microsoft.com/office/drawing/2014/main" id="{DC10130A-004F-FC17-427E-002D4CEEA359}"/>
                    </a:ext>
                  </a:extLst>
                </p:cNvPr>
                <p:cNvSpPr/>
                <p:nvPr/>
              </p:nvSpPr>
              <p:spPr>
                <a:xfrm>
                  <a:off x="5543499" y="5289472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8" name="任意形状 7067">
                  <a:extLst>
                    <a:ext uri="{FF2B5EF4-FFF2-40B4-BE49-F238E27FC236}">
                      <a16:creationId xmlns:a16="http://schemas.microsoft.com/office/drawing/2014/main" id="{7F017887-630E-F64B-B335-404201E42A4F}"/>
                    </a:ext>
                  </a:extLst>
                </p:cNvPr>
                <p:cNvSpPr/>
                <p:nvPr/>
              </p:nvSpPr>
              <p:spPr>
                <a:xfrm>
                  <a:off x="5506956" y="5289472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9" name="任意形状 7068">
                  <a:extLst>
                    <a:ext uri="{FF2B5EF4-FFF2-40B4-BE49-F238E27FC236}">
                      <a16:creationId xmlns:a16="http://schemas.microsoft.com/office/drawing/2014/main" id="{0CA5EB71-E506-3F91-E867-006030238052}"/>
                    </a:ext>
                  </a:extLst>
                </p:cNvPr>
                <p:cNvSpPr/>
                <p:nvPr/>
              </p:nvSpPr>
              <p:spPr>
                <a:xfrm>
                  <a:off x="5647419" y="5119317"/>
                  <a:ext cx="49104" cy="83364"/>
                </a:xfrm>
                <a:custGeom>
                  <a:avLst/>
                  <a:gdLst>
                    <a:gd name="connsiteX0" fmla="*/ 11420 w 49104"/>
                    <a:gd name="connsiteY0" fmla="*/ 0 h 83364"/>
                    <a:gd name="connsiteX1" fmla="*/ 0 w 49104"/>
                    <a:gd name="connsiteY1" fmla="*/ 11420 h 83364"/>
                    <a:gd name="connsiteX2" fmla="*/ 29691 w 49104"/>
                    <a:gd name="connsiteY2" fmla="*/ 41111 h 83364"/>
                    <a:gd name="connsiteX3" fmla="*/ 29691 w 49104"/>
                    <a:gd name="connsiteY3" fmla="*/ 42253 h 83364"/>
                    <a:gd name="connsiteX4" fmla="*/ 0 w 49104"/>
                    <a:gd name="connsiteY4" fmla="*/ 71945 h 83364"/>
                    <a:gd name="connsiteX5" fmla="*/ 11420 w 49104"/>
                    <a:gd name="connsiteY5" fmla="*/ 83364 h 83364"/>
                    <a:gd name="connsiteX6" fmla="*/ 47963 w 49104"/>
                    <a:gd name="connsiteY6" fmla="*/ 46821 h 83364"/>
                    <a:gd name="connsiteX7" fmla="*/ 47963 w 49104"/>
                    <a:gd name="connsiteY7" fmla="*/ 45679 h 83364"/>
                    <a:gd name="connsiteX8" fmla="*/ 49105 w 49104"/>
                    <a:gd name="connsiteY8" fmla="*/ 44537 h 83364"/>
                    <a:gd name="connsiteX9" fmla="*/ 49105 w 49104"/>
                    <a:gd name="connsiteY9" fmla="*/ 38827 h 83364"/>
                    <a:gd name="connsiteX10" fmla="*/ 47963 w 49104"/>
                    <a:gd name="connsiteY10" fmla="*/ 37685 h 83364"/>
                    <a:gd name="connsiteX11" fmla="*/ 47963 w 49104"/>
                    <a:gd name="connsiteY11" fmla="*/ 36543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11420" y="0"/>
                      </a:moveTo>
                      <a:lnTo>
                        <a:pt x="0" y="11420"/>
                      </a:lnTo>
                      <a:lnTo>
                        <a:pt x="29691" y="41111"/>
                      </a:lnTo>
                      <a:lnTo>
                        <a:pt x="29691" y="42253"/>
                      </a:lnTo>
                      <a:lnTo>
                        <a:pt x="0" y="71945"/>
                      </a:lnTo>
                      <a:lnTo>
                        <a:pt x="11420" y="83364"/>
                      </a:lnTo>
                      <a:lnTo>
                        <a:pt x="47963" y="46821"/>
                      </a:lnTo>
                      <a:lnTo>
                        <a:pt x="47963" y="45679"/>
                      </a:lnTo>
                      <a:lnTo>
                        <a:pt x="49105" y="44537"/>
                      </a:lnTo>
                      <a:lnTo>
                        <a:pt x="49105" y="38827"/>
                      </a:lnTo>
                      <a:lnTo>
                        <a:pt x="47963" y="37685"/>
                      </a:lnTo>
                      <a:lnTo>
                        <a:pt x="47963" y="365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0" name="任意形状 7069">
                  <a:extLst>
                    <a:ext uri="{FF2B5EF4-FFF2-40B4-BE49-F238E27FC236}">
                      <a16:creationId xmlns:a16="http://schemas.microsoft.com/office/drawing/2014/main" id="{B71CADF9-7E8E-C937-E2D0-EEA363F1A0DD}"/>
                    </a:ext>
                  </a:extLst>
                </p:cNvPr>
                <p:cNvSpPr/>
                <p:nvPr/>
              </p:nvSpPr>
              <p:spPr>
                <a:xfrm>
                  <a:off x="5553777" y="5119317"/>
                  <a:ext cx="49104" cy="83364"/>
                </a:xfrm>
                <a:custGeom>
                  <a:avLst/>
                  <a:gdLst>
                    <a:gd name="connsiteX0" fmla="*/ 37685 w 49104"/>
                    <a:gd name="connsiteY0" fmla="*/ 0 h 83364"/>
                    <a:gd name="connsiteX1" fmla="*/ 1142 w 49104"/>
                    <a:gd name="connsiteY1" fmla="*/ 36543 h 83364"/>
                    <a:gd name="connsiteX2" fmla="*/ 1142 w 49104"/>
                    <a:gd name="connsiteY2" fmla="*/ 37685 h 83364"/>
                    <a:gd name="connsiteX3" fmla="*/ 0 w 49104"/>
                    <a:gd name="connsiteY3" fmla="*/ 38827 h 83364"/>
                    <a:gd name="connsiteX4" fmla="*/ 0 w 49104"/>
                    <a:gd name="connsiteY4" fmla="*/ 44537 h 83364"/>
                    <a:gd name="connsiteX5" fmla="*/ 1142 w 49104"/>
                    <a:gd name="connsiteY5" fmla="*/ 45679 h 83364"/>
                    <a:gd name="connsiteX6" fmla="*/ 1142 w 49104"/>
                    <a:gd name="connsiteY6" fmla="*/ 46821 h 83364"/>
                    <a:gd name="connsiteX7" fmla="*/ 37685 w 49104"/>
                    <a:gd name="connsiteY7" fmla="*/ 83364 h 83364"/>
                    <a:gd name="connsiteX8" fmla="*/ 49105 w 49104"/>
                    <a:gd name="connsiteY8" fmla="*/ 71945 h 83364"/>
                    <a:gd name="connsiteX9" fmla="*/ 19414 w 49104"/>
                    <a:gd name="connsiteY9" fmla="*/ 42253 h 83364"/>
                    <a:gd name="connsiteX10" fmla="*/ 19414 w 49104"/>
                    <a:gd name="connsiteY10" fmla="*/ 41111 h 83364"/>
                    <a:gd name="connsiteX11" fmla="*/ 49105 w 49104"/>
                    <a:gd name="connsiteY11" fmla="*/ 11420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37685" y="0"/>
                      </a:moveTo>
                      <a:lnTo>
                        <a:pt x="1142" y="36543"/>
                      </a:lnTo>
                      <a:lnTo>
                        <a:pt x="1142" y="37685"/>
                      </a:lnTo>
                      <a:lnTo>
                        <a:pt x="0" y="38827"/>
                      </a:lnTo>
                      <a:lnTo>
                        <a:pt x="0" y="44537"/>
                      </a:lnTo>
                      <a:lnTo>
                        <a:pt x="1142" y="45679"/>
                      </a:lnTo>
                      <a:lnTo>
                        <a:pt x="1142" y="46821"/>
                      </a:lnTo>
                      <a:lnTo>
                        <a:pt x="37685" y="83364"/>
                      </a:lnTo>
                      <a:lnTo>
                        <a:pt x="49105" y="71945"/>
                      </a:lnTo>
                      <a:lnTo>
                        <a:pt x="19414" y="42253"/>
                      </a:lnTo>
                      <a:lnTo>
                        <a:pt x="19414" y="41111"/>
                      </a:lnTo>
                      <a:lnTo>
                        <a:pt x="49105" y="114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1" name="任意形状 7070">
                  <a:extLst>
                    <a:ext uri="{FF2B5EF4-FFF2-40B4-BE49-F238E27FC236}">
                      <a16:creationId xmlns:a16="http://schemas.microsoft.com/office/drawing/2014/main" id="{94E474B0-8360-88CA-3C47-05764D2858D1}"/>
                    </a:ext>
                  </a:extLst>
                </p:cNvPr>
                <p:cNvSpPr/>
                <p:nvPr/>
              </p:nvSpPr>
              <p:spPr>
                <a:xfrm>
                  <a:off x="5608592" y="5106756"/>
                  <a:ext cx="33117" cy="109629"/>
                </a:xfrm>
                <a:custGeom>
                  <a:avLst/>
                  <a:gdLst>
                    <a:gd name="connsiteX0" fmla="*/ 23982 w 33117"/>
                    <a:gd name="connsiteY0" fmla="*/ 0 h 109629"/>
                    <a:gd name="connsiteX1" fmla="*/ 17130 w 33117"/>
                    <a:gd name="connsiteY1" fmla="*/ 0 h 109629"/>
                    <a:gd name="connsiteX2" fmla="*/ 17130 w 33117"/>
                    <a:gd name="connsiteY2" fmla="*/ 5710 h 109629"/>
                    <a:gd name="connsiteX3" fmla="*/ 15988 w 33117"/>
                    <a:gd name="connsiteY3" fmla="*/ 6852 h 109629"/>
                    <a:gd name="connsiteX4" fmla="*/ 15988 w 33117"/>
                    <a:gd name="connsiteY4" fmla="*/ 12562 h 109629"/>
                    <a:gd name="connsiteX5" fmla="*/ 14846 w 33117"/>
                    <a:gd name="connsiteY5" fmla="*/ 13704 h 109629"/>
                    <a:gd name="connsiteX6" fmla="*/ 14846 w 33117"/>
                    <a:gd name="connsiteY6" fmla="*/ 19414 h 109629"/>
                    <a:gd name="connsiteX7" fmla="*/ 13704 w 33117"/>
                    <a:gd name="connsiteY7" fmla="*/ 20556 h 109629"/>
                    <a:gd name="connsiteX8" fmla="*/ 13704 w 33117"/>
                    <a:gd name="connsiteY8" fmla="*/ 26265 h 109629"/>
                    <a:gd name="connsiteX9" fmla="*/ 12562 w 33117"/>
                    <a:gd name="connsiteY9" fmla="*/ 27407 h 109629"/>
                    <a:gd name="connsiteX10" fmla="*/ 12562 w 33117"/>
                    <a:gd name="connsiteY10" fmla="*/ 33117 h 109629"/>
                    <a:gd name="connsiteX11" fmla="*/ 11420 w 33117"/>
                    <a:gd name="connsiteY11" fmla="*/ 34259 h 109629"/>
                    <a:gd name="connsiteX12" fmla="*/ 11420 w 33117"/>
                    <a:gd name="connsiteY12" fmla="*/ 39969 h 109629"/>
                    <a:gd name="connsiteX13" fmla="*/ 10278 w 33117"/>
                    <a:gd name="connsiteY13" fmla="*/ 41111 h 109629"/>
                    <a:gd name="connsiteX14" fmla="*/ 10278 w 33117"/>
                    <a:gd name="connsiteY14" fmla="*/ 46821 h 109629"/>
                    <a:gd name="connsiteX15" fmla="*/ 9136 w 33117"/>
                    <a:gd name="connsiteY15" fmla="*/ 47963 h 109629"/>
                    <a:gd name="connsiteX16" fmla="*/ 9136 w 33117"/>
                    <a:gd name="connsiteY16" fmla="*/ 53673 h 109629"/>
                    <a:gd name="connsiteX17" fmla="*/ 7994 w 33117"/>
                    <a:gd name="connsiteY17" fmla="*/ 54815 h 109629"/>
                    <a:gd name="connsiteX18" fmla="*/ 7994 w 33117"/>
                    <a:gd name="connsiteY18" fmla="*/ 60525 h 109629"/>
                    <a:gd name="connsiteX19" fmla="*/ 6852 w 33117"/>
                    <a:gd name="connsiteY19" fmla="*/ 61667 h 109629"/>
                    <a:gd name="connsiteX20" fmla="*/ 6852 w 33117"/>
                    <a:gd name="connsiteY20" fmla="*/ 67377 h 109629"/>
                    <a:gd name="connsiteX21" fmla="*/ 5710 w 33117"/>
                    <a:gd name="connsiteY21" fmla="*/ 68519 h 109629"/>
                    <a:gd name="connsiteX22" fmla="*/ 5710 w 33117"/>
                    <a:gd name="connsiteY22" fmla="*/ 74228 h 109629"/>
                    <a:gd name="connsiteX23" fmla="*/ 4568 w 33117"/>
                    <a:gd name="connsiteY23" fmla="*/ 75370 h 109629"/>
                    <a:gd name="connsiteX24" fmla="*/ 4568 w 33117"/>
                    <a:gd name="connsiteY24" fmla="*/ 81080 h 109629"/>
                    <a:gd name="connsiteX25" fmla="*/ 3426 w 33117"/>
                    <a:gd name="connsiteY25" fmla="*/ 82222 h 109629"/>
                    <a:gd name="connsiteX26" fmla="*/ 3426 w 33117"/>
                    <a:gd name="connsiteY26" fmla="*/ 87932 h 109629"/>
                    <a:gd name="connsiteX27" fmla="*/ 2284 w 33117"/>
                    <a:gd name="connsiteY27" fmla="*/ 89074 h 109629"/>
                    <a:gd name="connsiteX28" fmla="*/ 2284 w 33117"/>
                    <a:gd name="connsiteY28" fmla="*/ 94784 h 109629"/>
                    <a:gd name="connsiteX29" fmla="*/ 1142 w 33117"/>
                    <a:gd name="connsiteY29" fmla="*/ 95926 h 109629"/>
                    <a:gd name="connsiteX30" fmla="*/ 1142 w 33117"/>
                    <a:gd name="connsiteY30" fmla="*/ 101636 h 109629"/>
                    <a:gd name="connsiteX31" fmla="*/ 0 w 33117"/>
                    <a:gd name="connsiteY31" fmla="*/ 102778 h 109629"/>
                    <a:gd name="connsiteX32" fmla="*/ 0 w 33117"/>
                    <a:gd name="connsiteY32" fmla="*/ 106204 h 109629"/>
                    <a:gd name="connsiteX33" fmla="*/ 1142 w 33117"/>
                    <a:gd name="connsiteY33" fmla="*/ 107346 h 109629"/>
                    <a:gd name="connsiteX34" fmla="*/ 6852 w 33117"/>
                    <a:gd name="connsiteY34" fmla="*/ 107346 h 109629"/>
                    <a:gd name="connsiteX35" fmla="*/ 7994 w 33117"/>
                    <a:gd name="connsiteY35" fmla="*/ 108488 h 109629"/>
                    <a:gd name="connsiteX36" fmla="*/ 13704 w 33117"/>
                    <a:gd name="connsiteY36" fmla="*/ 108488 h 109629"/>
                    <a:gd name="connsiteX37" fmla="*/ 14846 w 33117"/>
                    <a:gd name="connsiteY37" fmla="*/ 109630 h 109629"/>
                    <a:gd name="connsiteX38" fmla="*/ 15988 w 33117"/>
                    <a:gd name="connsiteY38" fmla="*/ 109630 h 109629"/>
                    <a:gd name="connsiteX39" fmla="*/ 15988 w 33117"/>
                    <a:gd name="connsiteY39" fmla="*/ 103920 h 109629"/>
                    <a:gd name="connsiteX40" fmla="*/ 17130 w 33117"/>
                    <a:gd name="connsiteY40" fmla="*/ 102778 h 109629"/>
                    <a:gd name="connsiteX41" fmla="*/ 17130 w 33117"/>
                    <a:gd name="connsiteY41" fmla="*/ 97068 h 109629"/>
                    <a:gd name="connsiteX42" fmla="*/ 18272 w 33117"/>
                    <a:gd name="connsiteY42" fmla="*/ 95926 h 109629"/>
                    <a:gd name="connsiteX43" fmla="*/ 18272 w 33117"/>
                    <a:gd name="connsiteY43" fmla="*/ 90216 h 109629"/>
                    <a:gd name="connsiteX44" fmla="*/ 19414 w 33117"/>
                    <a:gd name="connsiteY44" fmla="*/ 89074 h 109629"/>
                    <a:gd name="connsiteX45" fmla="*/ 19414 w 33117"/>
                    <a:gd name="connsiteY45" fmla="*/ 83364 h 109629"/>
                    <a:gd name="connsiteX46" fmla="*/ 20556 w 33117"/>
                    <a:gd name="connsiteY46" fmla="*/ 82222 h 109629"/>
                    <a:gd name="connsiteX47" fmla="*/ 20556 w 33117"/>
                    <a:gd name="connsiteY47" fmla="*/ 76512 h 109629"/>
                    <a:gd name="connsiteX48" fmla="*/ 21698 w 33117"/>
                    <a:gd name="connsiteY48" fmla="*/ 75370 h 109629"/>
                    <a:gd name="connsiteX49" fmla="*/ 21698 w 33117"/>
                    <a:gd name="connsiteY49" fmla="*/ 69661 h 109629"/>
                    <a:gd name="connsiteX50" fmla="*/ 22840 w 33117"/>
                    <a:gd name="connsiteY50" fmla="*/ 68519 h 109629"/>
                    <a:gd name="connsiteX51" fmla="*/ 22840 w 33117"/>
                    <a:gd name="connsiteY51" fmla="*/ 62809 h 109629"/>
                    <a:gd name="connsiteX52" fmla="*/ 23982 w 33117"/>
                    <a:gd name="connsiteY52" fmla="*/ 61667 h 109629"/>
                    <a:gd name="connsiteX53" fmla="*/ 23982 w 33117"/>
                    <a:gd name="connsiteY53" fmla="*/ 55957 h 109629"/>
                    <a:gd name="connsiteX54" fmla="*/ 25123 w 33117"/>
                    <a:gd name="connsiteY54" fmla="*/ 54815 h 109629"/>
                    <a:gd name="connsiteX55" fmla="*/ 25123 w 33117"/>
                    <a:gd name="connsiteY55" fmla="*/ 49105 h 109629"/>
                    <a:gd name="connsiteX56" fmla="*/ 26265 w 33117"/>
                    <a:gd name="connsiteY56" fmla="*/ 47963 h 109629"/>
                    <a:gd name="connsiteX57" fmla="*/ 26265 w 33117"/>
                    <a:gd name="connsiteY57" fmla="*/ 42253 h 109629"/>
                    <a:gd name="connsiteX58" fmla="*/ 27407 w 33117"/>
                    <a:gd name="connsiteY58" fmla="*/ 41111 h 109629"/>
                    <a:gd name="connsiteX59" fmla="*/ 27407 w 33117"/>
                    <a:gd name="connsiteY59" fmla="*/ 35401 h 109629"/>
                    <a:gd name="connsiteX60" fmla="*/ 28549 w 33117"/>
                    <a:gd name="connsiteY60" fmla="*/ 34259 h 109629"/>
                    <a:gd name="connsiteX61" fmla="*/ 28549 w 33117"/>
                    <a:gd name="connsiteY61" fmla="*/ 28549 h 109629"/>
                    <a:gd name="connsiteX62" fmla="*/ 29691 w 33117"/>
                    <a:gd name="connsiteY62" fmla="*/ 27407 h 109629"/>
                    <a:gd name="connsiteX63" fmla="*/ 29691 w 33117"/>
                    <a:gd name="connsiteY63" fmla="*/ 21698 h 109629"/>
                    <a:gd name="connsiteX64" fmla="*/ 30833 w 33117"/>
                    <a:gd name="connsiteY64" fmla="*/ 20556 h 109629"/>
                    <a:gd name="connsiteX65" fmla="*/ 30833 w 33117"/>
                    <a:gd name="connsiteY65" fmla="*/ 14846 h 109629"/>
                    <a:gd name="connsiteX66" fmla="*/ 31975 w 33117"/>
                    <a:gd name="connsiteY66" fmla="*/ 13704 h 109629"/>
                    <a:gd name="connsiteX67" fmla="*/ 31975 w 33117"/>
                    <a:gd name="connsiteY67" fmla="*/ 7994 h 109629"/>
                    <a:gd name="connsiteX68" fmla="*/ 33117 w 33117"/>
                    <a:gd name="connsiteY68" fmla="*/ 6852 h 109629"/>
                    <a:gd name="connsiteX69" fmla="*/ 33117 w 33117"/>
                    <a:gd name="connsiteY69" fmla="*/ 2284 h 109629"/>
                    <a:gd name="connsiteX70" fmla="*/ 31975 w 33117"/>
                    <a:gd name="connsiteY70" fmla="*/ 2284 h 109629"/>
                    <a:gd name="connsiteX71" fmla="*/ 30833 w 33117"/>
                    <a:gd name="connsiteY71" fmla="*/ 1142 h 109629"/>
                    <a:gd name="connsiteX72" fmla="*/ 25123 w 33117"/>
                    <a:gd name="connsiteY72" fmla="*/ 1142 h 109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</a:cxnLst>
                  <a:rect l="l" t="t" r="r" b="b"/>
                  <a:pathLst>
                    <a:path w="33117" h="109629">
                      <a:moveTo>
                        <a:pt x="23982" y="0"/>
                      </a:moveTo>
                      <a:lnTo>
                        <a:pt x="17130" y="0"/>
                      </a:lnTo>
                      <a:lnTo>
                        <a:pt x="17130" y="5710"/>
                      </a:lnTo>
                      <a:lnTo>
                        <a:pt x="15988" y="6852"/>
                      </a:lnTo>
                      <a:lnTo>
                        <a:pt x="15988" y="12562"/>
                      </a:lnTo>
                      <a:lnTo>
                        <a:pt x="14846" y="13704"/>
                      </a:lnTo>
                      <a:lnTo>
                        <a:pt x="14846" y="19414"/>
                      </a:lnTo>
                      <a:lnTo>
                        <a:pt x="13704" y="20556"/>
                      </a:lnTo>
                      <a:lnTo>
                        <a:pt x="13704" y="26265"/>
                      </a:lnTo>
                      <a:lnTo>
                        <a:pt x="12562" y="27407"/>
                      </a:lnTo>
                      <a:lnTo>
                        <a:pt x="12562" y="33117"/>
                      </a:lnTo>
                      <a:lnTo>
                        <a:pt x="11420" y="34259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6821"/>
                      </a:lnTo>
                      <a:lnTo>
                        <a:pt x="9136" y="47963"/>
                      </a:lnTo>
                      <a:lnTo>
                        <a:pt x="9136" y="53673"/>
                      </a:lnTo>
                      <a:lnTo>
                        <a:pt x="7994" y="54815"/>
                      </a:lnTo>
                      <a:lnTo>
                        <a:pt x="7994" y="60525"/>
                      </a:lnTo>
                      <a:lnTo>
                        <a:pt x="6852" y="61667"/>
                      </a:lnTo>
                      <a:lnTo>
                        <a:pt x="6852" y="67377"/>
                      </a:lnTo>
                      <a:lnTo>
                        <a:pt x="5710" y="68519"/>
                      </a:lnTo>
                      <a:lnTo>
                        <a:pt x="5710" y="74228"/>
                      </a:lnTo>
                      <a:lnTo>
                        <a:pt x="4568" y="75370"/>
                      </a:lnTo>
                      <a:lnTo>
                        <a:pt x="4568" y="81080"/>
                      </a:lnTo>
                      <a:lnTo>
                        <a:pt x="3426" y="82222"/>
                      </a:lnTo>
                      <a:lnTo>
                        <a:pt x="3426" y="87932"/>
                      </a:lnTo>
                      <a:lnTo>
                        <a:pt x="2284" y="89074"/>
                      </a:lnTo>
                      <a:lnTo>
                        <a:pt x="2284" y="94784"/>
                      </a:lnTo>
                      <a:lnTo>
                        <a:pt x="1142" y="95926"/>
                      </a:lnTo>
                      <a:lnTo>
                        <a:pt x="1142" y="101636"/>
                      </a:lnTo>
                      <a:lnTo>
                        <a:pt x="0" y="102778"/>
                      </a:lnTo>
                      <a:lnTo>
                        <a:pt x="0" y="106204"/>
                      </a:lnTo>
                      <a:lnTo>
                        <a:pt x="1142" y="107346"/>
                      </a:lnTo>
                      <a:lnTo>
                        <a:pt x="6852" y="107346"/>
                      </a:lnTo>
                      <a:lnTo>
                        <a:pt x="7994" y="108488"/>
                      </a:lnTo>
                      <a:lnTo>
                        <a:pt x="13704" y="108488"/>
                      </a:lnTo>
                      <a:lnTo>
                        <a:pt x="14846" y="109630"/>
                      </a:lnTo>
                      <a:lnTo>
                        <a:pt x="15988" y="109630"/>
                      </a:lnTo>
                      <a:lnTo>
                        <a:pt x="15988" y="103920"/>
                      </a:lnTo>
                      <a:lnTo>
                        <a:pt x="17130" y="102778"/>
                      </a:lnTo>
                      <a:lnTo>
                        <a:pt x="17130" y="97068"/>
                      </a:lnTo>
                      <a:lnTo>
                        <a:pt x="18272" y="95926"/>
                      </a:lnTo>
                      <a:lnTo>
                        <a:pt x="18272" y="90216"/>
                      </a:lnTo>
                      <a:lnTo>
                        <a:pt x="19414" y="89074"/>
                      </a:lnTo>
                      <a:lnTo>
                        <a:pt x="19414" y="83364"/>
                      </a:lnTo>
                      <a:lnTo>
                        <a:pt x="20556" y="82222"/>
                      </a:lnTo>
                      <a:lnTo>
                        <a:pt x="20556" y="76512"/>
                      </a:lnTo>
                      <a:lnTo>
                        <a:pt x="21698" y="75370"/>
                      </a:lnTo>
                      <a:lnTo>
                        <a:pt x="21698" y="69661"/>
                      </a:lnTo>
                      <a:lnTo>
                        <a:pt x="22840" y="68519"/>
                      </a:lnTo>
                      <a:lnTo>
                        <a:pt x="22840" y="62809"/>
                      </a:lnTo>
                      <a:lnTo>
                        <a:pt x="23982" y="61667"/>
                      </a:lnTo>
                      <a:lnTo>
                        <a:pt x="23982" y="55957"/>
                      </a:lnTo>
                      <a:lnTo>
                        <a:pt x="25123" y="54815"/>
                      </a:lnTo>
                      <a:lnTo>
                        <a:pt x="25123" y="49105"/>
                      </a:lnTo>
                      <a:lnTo>
                        <a:pt x="26265" y="47963"/>
                      </a:lnTo>
                      <a:lnTo>
                        <a:pt x="26265" y="42253"/>
                      </a:lnTo>
                      <a:lnTo>
                        <a:pt x="27407" y="41111"/>
                      </a:lnTo>
                      <a:lnTo>
                        <a:pt x="27407" y="35401"/>
                      </a:lnTo>
                      <a:lnTo>
                        <a:pt x="28549" y="34259"/>
                      </a:lnTo>
                      <a:lnTo>
                        <a:pt x="28549" y="28549"/>
                      </a:lnTo>
                      <a:lnTo>
                        <a:pt x="29691" y="27407"/>
                      </a:lnTo>
                      <a:lnTo>
                        <a:pt x="29691" y="21698"/>
                      </a:lnTo>
                      <a:lnTo>
                        <a:pt x="30833" y="20556"/>
                      </a:lnTo>
                      <a:lnTo>
                        <a:pt x="30833" y="14846"/>
                      </a:lnTo>
                      <a:lnTo>
                        <a:pt x="31975" y="13704"/>
                      </a:lnTo>
                      <a:lnTo>
                        <a:pt x="31975" y="7994"/>
                      </a:lnTo>
                      <a:lnTo>
                        <a:pt x="33117" y="6852"/>
                      </a:lnTo>
                      <a:lnTo>
                        <a:pt x="33117" y="2284"/>
                      </a:lnTo>
                      <a:lnTo>
                        <a:pt x="31975" y="2284"/>
                      </a:lnTo>
                      <a:lnTo>
                        <a:pt x="30833" y="1142"/>
                      </a:lnTo>
                      <a:lnTo>
                        <a:pt x="25123" y="1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2" name="任意形状 7071">
                  <a:extLst>
                    <a:ext uri="{FF2B5EF4-FFF2-40B4-BE49-F238E27FC236}">
                      <a16:creationId xmlns:a16="http://schemas.microsoft.com/office/drawing/2014/main" id="{C4B311F3-CA51-4A20-1E1A-9D9FC358B024}"/>
                    </a:ext>
                  </a:extLst>
                </p:cNvPr>
                <p:cNvSpPr/>
                <p:nvPr/>
              </p:nvSpPr>
              <p:spPr>
                <a:xfrm>
                  <a:off x="5525228" y="5070212"/>
                  <a:ext cx="199845" cy="181574"/>
                </a:xfrm>
                <a:custGeom>
                  <a:avLst/>
                  <a:gdLst>
                    <a:gd name="connsiteX0" fmla="*/ 2284 w 199845"/>
                    <a:gd name="connsiteY0" fmla="*/ 3426 h 181574"/>
                    <a:gd name="connsiteX1" fmla="*/ 2284 w 199845"/>
                    <a:gd name="connsiteY1" fmla="*/ 4568 h 181574"/>
                    <a:gd name="connsiteX2" fmla="*/ 1142 w 199845"/>
                    <a:gd name="connsiteY2" fmla="*/ 5710 h 181574"/>
                    <a:gd name="connsiteX3" fmla="*/ 1142 w 199845"/>
                    <a:gd name="connsiteY3" fmla="*/ 7994 h 181574"/>
                    <a:gd name="connsiteX4" fmla="*/ 0 w 199845"/>
                    <a:gd name="connsiteY4" fmla="*/ 9136 h 181574"/>
                    <a:gd name="connsiteX5" fmla="*/ 0 w 199845"/>
                    <a:gd name="connsiteY5" fmla="*/ 172438 h 181574"/>
                    <a:gd name="connsiteX6" fmla="*/ 1142 w 199845"/>
                    <a:gd name="connsiteY6" fmla="*/ 173580 h 181574"/>
                    <a:gd name="connsiteX7" fmla="*/ 1142 w 199845"/>
                    <a:gd name="connsiteY7" fmla="*/ 175864 h 181574"/>
                    <a:gd name="connsiteX8" fmla="*/ 3426 w 199845"/>
                    <a:gd name="connsiteY8" fmla="*/ 179290 h 181574"/>
                    <a:gd name="connsiteX9" fmla="*/ 4568 w 199845"/>
                    <a:gd name="connsiteY9" fmla="*/ 179290 h 181574"/>
                    <a:gd name="connsiteX10" fmla="*/ 5710 w 199845"/>
                    <a:gd name="connsiteY10" fmla="*/ 180432 h 181574"/>
                    <a:gd name="connsiteX11" fmla="*/ 7994 w 199845"/>
                    <a:gd name="connsiteY11" fmla="*/ 180432 h 181574"/>
                    <a:gd name="connsiteX12" fmla="*/ 9136 w 199845"/>
                    <a:gd name="connsiteY12" fmla="*/ 181574 h 181574"/>
                    <a:gd name="connsiteX13" fmla="*/ 190710 w 199845"/>
                    <a:gd name="connsiteY13" fmla="*/ 181574 h 181574"/>
                    <a:gd name="connsiteX14" fmla="*/ 191852 w 199845"/>
                    <a:gd name="connsiteY14" fmla="*/ 180432 h 181574"/>
                    <a:gd name="connsiteX15" fmla="*/ 194136 w 199845"/>
                    <a:gd name="connsiteY15" fmla="*/ 180432 h 181574"/>
                    <a:gd name="connsiteX16" fmla="*/ 197562 w 199845"/>
                    <a:gd name="connsiteY16" fmla="*/ 178148 h 181574"/>
                    <a:gd name="connsiteX17" fmla="*/ 197562 w 199845"/>
                    <a:gd name="connsiteY17" fmla="*/ 177006 h 181574"/>
                    <a:gd name="connsiteX18" fmla="*/ 198704 w 199845"/>
                    <a:gd name="connsiteY18" fmla="*/ 175864 h 181574"/>
                    <a:gd name="connsiteX19" fmla="*/ 198704 w 199845"/>
                    <a:gd name="connsiteY19" fmla="*/ 173580 h 181574"/>
                    <a:gd name="connsiteX20" fmla="*/ 199846 w 199845"/>
                    <a:gd name="connsiteY20" fmla="*/ 172438 h 181574"/>
                    <a:gd name="connsiteX21" fmla="*/ 199846 w 199845"/>
                    <a:gd name="connsiteY21" fmla="*/ 9136 h 181574"/>
                    <a:gd name="connsiteX22" fmla="*/ 198704 w 199845"/>
                    <a:gd name="connsiteY22" fmla="*/ 7994 h 181574"/>
                    <a:gd name="connsiteX23" fmla="*/ 198704 w 199845"/>
                    <a:gd name="connsiteY23" fmla="*/ 5710 h 181574"/>
                    <a:gd name="connsiteX24" fmla="*/ 196420 w 199845"/>
                    <a:gd name="connsiteY24" fmla="*/ 2284 h 181574"/>
                    <a:gd name="connsiteX25" fmla="*/ 195278 w 199845"/>
                    <a:gd name="connsiteY25" fmla="*/ 2284 h 181574"/>
                    <a:gd name="connsiteX26" fmla="*/ 194136 w 199845"/>
                    <a:gd name="connsiteY26" fmla="*/ 1142 h 181574"/>
                    <a:gd name="connsiteX27" fmla="*/ 191852 w 199845"/>
                    <a:gd name="connsiteY27" fmla="*/ 1142 h 181574"/>
                    <a:gd name="connsiteX28" fmla="*/ 190710 w 199845"/>
                    <a:gd name="connsiteY28" fmla="*/ 0 h 181574"/>
                    <a:gd name="connsiteX29" fmla="*/ 9136 w 199845"/>
                    <a:gd name="connsiteY29" fmla="*/ 0 h 181574"/>
                    <a:gd name="connsiteX30" fmla="*/ 7994 w 199845"/>
                    <a:gd name="connsiteY30" fmla="*/ 1142 h 181574"/>
                    <a:gd name="connsiteX31" fmla="*/ 5710 w 199845"/>
                    <a:gd name="connsiteY31" fmla="*/ 1142 h 181574"/>
                    <a:gd name="connsiteX32" fmla="*/ 17130 w 199845"/>
                    <a:gd name="connsiteY32" fmla="*/ 19414 h 181574"/>
                    <a:gd name="connsiteX33" fmla="*/ 17130 w 199845"/>
                    <a:gd name="connsiteY33" fmla="*/ 162161 h 181574"/>
                    <a:gd name="connsiteX34" fmla="*/ 19414 w 199845"/>
                    <a:gd name="connsiteY34" fmla="*/ 164445 h 181574"/>
                    <a:gd name="connsiteX35" fmla="*/ 180432 w 199845"/>
                    <a:gd name="connsiteY35" fmla="*/ 164445 h 181574"/>
                    <a:gd name="connsiteX36" fmla="*/ 182716 w 199845"/>
                    <a:gd name="connsiteY36" fmla="*/ 162161 h 181574"/>
                    <a:gd name="connsiteX37" fmla="*/ 182716 w 199845"/>
                    <a:gd name="connsiteY37" fmla="*/ 19414 h 181574"/>
                    <a:gd name="connsiteX38" fmla="*/ 180432 w 199845"/>
                    <a:gd name="connsiteY38" fmla="*/ 17130 h 181574"/>
                    <a:gd name="connsiteX39" fmla="*/ 19414 w 199845"/>
                    <a:gd name="connsiteY39" fmla="*/ 17130 h 1815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199845" h="181574">
                      <a:moveTo>
                        <a:pt x="2284" y="3426"/>
                      </a:moveTo>
                      <a:lnTo>
                        <a:pt x="2284" y="4568"/>
                      </a:lnTo>
                      <a:lnTo>
                        <a:pt x="1142" y="5710"/>
                      </a:lnTo>
                      <a:lnTo>
                        <a:pt x="1142" y="7994"/>
                      </a:lnTo>
                      <a:lnTo>
                        <a:pt x="0" y="9136"/>
                      </a:lnTo>
                      <a:lnTo>
                        <a:pt x="0" y="172438"/>
                      </a:lnTo>
                      <a:lnTo>
                        <a:pt x="1142" y="173580"/>
                      </a:lnTo>
                      <a:lnTo>
                        <a:pt x="1142" y="175864"/>
                      </a:lnTo>
                      <a:lnTo>
                        <a:pt x="3426" y="179290"/>
                      </a:lnTo>
                      <a:lnTo>
                        <a:pt x="4568" y="179290"/>
                      </a:lnTo>
                      <a:lnTo>
                        <a:pt x="5710" y="180432"/>
                      </a:lnTo>
                      <a:lnTo>
                        <a:pt x="7994" y="180432"/>
                      </a:lnTo>
                      <a:lnTo>
                        <a:pt x="9136" y="181574"/>
                      </a:lnTo>
                      <a:lnTo>
                        <a:pt x="190710" y="181574"/>
                      </a:lnTo>
                      <a:lnTo>
                        <a:pt x="191852" y="180432"/>
                      </a:lnTo>
                      <a:lnTo>
                        <a:pt x="194136" y="180432"/>
                      </a:lnTo>
                      <a:lnTo>
                        <a:pt x="197562" y="178148"/>
                      </a:lnTo>
                      <a:lnTo>
                        <a:pt x="197562" y="177006"/>
                      </a:lnTo>
                      <a:lnTo>
                        <a:pt x="198704" y="175864"/>
                      </a:lnTo>
                      <a:lnTo>
                        <a:pt x="198704" y="173580"/>
                      </a:lnTo>
                      <a:lnTo>
                        <a:pt x="199846" y="172438"/>
                      </a:lnTo>
                      <a:lnTo>
                        <a:pt x="199846" y="9136"/>
                      </a:lnTo>
                      <a:lnTo>
                        <a:pt x="198704" y="7994"/>
                      </a:lnTo>
                      <a:lnTo>
                        <a:pt x="198704" y="5710"/>
                      </a:lnTo>
                      <a:lnTo>
                        <a:pt x="196420" y="2284"/>
                      </a:lnTo>
                      <a:lnTo>
                        <a:pt x="195278" y="2284"/>
                      </a:lnTo>
                      <a:lnTo>
                        <a:pt x="194136" y="1142"/>
                      </a:lnTo>
                      <a:lnTo>
                        <a:pt x="191852" y="1142"/>
                      </a:lnTo>
                      <a:lnTo>
                        <a:pt x="190710" y="0"/>
                      </a:lnTo>
                      <a:lnTo>
                        <a:pt x="9136" y="0"/>
                      </a:lnTo>
                      <a:lnTo>
                        <a:pt x="7994" y="1142"/>
                      </a:lnTo>
                      <a:lnTo>
                        <a:pt x="5710" y="1142"/>
                      </a:lnTo>
                      <a:close/>
                      <a:moveTo>
                        <a:pt x="17130" y="19414"/>
                      </a:moveTo>
                      <a:lnTo>
                        <a:pt x="17130" y="162161"/>
                      </a:lnTo>
                      <a:lnTo>
                        <a:pt x="19414" y="164445"/>
                      </a:lnTo>
                      <a:lnTo>
                        <a:pt x="180432" y="164445"/>
                      </a:lnTo>
                      <a:lnTo>
                        <a:pt x="182716" y="162161"/>
                      </a:lnTo>
                      <a:lnTo>
                        <a:pt x="182716" y="19414"/>
                      </a:lnTo>
                      <a:lnTo>
                        <a:pt x="180432" y="17130"/>
                      </a:lnTo>
                      <a:lnTo>
                        <a:pt x="1941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3" name="任意形状 7072">
                  <a:extLst>
                    <a:ext uri="{FF2B5EF4-FFF2-40B4-BE49-F238E27FC236}">
                      <a16:creationId xmlns:a16="http://schemas.microsoft.com/office/drawing/2014/main" id="{E10957A0-F641-DEA4-2FEC-BD3884EF1224}"/>
                    </a:ext>
                  </a:extLst>
                </p:cNvPr>
                <p:cNvSpPr/>
                <p:nvPr/>
              </p:nvSpPr>
              <p:spPr>
                <a:xfrm>
                  <a:off x="5360783" y="5033669"/>
                  <a:ext cx="547006" cy="547006"/>
                </a:xfrm>
                <a:custGeom>
                  <a:avLst/>
                  <a:gdLst>
                    <a:gd name="connsiteX0" fmla="*/ 28549 w 547006"/>
                    <a:gd name="connsiteY0" fmla="*/ 4568 h 547006"/>
                    <a:gd name="connsiteX1" fmla="*/ 22840 w 547006"/>
                    <a:gd name="connsiteY1" fmla="*/ 10278 h 547006"/>
                    <a:gd name="connsiteX2" fmla="*/ 18272 w 547006"/>
                    <a:gd name="connsiteY2" fmla="*/ 19414 h 547006"/>
                    <a:gd name="connsiteX3" fmla="*/ 18272 w 547006"/>
                    <a:gd name="connsiteY3" fmla="*/ 43395 h 547006"/>
                    <a:gd name="connsiteX4" fmla="*/ 15988 w 547006"/>
                    <a:gd name="connsiteY4" fmla="*/ 45679 h 547006"/>
                    <a:gd name="connsiteX5" fmla="*/ 0 w 547006"/>
                    <a:gd name="connsiteY5" fmla="*/ 45679 h 547006"/>
                    <a:gd name="connsiteX6" fmla="*/ 0 w 547006"/>
                    <a:gd name="connsiteY6" fmla="*/ 62809 h 547006"/>
                    <a:gd name="connsiteX7" fmla="*/ 15988 w 547006"/>
                    <a:gd name="connsiteY7" fmla="*/ 62809 h 547006"/>
                    <a:gd name="connsiteX8" fmla="*/ 18272 w 547006"/>
                    <a:gd name="connsiteY8" fmla="*/ 65093 h 547006"/>
                    <a:gd name="connsiteX9" fmla="*/ 18272 w 547006"/>
                    <a:gd name="connsiteY9" fmla="*/ 98210 h 547006"/>
                    <a:gd name="connsiteX10" fmla="*/ 15988 w 547006"/>
                    <a:gd name="connsiteY10" fmla="*/ 100494 h 547006"/>
                    <a:gd name="connsiteX11" fmla="*/ 0 w 547006"/>
                    <a:gd name="connsiteY11" fmla="*/ 100494 h 547006"/>
                    <a:gd name="connsiteX12" fmla="*/ 0 w 547006"/>
                    <a:gd name="connsiteY12" fmla="*/ 117624 h 547006"/>
                    <a:gd name="connsiteX13" fmla="*/ 15988 w 547006"/>
                    <a:gd name="connsiteY13" fmla="*/ 117624 h 547006"/>
                    <a:gd name="connsiteX14" fmla="*/ 18272 w 547006"/>
                    <a:gd name="connsiteY14" fmla="*/ 119908 h 547006"/>
                    <a:gd name="connsiteX15" fmla="*/ 18272 w 547006"/>
                    <a:gd name="connsiteY15" fmla="*/ 153025 h 547006"/>
                    <a:gd name="connsiteX16" fmla="*/ 15988 w 547006"/>
                    <a:gd name="connsiteY16" fmla="*/ 155309 h 547006"/>
                    <a:gd name="connsiteX17" fmla="*/ 0 w 547006"/>
                    <a:gd name="connsiteY17" fmla="*/ 155309 h 547006"/>
                    <a:gd name="connsiteX18" fmla="*/ 0 w 547006"/>
                    <a:gd name="connsiteY18" fmla="*/ 172438 h 547006"/>
                    <a:gd name="connsiteX19" fmla="*/ 15988 w 547006"/>
                    <a:gd name="connsiteY19" fmla="*/ 172438 h 547006"/>
                    <a:gd name="connsiteX20" fmla="*/ 18272 w 547006"/>
                    <a:gd name="connsiteY20" fmla="*/ 174722 h 547006"/>
                    <a:gd name="connsiteX21" fmla="*/ 18272 w 547006"/>
                    <a:gd name="connsiteY21" fmla="*/ 207840 h 547006"/>
                    <a:gd name="connsiteX22" fmla="*/ 15988 w 547006"/>
                    <a:gd name="connsiteY22" fmla="*/ 210124 h 547006"/>
                    <a:gd name="connsiteX23" fmla="*/ 0 w 547006"/>
                    <a:gd name="connsiteY23" fmla="*/ 210124 h 547006"/>
                    <a:gd name="connsiteX24" fmla="*/ 0 w 547006"/>
                    <a:gd name="connsiteY24" fmla="*/ 227253 h 547006"/>
                    <a:gd name="connsiteX25" fmla="*/ 15988 w 547006"/>
                    <a:gd name="connsiteY25" fmla="*/ 227253 h 547006"/>
                    <a:gd name="connsiteX26" fmla="*/ 18272 w 547006"/>
                    <a:gd name="connsiteY26" fmla="*/ 229537 h 547006"/>
                    <a:gd name="connsiteX27" fmla="*/ 18272 w 547006"/>
                    <a:gd name="connsiteY27" fmla="*/ 262655 h 547006"/>
                    <a:gd name="connsiteX28" fmla="*/ 15988 w 547006"/>
                    <a:gd name="connsiteY28" fmla="*/ 264939 h 547006"/>
                    <a:gd name="connsiteX29" fmla="*/ 0 w 547006"/>
                    <a:gd name="connsiteY29" fmla="*/ 264939 h 547006"/>
                    <a:gd name="connsiteX30" fmla="*/ 0 w 547006"/>
                    <a:gd name="connsiteY30" fmla="*/ 282068 h 547006"/>
                    <a:gd name="connsiteX31" fmla="*/ 15988 w 547006"/>
                    <a:gd name="connsiteY31" fmla="*/ 282068 h 547006"/>
                    <a:gd name="connsiteX32" fmla="*/ 18272 w 547006"/>
                    <a:gd name="connsiteY32" fmla="*/ 284352 h 547006"/>
                    <a:gd name="connsiteX33" fmla="*/ 18272 w 547006"/>
                    <a:gd name="connsiteY33" fmla="*/ 317470 h 547006"/>
                    <a:gd name="connsiteX34" fmla="*/ 15988 w 547006"/>
                    <a:gd name="connsiteY34" fmla="*/ 319753 h 547006"/>
                    <a:gd name="connsiteX35" fmla="*/ 0 w 547006"/>
                    <a:gd name="connsiteY35" fmla="*/ 319753 h 547006"/>
                    <a:gd name="connsiteX36" fmla="*/ 0 w 547006"/>
                    <a:gd name="connsiteY36" fmla="*/ 336883 h 547006"/>
                    <a:gd name="connsiteX37" fmla="*/ 15988 w 547006"/>
                    <a:gd name="connsiteY37" fmla="*/ 336883 h 547006"/>
                    <a:gd name="connsiteX38" fmla="*/ 18272 w 547006"/>
                    <a:gd name="connsiteY38" fmla="*/ 339167 h 547006"/>
                    <a:gd name="connsiteX39" fmla="*/ 18272 w 547006"/>
                    <a:gd name="connsiteY39" fmla="*/ 372284 h 547006"/>
                    <a:gd name="connsiteX40" fmla="*/ 15988 w 547006"/>
                    <a:gd name="connsiteY40" fmla="*/ 374568 h 547006"/>
                    <a:gd name="connsiteX41" fmla="*/ 0 w 547006"/>
                    <a:gd name="connsiteY41" fmla="*/ 374568 h 547006"/>
                    <a:gd name="connsiteX42" fmla="*/ 0 w 547006"/>
                    <a:gd name="connsiteY42" fmla="*/ 391698 h 547006"/>
                    <a:gd name="connsiteX43" fmla="*/ 15988 w 547006"/>
                    <a:gd name="connsiteY43" fmla="*/ 391698 h 547006"/>
                    <a:gd name="connsiteX44" fmla="*/ 18272 w 547006"/>
                    <a:gd name="connsiteY44" fmla="*/ 393982 h 547006"/>
                    <a:gd name="connsiteX45" fmla="*/ 18272 w 547006"/>
                    <a:gd name="connsiteY45" fmla="*/ 427099 h 547006"/>
                    <a:gd name="connsiteX46" fmla="*/ 15988 w 547006"/>
                    <a:gd name="connsiteY46" fmla="*/ 429383 h 547006"/>
                    <a:gd name="connsiteX47" fmla="*/ 0 w 547006"/>
                    <a:gd name="connsiteY47" fmla="*/ 429383 h 547006"/>
                    <a:gd name="connsiteX48" fmla="*/ 0 w 547006"/>
                    <a:gd name="connsiteY48" fmla="*/ 446513 h 547006"/>
                    <a:gd name="connsiteX49" fmla="*/ 15988 w 547006"/>
                    <a:gd name="connsiteY49" fmla="*/ 446513 h 547006"/>
                    <a:gd name="connsiteX50" fmla="*/ 18272 w 547006"/>
                    <a:gd name="connsiteY50" fmla="*/ 448797 h 547006"/>
                    <a:gd name="connsiteX51" fmla="*/ 18272 w 547006"/>
                    <a:gd name="connsiteY51" fmla="*/ 481914 h 547006"/>
                    <a:gd name="connsiteX52" fmla="*/ 15988 w 547006"/>
                    <a:gd name="connsiteY52" fmla="*/ 484198 h 547006"/>
                    <a:gd name="connsiteX53" fmla="*/ 0 w 547006"/>
                    <a:gd name="connsiteY53" fmla="*/ 484198 h 547006"/>
                    <a:gd name="connsiteX54" fmla="*/ 0 w 547006"/>
                    <a:gd name="connsiteY54" fmla="*/ 501328 h 547006"/>
                    <a:gd name="connsiteX55" fmla="*/ 15988 w 547006"/>
                    <a:gd name="connsiteY55" fmla="*/ 501328 h 547006"/>
                    <a:gd name="connsiteX56" fmla="*/ 18272 w 547006"/>
                    <a:gd name="connsiteY56" fmla="*/ 503612 h 547006"/>
                    <a:gd name="connsiteX57" fmla="*/ 18272 w 547006"/>
                    <a:gd name="connsiteY57" fmla="*/ 527593 h 547006"/>
                    <a:gd name="connsiteX58" fmla="*/ 22840 w 547006"/>
                    <a:gd name="connsiteY58" fmla="*/ 536729 h 547006"/>
                    <a:gd name="connsiteX59" fmla="*/ 28549 w 547006"/>
                    <a:gd name="connsiteY59" fmla="*/ 542439 h 547006"/>
                    <a:gd name="connsiteX60" fmla="*/ 37685 w 547006"/>
                    <a:gd name="connsiteY60" fmla="*/ 547007 h 547006"/>
                    <a:gd name="connsiteX61" fmla="*/ 423673 w 547006"/>
                    <a:gd name="connsiteY61" fmla="*/ 547007 h 547006"/>
                    <a:gd name="connsiteX62" fmla="*/ 428241 w 547006"/>
                    <a:gd name="connsiteY62" fmla="*/ 542439 h 547006"/>
                    <a:gd name="connsiteX63" fmla="*/ 432809 w 547006"/>
                    <a:gd name="connsiteY63" fmla="*/ 504754 h 547006"/>
                    <a:gd name="connsiteX64" fmla="*/ 440803 w 547006"/>
                    <a:gd name="connsiteY64" fmla="*/ 500186 h 547006"/>
                    <a:gd name="connsiteX65" fmla="*/ 444229 w 547006"/>
                    <a:gd name="connsiteY65" fmla="*/ 501328 h 547006"/>
                    <a:gd name="connsiteX66" fmla="*/ 473920 w 547006"/>
                    <a:gd name="connsiteY66" fmla="*/ 524167 h 547006"/>
                    <a:gd name="connsiteX67" fmla="*/ 483056 w 547006"/>
                    <a:gd name="connsiteY67" fmla="*/ 521883 h 547006"/>
                    <a:gd name="connsiteX68" fmla="*/ 521883 w 547006"/>
                    <a:gd name="connsiteY68" fmla="*/ 483056 h 547006"/>
                    <a:gd name="connsiteX69" fmla="*/ 524167 w 547006"/>
                    <a:gd name="connsiteY69" fmla="*/ 478488 h 547006"/>
                    <a:gd name="connsiteX70" fmla="*/ 521883 w 547006"/>
                    <a:gd name="connsiteY70" fmla="*/ 469352 h 547006"/>
                    <a:gd name="connsiteX71" fmla="*/ 501328 w 547006"/>
                    <a:gd name="connsiteY71" fmla="*/ 444229 h 547006"/>
                    <a:gd name="connsiteX72" fmla="*/ 500186 w 547006"/>
                    <a:gd name="connsiteY72" fmla="*/ 440803 h 547006"/>
                    <a:gd name="connsiteX73" fmla="*/ 505896 w 547006"/>
                    <a:gd name="connsiteY73" fmla="*/ 432809 h 547006"/>
                    <a:gd name="connsiteX74" fmla="*/ 542439 w 547006"/>
                    <a:gd name="connsiteY74" fmla="*/ 428241 h 547006"/>
                    <a:gd name="connsiteX75" fmla="*/ 547007 w 547006"/>
                    <a:gd name="connsiteY75" fmla="*/ 423673 h 547006"/>
                    <a:gd name="connsiteX76" fmla="*/ 547007 w 547006"/>
                    <a:gd name="connsiteY76" fmla="*/ 360865 h 547006"/>
                    <a:gd name="connsiteX77" fmla="*/ 542439 w 547006"/>
                    <a:gd name="connsiteY77" fmla="*/ 356297 h 547006"/>
                    <a:gd name="connsiteX78" fmla="*/ 504754 w 547006"/>
                    <a:gd name="connsiteY78" fmla="*/ 351729 h 547006"/>
                    <a:gd name="connsiteX79" fmla="*/ 502470 w 547006"/>
                    <a:gd name="connsiteY79" fmla="*/ 349445 h 547006"/>
                    <a:gd name="connsiteX80" fmla="*/ 500186 w 547006"/>
                    <a:gd name="connsiteY80" fmla="*/ 342593 h 547006"/>
                    <a:gd name="connsiteX81" fmla="*/ 521883 w 547006"/>
                    <a:gd name="connsiteY81" fmla="*/ 315186 h 547006"/>
                    <a:gd name="connsiteX82" fmla="*/ 524167 w 547006"/>
                    <a:gd name="connsiteY82" fmla="*/ 306050 h 547006"/>
                    <a:gd name="connsiteX83" fmla="*/ 521883 w 547006"/>
                    <a:gd name="connsiteY83" fmla="*/ 301482 h 547006"/>
                    <a:gd name="connsiteX84" fmla="*/ 483056 w 547006"/>
                    <a:gd name="connsiteY84" fmla="*/ 262655 h 547006"/>
                    <a:gd name="connsiteX85" fmla="*/ 473920 w 547006"/>
                    <a:gd name="connsiteY85" fmla="*/ 260371 h 547006"/>
                    <a:gd name="connsiteX86" fmla="*/ 444229 w 547006"/>
                    <a:gd name="connsiteY86" fmla="*/ 283210 h 547006"/>
                    <a:gd name="connsiteX87" fmla="*/ 440803 w 547006"/>
                    <a:gd name="connsiteY87" fmla="*/ 284352 h 547006"/>
                    <a:gd name="connsiteX88" fmla="*/ 437377 w 547006"/>
                    <a:gd name="connsiteY88" fmla="*/ 280926 h 547006"/>
                    <a:gd name="connsiteX89" fmla="*/ 437377 w 547006"/>
                    <a:gd name="connsiteY89" fmla="*/ 19414 h 547006"/>
                    <a:gd name="connsiteX90" fmla="*/ 432809 w 547006"/>
                    <a:gd name="connsiteY90" fmla="*/ 10278 h 547006"/>
                    <a:gd name="connsiteX91" fmla="*/ 427099 w 547006"/>
                    <a:gd name="connsiteY91" fmla="*/ 4568 h 547006"/>
                    <a:gd name="connsiteX92" fmla="*/ 417963 w 547006"/>
                    <a:gd name="connsiteY92" fmla="*/ 0 h 547006"/>
                    <a:gd name="connsiteX93" fmla="*/ 37685 w 547006"/>
                    <a:gd name="connsiteY93" fmla="*/ 0 h 547006"/>
                    <a:gd name="connsiteX94" fmla="*/ 373426 w 547006"/>
                    <a:gd name="connsiteY94" fmla="*/ 254661 h 547006"/>
                    <a:gd name="connsiteX95" fmla="*/ 371142 w 547006"/>
                    <a:gd name="connsiteY95" fmla="*/ 256945 h 547006"/>
                    <a:gd name="connsiteX96" fmla="*/ 371142 w 547006"/>
                    <a:gd name="connsiteY96" fmla="*/ 263797 h 547006"/>
                    <a:gd name="connsiteX97" fmla="*/ 370000 w 547006"/>
                    <a:gd name="connsiteY97" fmla="*/ 264939 h 547006"/>
                    <a:gd name="connsiteX98" fmla="*/ 370000 w 547006"/>
                    <a:gd name="connsiteY98" fmla="*/ 274074 h 547006"/>
                    <a:gd name="connsiteX99" fmla="*/ 368858 w 547006"/>
                    <a:gd name="connsiteY99" fmla="*/ 275216 h 547006"/>
                    <a:gd name="connsiteX100" fmla="*/ 368858 w 547006"/>
                    <a:gd name="connsiteY100" fmla="*/ 283210 h 547006"/>
                    <a:gd name="connsiteX101" fmla="*/ 367716 w 547006"/>
                    <a:gd name="connsiteY101" fmla="*/ 284352 h 547006"/>
                    <a:gd name="connsiteX102" fmla="*/ 367716 w 547006"/>
                    <a:gd name="connsiteY102" fmla="*/ 290062 h 547006"/>
                    <a:gd name="connsiteX103" fmla="*/ 364291 w 547006"/>
                    <a:gd name="connsiteY103" fmla="*/ 294630 h 547006"/>
                    <a:gd name="connsiteX104" fmla="*/ 359723 w 547006"/>
                    <a:gd name="connsiteY104" fmla="*/ 295772 h 547006"/>
                    <a:gd name="connsiteX105" fmla="*/ 358581 w 547006"/>
                    <a:gd name="connsiteY105" fmla="*/ 296914 h 547006"/>
                    <a:gd name="connsiteX106" fmla="*/ 356297 w 547006"/>
                    <a:gd name="connsiteY106" fmla="*/ 296914 h 547006"/>
                    <a:gd name="connsiteX107" fmla="*/ 352871 w 547006"/>
                    <a:gd name="connsiteY107" fmla="*/ 299198 h 547006"/>
                    <a:gd name="connsiteX108" fmla="*/ 350587 w 547006"/>
                    <a:gd name="connsiteY108" fmla="*/ 299198 h 547006"/>
                    <a:gd name="connsiteX109" fmla="*/ 341451 w 547006"/>
                    <a:gd name="connsiteY109" fmla="*/ 303766 h 547006"/>
                    <a:gd name="connsiteX110" fmla="*/ 340309 w 547006"/>
                    <a:gd name="connsiteY110" fmla="*/ 302624 h 547006"/>
                    <a:gd name="connsiteX111" fmla="*/ 335741 w 547006"/>
                    <a:gd name="connsiteY111" fmla="*/ 301482 h 547006"/>
                    <a:gd name="connsiteX112" fmla="*/ 326605 w 547006"/>
                    <a:gd name="connsiteY112" fmla="*/ 293488 h 547006"/>
                    <a:gd name="connsiteX113" fmla="*/ 320895 w 547006"/>
                    <a:gd name="connsiteY113" fmla="*/ 290062 h 547006"/>
                    <a:gd name="connsiteX114" fmla="*/ 316328 w 547006"/>
                    <a:gd name="connsiteY114" fmla="*/ 285494 h 547006"/>
                    <a:gd name="connsiteX115" fmla="*/ 315186 w 547006"/>
                    <a:gd name="connsiteY115" fmla="*/ 285494 h 547006"/>
                    <a:gd name="connsiteX116" fmla="*/ 311760 w 547006"/>
                    <a:gd name="connsiteY116" fmla="*/ 282068 h 547006"/>
                    <a:gd name="connsiteX117" fmla="*/ 308334 w 547006"/>
                    <a:gd name="connsiteY117" fmla="*/ 280926 h 547006"/>
                    <a:gd name="connsiteX118" fmla="*/ 280926 w 547006"/>
                    <a:gd name="connsiteY118" fmla="*/ 308334 h 547006"/>
                    <a:gd name="connsiteX119" fmla="*/ 282068 w 547006"/>
                    <a:gd name="connsiteY119" fmla="*/ 311760 h 547006"/>
                    <a:gd name="connsiteX120" fmla="*/ 290062 w 547006"/>
                    <a:gd name="connsiteY120" fmla="*/ 320895 h 547006"/>
                    <a:gd name="connsiteX121" fmla="*/ 290062 w 547006"/>
                    <a:gd name="connsiteY121" fmla="*/ 322037 h 547006"/>
                    <a:gd name="connsiteX122" fmla="*/ 293488 w 547006"/>
                    <a:gd name="connsiteY122" fmla="*/ 325463 h 547006"/>
                    <a:gd name="connsiteX123" fmla="*/ 296914 w 547006"/>
                    <a:gd name="connsiteY123" fmla="*/ 331173 h 547006"/>
                    <a:gd name="connsiteX124" fmla="*/ 301482 w 547006"/>
                    <a:gd name="connsiteY124" fmla="*/ 335741 h 547006"/>
                    <a:gd name="connsiteX125" fmla="*/ 302624 w 547006"/>
                    <a:gd name="connsiteY125" fmla="*/ 340309 h 547006"/>
                    <a:gd name="connsiteX126" fmla="*/ 303766 w 547006"/>
                    <a:gd name="connsiteY126" fmla="*/ 341451 h 547006"/>
                    <a:gd name="connsiteX127" fmla="*/ 298056 w 547006"/>
                    <a:gd name="connsiteY127" fmla="*/ 352871 h 547006"/>
                    <a:gd name="connsiteX128" fmla="*/ 298056 w 547006"/>
                    <a:gd name="connsiteY128" fmla="*/ 355155 h 547006"/>
                    <a:gd name="connsiteX129" fmla="*/ 295772 w 547006"/>
                    <a:gd name="connsiteY129" fmla="*/ 358581 h 547006"/>
                    <a:gd name="connsiteX130" fmla="*/ 295772 w 547006"/>
                    <a:gd name="connsiteY130" fmla="*/ 360865 h 547006"/>
                    <a:gd name="connsiteX131" fmla="*/ 292346 w 547006"/>
                    <a:gd name="connsiteY131" fmla="*/ 366574 h 547006"/>
                    <a:gd name="connsiteX132" fmla="*/ 290062 w 547006"/>
                    <a:gd name="connsiteY132" fmla="*/ 367716 h 547006"/>
                    <a:gd name="connsiteX133" fmla="*/ 283210 w 547006"/>
                    <a:gd name="connsiteY133" fmla="*/ 367716 h 547006"/>
                    <a:gd name="connsiteX134" fmla="*/ 282068 w 547006"/>
                    <a:gd name="connsiteY134" fmla="*/ 368858 h 547006"/>
                    <a:gd name="connsiteX135" fmla="*/ 275216 w 547006"/>
                    <a:gd name="connsiteY135" fmla="*/ 368858 h 547006"/>
                    <a:gd name="connsiteX136" fmla="*/ 274074 w 547006"/>
                    <a:gd name="connsiteY136" fmla="*/ 370000 h 547006"/>
                    <a:gd name="connsiteX137" fmla="*/ 256945 w 547006"/>
                    <a:gd name="connsiteY137" fmla="*/ 371142 h 547006"/>
                    <a:gd name="connsiteX138" fmla="*/ 254661 w 547006"/>
                    <a:gd name="connsiteY138" fmla="*/ 373426 h 547006"/>
                    <a:gd name="connsiteX139" fmla="*/ 254661 w 547006"/>
                    <a:gd name="connsiteY139" fmla="*/ 411112 h 547006"/>
                    <a:gd name="connsiteX140" fmla="*/ 256945 w 547006"/>
                    <a:gd name="connsiteY140" fmla="*/ 413396 h 547006"/>
                    <a:gd name="connsiteX141" fmla="*/ 264939 w 547006"/>
                    <a:gd name="connsiteY141" fmla="*/ 413396 h 547006"/>
                    <a:gd name="connsiteX142" fmla="*/ 266081 w 547006"/>
                    <a:gd name="connsiteY142" fmla="*/ 414538 h 547006"/>
                    <a:gd name="connsiteX143" fmla="*/ 274074 w 547006"/>
                    <a:gd name="connsiteY143" fmla="*/ 414538 h 547006"/>
                    <a:gd name="connsiteX144" fmla="*/ 275216 w 547006"/>
                    <a:gd name="connsiteY144" fmla="*/ 415679 h 547006"/>
                    <a:gd name="connsiteX145" fmla="*/ 283210 w 547006"/>
                    <a:gd name="connsiteY145" fmla="*/ 415679 h 547006"/>
                    <a:gd name="connsiteX146" fmla="*/ 284352 w 547006"/>
                    <a:gd name="connsiteY146" fmla="*/ 416821 h 547006"/>
                    <a:gd name="connsiteX147" fmla="*/ 290062 w 547006"/>
                    <a:gd name="connsiteY147" fmla="*/ 416821 h 547006"/>
                    <a:gd name="connsiteX148" fmla="*/ 294630 w 547006"/>
                    <a:gd name="connsiteY148" fmla="*/ 420247 h 547006"/>
                    <a:gd name="connsiteX149" fmla="*/ 295772 w 547006"/>
                    <a:gd name="connsiteY149" fmla="*/ 424815 h 547006"/>
                    <a:gd name="connsiteX150" fmla="*/ 296914 w 547006"/>
                    <a:gd name="connsiteY150" fmla="*/ 425957 h 547006"/>
                    <a:gd name="connsiteX151" fmla="*/ 296914 w 547006"/>
                    <a:gd name="connsiteY151" fmla="*/ 428241 h 547006"/>
                    <a:gd name="connsiteX152" fmla="*/ 299198 w 547006"/>
                    <a:gd name="connsiteY152" fmla="*/ 431667 h 547006"/>
                    <a:gd name="connsiteX153" fmla="*/ 299198 w 547006"/>
                    <a:gd name="connsiteY153" fmla="*/ 433951 h 547006"/>
                    <a:gd name="connsiteX154" fmla="*/ 303766 w 547006"/>
                    <a:gd name="connsiteY154" fmla="*/ 443087 h 547006"/>
                    <a:gd name="connsiteX155" fmla="*/ 302624 w 547006"/>
                    <a:gd name="connsiteY155" fmla="*/ 444229 h 547006"/>
                    <a:gd name="connsiteX156" fmla="*/ 301482 w 547006"/>
                    <a:gd name="connsiteY156" fmla="*/ 448797 h 547006"/>
                    <a:gd name="connsiteX157" fmla="*/ 293488 w 547006"/>
                    <a:gd name="connsiteY157" fmla="*/ 457933 h 547006"/>
                    <a:gd name="connsiteX158" fmla="*/ 290062 w 547006"/>
                    <a:gd name="connsiteY158" fmla="*/ 463643 h 547006"/>
                    <a:gd name="connsiteX159" fmla="*/ 285494 w 547006"/>
                    <a:gd name="connsiteY159" fmla="*/ 468210 h 547006"/>
                    <a:gd name="connsiteX160" fmla="*/ 285494 w 547006"/>
                    <a:gd name="connsiteY160" fmla="*/ 469352 h 547006"/>
                    <a:gd name="connsiteX161" fmla="*/ 282068 w 547006"/>
                    <a:gd name="connsiteY161" fmla="*/ 472778 h 547006"/>
                    <a:gd name="connsiteX162" fmla="*/ 280926 w 547006"/>
                    <a:gd name="connsiteY162" fmla="*/ 476204 h 547006"/>
                    <a:gd name="connsiteX163" fmla="*/ 308334 w 547006"/>
                    <a:gd name="connsiteY163" fmla="*/ 503612 h 547006"/>
                    <a:gd name="connsiteX164" fmla="*/ 310618 w 547006"/>
                    <a:gd name="connsiteY164" fmla="*/ 503612 h 547006"/>
                    <a:gd name="connsiteX165" fmla="*/ 315186 w 547006"/>
                    <a:gd name="connsiteY165" fmla="*/ 499044 h 547006"/>
                    <a:gd name="connsiteX166" fmla="*/ 320895 w 547006"/>
                    <a:gd name="connsiteY166" fmla="*/ 495618 h 547006"/>
                    <a:gd name="connsiteX167" fmla="*/ 335741 w 547006"/>
                    <a:gd name="connsiteY167" fmla="*/ 483056 h 547006"/>
                    <a:gd name="connsiteX168" fmla="*/ 340309 w 547006"/>
                    <a:gd name="connsiteY168" fmla="*/ 481914 h 547006"/>
                    <a:gd name="connsiteX169" fmla="*/ 341451 w 547006"/>
                    <a:gd name="connsiteY169" fmla="*/ 480772 h 547006"/>
                    <a:gd name="connsiteX170" fmla="*/ 352871 w 547006"/>
                    <a:gd name="connsiteY170" fmla="*/ 486482 h 547006"/>
                    <a:gd name="connsiteX171" fmla="*/ 355155 w 547006"/>
                    <a:gd name="connsiteY171" fmla="*/ 486482 h 547006"/>
                    <a:gd name="connsiteX172" fmla="*/ 362007 w 547006"/>
                    <a:gd name="connsiteY172" fmla="*/ 489908 h 547006"/>
                    <a:gd name="connsiteX173" fmla="*/ 364291 w 547006"/>
                    <a:gd name="connsiteY173" fmla="*/ 489908 h 547006"/>
                    <a:gd name="connsiteX174" fmla="*/ 366574 w 547006"/>
                    <a:gd name="connsiteY174" fmla="*/ 492192 h 547006"/>
                    <a:gd name="connsiteX175" fmla="*/ 367716 w 547006"/>
                    <a:gd name="connsiteY175" fmla="*/ 494476 h 547006"/>
                    <a:gd name="connsiteX176" fmla="*/ 367716 w 547006"/>
                    <a:gd name="connsiteY176" fmla="*/ 501328 h 547006"/>
                    <a:gd name="connsiteX177" fmla="*/ 368858 w 547006"/>
                    <a:gd name="connsiteY177" fmla="*/ 502470 h 547006"/>
                    <a:gd name="connsiteX178" fmla="*/ 368858 w 547006"/>
                    <a:gd name="connsiteY178" fmla="*/ 510464 h 547006"/>
                    <a:gd name="connsiteX179" fmla="*/ 370000 w 547006"/>
                    <a:gd name="connsiteY179" fmla="*/ 511606 h 547006"/>
                    <a:gd name="connsiteX180" fmla="*/ 371142 w 547006"/>
                    <a:gd name="connsiteY180" fmla="*/ 527593 h 547006"/>
                    <a:gd name="connsiteX181" fmla="*/ 373426 w 547006"/>
                    <a:gd name="connsiteY181" fmla="*/ 529877 h 547006"/>
                    <a:gd name="connsiteX182" fmla="*/ 411112 w 547006"/>
                    <a:gd name="connsiteY182" fmla="*/ 529877 h 547006"/>
                    <a:gd name="connsiteX183" fmla="*/ 413396 w 547006"/>
                    <a:gd name="connsiteY183" fmla="*/ 527593 h 547006"/>
                    <a:gd name="connsiteX184" fmla="*/ 413396 w 547006"/>
                    <a:gd name="connsiteY184" fmla="*/ 519599 h 547006"/>
                    <a:gd name="connsiteX185" fmla="*/ 414538 w 547006"/>
                    <a:gd name="connsiteY185" fmla="*/ 518457 h 547006"/>
                    <a:gd name="connsiteX186" fmla="*/ 414538 w 547006"/>
                    <a:gd name="connsiteY186" fmla="*/ 510464 h 547006"/>
                    <a:gd name="connsiteX187" fmla="*/ 415679 w 547006"/>
                    <a:gd name="connsiteY187" fmla="*/ 509322 h 547006"/>
                    <a:gd name="connsiteX188" fmla="*/ 415679 w 547006"/>
                    <a:gd name="connsiteY188" fmla="*/ 501328 h 547006"/>
                    <a:gd name="connsiteX189" fmla="*/ 416821 w 547006"/>
                    <a:gd name="connsiteY189" fmla="*/ 500186 h 547006"/>
                    <a:gd name="connsiteX190" fmla="*/ 416821 w 547006"/>
                    <a:gd name="connsiteY190" fmla="*/ 494476 h 547006"/>
                    <a:gd name="connsiteX191" fmla="*/ 420247 w 547006"/>
                    <a:gd name="connsiteY191" fmla="*/ 489908 h 547006"/>
                    <a:gd name="connsiteX192" fmla="*/ 424815 w 547006"/>
                    <a:gd name="connsiteY192" fmla="*/ 488766 h 547006"/>
                    <a:gd name="connsiteX193" fmla="*/ 425957 w 547006"/>
                    <a:gd name="connsiteY193" fmla="*/ 487624 h 547006"/>
                    <a:gd name="connsiteX194" fmla="*/ 428241 w 547006"/>
                    <a:gd name="connsiteY194" fmla="*/ 487624 h 547006"/>
                    <a:gd name="connsiteX195" fmla="*/ 431667 w 547006"/>
                    <a:gd name="connsiteY195" fmla="*/ 485340 h 547006"/>
                    <a:gd name="connsiteX196" fmla="*/ 433951 w 547006"/>
                    <a:gd name="connsiteY196" fmla="*/ 485340 h 547006"/>
                    <a:gd name="connsiteX197" fmla="*/ 439661 w 547006"/>
                    <a:gd name="connsiteY197" fmla="*/ 481914 h 547006"/>
                    <a:gd name="connsiteX198" fmla="*/ 444229 w 547006"/>
                    <a:gd name="connsiteY198" fmla="*/ 480772 h 547006"/>
                    <a:gd name="connsiteX199" fmla="*/ 448797 w 547006"/>
                    <a:gd name="connsiteY199" fmla="*/ 483056 h 547006"/>
                    <a:gd name="connsiteX200" fmla="*/ 452223 w 547006"/>
                    <a:gd name="connsiteY200" fmla="*/ 486482 h 547006"/>
                    <a:gd name="connsiteX201" fmla="*/ 453365 w 547006"/>
                    <a:gd name="connsiteY201" fmla="*/ 486482 h 547006"/>
                    <a:gd name="connsiteX202" fmla="*/ 457933 w 547006"/>
                    <a:gd name="connsiteY202" fmla="*/ 491050 h 547006"/>
                    <a:gd name="connsiteX203" fmla="*/ 463643 w 547006"/>
                    <a:gd name="connsiteY203" fmla="*/ 494476 h 547006"/>
                    <a:gd name="connsiteX204" fmla="*/ 472778 w 547006"/>
                    <a:gd name="connsiteY204" fmla="*/ 502470 h 547006"/>
                    <a:gd name="connsiteX205" fmla="*/ 476204 w 547006"/>
                    <a:gd name="connsiteY205" fmla="*/ 503612 h 547006"/>
                    <a:gd name="connsiteX206" fmla="*/ 503612 w 547006"/>
                    <a:gd name="connsiteY206" fmla="*/ 476204 h 547006"/>
                    <a:gd name="connsiteX207" fmla="*/ 503612 w 547006"/>
                    <a:gd name="connsiteY207" fmla="*/ 473920 h 547006"/>
                    <a:gd name="connsiteX208" fmla="*/ 499044 w 547006"/>
                    <a:gd name="connsiteY208" fmla="*/ 469352 h 547006"/>
                    <a:gd name="connsiteX209" fmla="*/ 495618 w 547006"/>
                    <a:gd name="connsiteY209" fmla="*/ 463643 h 547006"/>
                    <a:gd name="connsiteX210" fmla="*/ 483056 w 547006"/>
                    <a:gd name="connsiteY210" fmla="*/ 448797 h 547006"/>
                    <a:gd name="connsiteX211" fmla="*/ 481914 w 547006"/>
                    <a:gd name="connsiteY211" fmla="*/ 444229 h 547006"/>
                    <a:gd name="connsiteX212" fmla="*/ 480772 w 547006"/>
                    <a:gd name="connsiteY212" fmla="*/ 443087 h 547006"/>
                    <a:gd name="connsiteX213" fmla="*/ 486482 w 547006"/>
                    <a:gd name="connsiteY213" fmla="*/ 431667 h 547006"/>
                    <a:gd name="connsiteX214" fmla="*/ 486482 w 547006"/>
                    <a:gd name="connsiteY214" fmla="*/ 429383 h 547006"/>
                    <a:gd name="connsiteX215" fmla="*/ 489908 w 547006"/>
                    <a:gd name="connsiteY215" fmla="*/ 422531 h 547006"/>
                    <a:gd name="connsiteX216" fmla="*/ 489908 w 547006"/>
                    <a:gd name="connsiteY216" fmla="*/ 420247 h 547006"/>
                    <a:gd name="connsiteX217" fmla="*/ 492192 w 547006"/>
                    <a:gd name="connsiteY217" fmla="*/ 417963 h 547006"/>
                    <a:gd name="connsiteX218" fmla="*/ 494476 w 547006"/>
                    <a:gd name="connsiteY218" fmla="*/ 416821 h 547006"/>
                    <a:gd name="connsiteX219" fmla="*/ 501328 w 547006"/>
                    <a:gd name="connsiteY219" fmla="*/ 416821 h 547006"/>
                    <a:gd name="connsiteX220" fmla="*/ 502470 w 547006"/>
                    <a:gd name="connsiteY220" fmla="*/ 415679 h 547006"/>
                    <a:gd name="connsiteX221" fmla="*/ 510464 w 547006"/>
                    <a:gd name="connsiteY221" fmla="*/ 415679 h 547006"/>
                    <a:gd name="connsiteX222" fmla="*/ 511606 w 547006"/>
                    <a:gd name="connsiteY222" fmla="*/ 414538 h 547006"/>
                    <a:gd name="connsiteX223" fmla="*/ 527593 w 547006"/>
                    <a:gd name="connsiteY223" fmla="*/ 413396 h 547006"/>
                    <a:gd name="connsiteX224" fmla="*/ 529877 w 547006"/>
                    <a:gd name="connsiteY224" fmla="*/ 411112 h 547006"/>
                    <a:gd name="connsiteX225" fmla="*/ 529877 w 547006"/>
                    <a:gd name="connsiteY225" fmla="*/ 373426 h 547006"/>
                    <a:gd name="connsiteX226" fmla="*/ 527593 w 547006"/>
                    <a:gd name="connsiteY226" fmla="*/ 371142 h 547006"/>
                    <a:gd name="connsiteX227" fmla="*/ 519599 w 547006"/>
                    <a:gd name="connsiteY227" fmla="*/ 371142 h 547006"/>
                    <a:gd name="connsiteX228" fmla="*/ 518457 w 547006"/>
                    <a:gd name="connsiteY228" fmla="*/ 370000 h 547006"/>
                    <a:gd name="connsiteX229" fmla="*/ 510464 w 547006"/>
                    <a:gd name="connsiteY229" fmla="*/ 370000 h 547006"/>
                    <a:gd name="connsiteX230" fmla="*/ 509322 w 547006"/>
                    <a:gd name="connsiteY230" fmla="*/ 368858 h 547006"/>
                    <a:gd name="connsiteX231" fmla="*/ 501328 w 547006"/>
                    <a:gd name="connsiteY231" fmla="*/ 368858 h 547006"/>
                    <a:gd name="connsiteX232" fmla="*/ 500186 w 547006"/>
                    <a:gd name="connsiteY232" fmla="*/ 367716 h 547006"/>
                    <a:gd name="connsiteX233" fmla="*/ 494476 w 547006"/>
                    <a:gd name="connsiteY233" fmla="*/ 367716 h 547006"/>
                    <a:gd name="connsiteX234" fmla="*/ 489908 w 547006"/>
                    <a:gd name="connsiteY234" fmla="*/ 364291 h 547006"/>
                    <a:gd name="connsiteX235" fmla="*/ 488766 w 547006"/>
                    <a:gd name="connsiteY235" fmla="*/ 359723 h 547006"/>
                    <a:gd name="connsiteX236" fmla="*/ 487624 w 547006"/>
                    <a:gd name="connsiteY236" fmla="*/ 358581 h 547006"/>
                    <a:gd name="connsiteX237" fmla="*/ 487624 w 547006"/>
                    <a:gd name="connsiteY237" fmla="*/ 356297 h 547006"/>
                    <a:gd name="connsiteX238" fmla="*/ 485340 w 547006"/>
                    <a:gd name="connsiteY238" fmla="*/ 352871 h 547006"/>
                    <a:gd name="connsiteX239" fmla="*/ 485340 w 547006"/>
                    <a:gd name="connsiteY239" fmla="*/ 350587 h 547006"/>
                    <a:gd name="connsiteX240" fmla="*/ 481914 w 547006"/>
                    <a:gd name="connsiteY240" fmla="*/ 344877 h 547006"/>
                    <a:gd name="connsiteX241" fmla="*/ 480772 w 547006"/>
                    <a:gd name="connsiteY241" fmla="*/ 340309 h 547006"/>
                    <a:gd name="connsiteX242" fmla="*/ 483056 w 547006"/>
                    <a:gd name="connsiteY242" fmla="*/ 335741 h 547006"/>
                    <a:gd name="connsiteX243" fmla="*/ 486482 w 547006"/>
                    <a:gd name="connsiteY243" fmla="*/ 332315 h 547006"/>
                    <a:gd name="connsiteX244" fmla="*/ 486482 w 547006"/>
                    <a:gd name="connsiteY244" fmla="*/ 331173 h 547006"/>
                    <a:gd name="connsiteX245" fmla="*/ 491050 w 547006"/>
                    <a:gd name="connsiteY245" fmla="*/ 326605 h 547006"/>
                    <a:gd name="connsiteX246" fmla="*/ 494476 w 547006"/>
                    <a:gd name="connsiteY246" fmla="*/ 320895 h 547006"/>
                    <a:gd name="connsiteX247" fmla="*/ 502470 w 547006"/>
                    <a:gd name="connsiteY247" fmla="*/ 311760 h 547006"/>
                    <a:gd name="connsiteX248" fmla="*/ 503612 w 547006"/>
                    <a:gd name="connsiteY248" fmla="*/ 308334 h 547006"/>
                    <a:gd name="connsiteX249" fmla="*/ 476204 w 547006"/>
                    <a:gd name="connsiteY249" fmla="*/ 280926 h 547006"/>
                    <a:gd name="connsiteX250" fmla="*/ 473920 w 547006"/>
                    <a:gd name="connsiteY250" fmla="*/ 280926 h 547006"/>
                    <a:gd name="connsiteX251" fmla="*/ 469352 w 547006"/>
                    <a:gd name="connsiteY251" fmla="*/ 285494 h 547006"/>
                    <a:gd name="connsiteX252" fmla="*/ 463643 w 547006"/>
                    <a:gd name="connsiteY252" fmla="*/ 288920 h 547006"/>
                    <a:gd name="connsiteX253" fmla="*/ 448797 w 547006"/>
                    <a:gd name="connsiteY253" fmla="*/ 301482 h 547006"/>
                    <a:gd name="connsiteX254" fmla="*/ 444229 w 547006"/>
                    <a:gd name="connsiteY254" fmla="*/ 302624 h 547006"/>
                    <a:gd name="connsiteX255" fmla="*/ 443087 w 547006"/>
                    <a:gd name="connsiteY255" fmla="*/ 303766 h 547006"/>
                    <a:gd name="connsiteX256" fmla="*/ 431667 w 547006"/>
                    <a:gd name="connsiteY256" fmla="*/ 298056 h 547006"/>
                    <a:gd name="connsiteX257" fmla="*/ 429383 w 547006"/>
                    <a:gd name="connsiteY257" fmla="*/ 298056 h 547006"/>
                    <a:gd name="connsiteX258" fmla="*/ 425957 w 547006"/>
                    <a:gd name="connsiteY258" fmla="*/ 295772 h 547006"/>
                    <a:gd name="connsiteX259" fmla="*/ 420247 w 547006"/>
                    <a:gd name="connsiteY259" fmla="*/ 294630 h 547006"/>
                    <a:gd name="connsiteX260" fmla="*/ 417963 w 547006"/>
                    <a:gd name="connsiteY260" fmla="*/ 292346 h 547006"/>
                    <a:gd name="connsiteX261" fmla="*/ 416821 w 547006"/>
                    <a:gd name="connsiteY261" fmla="*/ 290062 h 547006"/>
                    <a:gd name="connsiteX262" fmla="*/ 416821 w 547006"/>
                    <a:gd name="connsiteY262" fmla="*/ 283210 h 547006"/>
                    <a:gd name="connsiteX263" fmla="*/ 415679 w 547006"/>
                    <a:gd name="connsiteY263" fmla="*/ 282068 h 547006"/>
                    <a:gd name="connsiteX264" fmla="*/ 415679 w 547006"/>
                    <a:gd name="connsiteY264" fmla="*/ 274074 h 547006"/>
                    <a:gd name="connsiteX265" fmla="*/ 414538 w 547006"/>
                    <a:gd name="connsiteY265" fmla="*/ 272932 h 547006"/>
                    <a:gd name="connsiteX266" fmla="*/ 413396 w 547006"/>
                    <a:gd name="connsiteY266" fmla="*/ 256945 h 547006"/>
                    <a:gd name="connsiteX267" fmla="*/ 411112 w 547006"/>
                    <a:gd name="connsiteY267" fmla="*/ 254661 h 547006"/>
                    <a:gd name="connsiteX268" fmla="*/ 110772 w 547006"/>
                    <a:gd name="connsiteY268" fmla="*/ 17130 h 547006"/>
                    <a:gd name="connsiteX269" fmla="*/ 108488 w 547006"/>
                    <a:gd name="connsiteY269" fmla="*/ 19414 h 547006"/>
                    <a:gd name="connsiteX270" fmla="*/ 108488 w 547006"/>
                    <a:gd name="connsiteY270" fmla="*/ 528735 h 547006"/>
                    <a:gd name="connsiteX271" fmla="*/ 110772 w 547006"/>
                    <a:gd name="connsiteY271" fmla="*/ 531019 h 547006"/>
                    <a:gd name="connsiteX272" fmla="*/ 352871 w 547006"/>
                    <a:gd name="connsiteY272" fmla="*/ 531019 h 547006"/>
                    <a:gd name="connsiteX273" fmla="*/ 355155 w 547006"/>
                    <a:gd name="connsiteY273" fmla="*/ 528735 h 547006"/>
                    <a:gd name="connsiteX274" fmla="*/ 355155 w 547006"/>
                    <a:gd name="connsiteY274" fmla="*/ 520741 h 547006"/>
                    <a:gd name="connsiteX275" fmla="*/ 354013 w 547006"/>
                    <a:gd name="connsiteY275" fmla="*/ 519599 h 547006"/>
                    <a:gd name="connsiteX276" fmla="*/ 352871 w 547006"/>
                    <a:gd name="connsiteY276" fmla="*/ 504754 h 547006"/>
                    <a:gd name="connsiteX277" fmla="*/ 349445 w 547006"/>
                    <a:gd name="connsiteY277" fmla="*/ 501328 h 547006"/>
                    <a:gd name="connsiteX278" fmla="*/ 341451 w 547006"/>
                    <a:gd name="connsiteY278" fmla="*/ 499044 h 547006"/>
                    <a:gd name="connsiteX279" fmla="*/ 312902 w 547006"/>
                    <a:gd name="connsiteY279" fmla="*/ 521883 h 547006"/>
                    <a:gd name="connsiteX280" fmla="*/ 306050 w 547006"/>
                    <a:gd name="connsiteY280" fmla="*/ 523025 h 547006"/>
                    <a:gd name="connsiteX281" fmla="*/ 262655 w 547006"/>
                    <a:gd name="connsiteY281" fmla="*/ 480772 h 547006"/>
                    <a:gd name="connsiteX282" fmla="*/ 261513 w 547006"/>
                    <a:gd name="connsiteY282" fmla="*/ 478488 h 547006"/>
                    <a:gd name="connsiteX283" fmla="*/ 262655 w 547006"/>
                    <a:gd name="connsiteY283" fmla="*/ 471636 h 547006"/>
                    <a:gd name="connsiteX284" fmla="*/ 285494 w 547006"/>
                    <a:gd name="connsiteY284" fmla="*/ 443087 h 547006"/>
                    <a:gd name="connsiteX285" fmla="*/ 283210 w 547006"/>
                    <a:gd name="connsiteY285" fmla="*/ 435093 h 547006"/>
                    <a:gd name="connsiteX286" fmla="*/ 279784 w 547006"/>
                    <a:gd name="connsiteY286" fmla="*/ 431667 h 547006"/>
                    <a:gd name="connsiteX287" fmla="*/ 246667 w 547006"/>
                    <a:gd name="connsiteY287" fmla="*/ 428241 h 547006"/>
                    <a:gd name="connsiteX288" fmla="*/ 239815 w 547006"/>
                    <a:gd name="connsiteY288" fmla="*/ 424815 h 547006"/>
                    <a:gd name="connsiteX289" fmla="*/ 237531 w 547006"/>
                    <a:gd name="connsiteY289" fmla="*/ 419105 h 547006"/>
                    <a:gd name="connsiteX290" fmla="*/ 237531 w 547006"/>
                    <a:gd name="connsiteY290" fmla="*/ 365433 h 547006"/>
                    <a:gd name="connsiteX291" fmla="*/ 242099 w 547006"/>
                    <a:gd name="connsiteY291" fmla="*/ 357439 h 547006"/>
                    <a:gd name="connsiteX292" fmla="*/ 279784 w 547006"/>
                    <a:gd name="connsiteY292" fmla="*/ 352871 h 547006"/>
                    <a:gd name="connsiteX293" fmla="*/ 283210 w 547006"/>
                    <a:gd name="connsiteY293" fmla="*/ 349445 h 547006"/>
                    <a:gd name="connsiteX294" fmla="*/ 285494 w 547006"/>
                    <a:gd name="connsiteY294" fmla="*/ 341451 h 547006"/>
                    <a:gd name="connsiteX295" fmla="*/ 262655 w 547006"/>
                    <a:gd name="connsiteY295" fmla="*/ 312902 h 547006"/>
                    <a:gd name="connsiteX296" fmla="*/ 261513 w 547006"/>
                    <a:gd name="connsiteY296" fmla="*/ 306050 h 547006"/>
                    <a:gd name="connsiteX297" fmla="*/ 303766 w 547006"/>
                    <a:gd name="connsiteY297" fmla="*/ 262655 h 547006"/>
                    <a:gd name="connsiteX298" fmla="*/ 306050 w 547006"/>
                    <a:gd name="connsiteY298" fmla="*/ 261513 h 547006"/>
                    <a:gd name="connsiteX299" fmla="*/ 312902 w 547006"/>
                    <a:gd name="connsiteY299" fmla="*/ 262655 h 547006"/>
                    <a:gd name="connsiteX300" fmla="*/ 341451 w 547006"/>
                    <a:gd name="connsiteY300" fmla="*/ 285494 h 547006"/>
                    <a:gd name="connsiteX301" fmla="*/ 349445 w 547006"/>
                    <a:gd name="connsiteY301" fmla="*/ 283210 h 547006"/>
                    <a:gd name="connsiteX302" fmla="*/ 352871 w 547006"/>
                    <a:gd name="connsiteY302" fmla="*/ 279784 h 547006"/>
                    <a:gd name="connsiteX303" fmla="*/ 357439 w 547006"/>
                    <a:gd name="connsiteY303" fmla="*/ 242099 h 547006"/>
                    <a:gd name="connsiteX304" fmla="*/ 359723 w 547006"/>
                    <a:gd name="connsiteY304" fmla="*/ 239815 h 547006"/>
                    <a:gd name="connsiteX305" fmla="*/ 365433 w 547006"/>
                    <a:gd name="connsiteY305" fmla="*/ 237531 h 547006"/>
                    <a:gd name="connsiteX306" fmla="*/ 417963 w 547006"/>
                    <a:gd name="connsiteY306" fmla="*/ 237531 h 547006"/>
                    <a:gd name="connsiteX307" fmla="*/ 420247 w 547006"/>
                    <a:gd name="connsiteY307" fmla="*/ 235247 h 547006"/>
                    <a:gd name="connsiteX308" fmla="*/ 420247 w 547006"/>
                    <a:gd name="connsiteY308" fmla="*/ 22840 h 547006"/>
                    <a:gd name="connsiteX309" fmla="*/ 414538 w 547006"/>
                    <a:gd name="connsiteY309" fmla="*/ 17130 h 547006"/>
                    <a:gd name="connsiteX310" fmla="*/ 41111 w 547006"/>
                    <a:gd name="connsiteY310" fmla="*/ 17130 h 547006"/>
                    <a:gd name="connsiteX311" fmla="*/ 38827 w 547006"/>
                    <a:gd name="connsiteY311" fmla="*/ 18272 h 547006"/>
                    <a:gd name="connsiteX312" fmla="*/ 35401 w 547006"/>
                    <a:gd name="connsiteY312" fmla="*/ 22840 h 547006"/>
                    <a:gd name="connsiteX313" fmla="*/ 35401 w 547006"/>
                    <a:gd name="connsiteY313" fmla="*/ 43395 h 547006"/>
                    <a:gd name="connsiteX314" fmla="*/ 37685 w 547006"/>
                    <a:gd name="connsiteY314" fmla="*/ 45679 h 547006"/>
                    <a:gd name="connsiteX315" fmla="*/ 53673 w 547006"/>
                    <a:gd name="connsiteY315" fmla="*/ 45679 h 547006"/>
                    <a:gd name="connsiteX316" fmla="*/ 53673 w 547006"/>
                    <a:gd name="connsiteY316" fmla="*/ 62809 h 547006"/>
                    <a:gd name="connsiteX317" fmla="*/ 37685 w 547006"/>
                    <a:gd name="connsiteY317" fmla="*/ 62809 h 547006"/>
                    <a:gd name="connsiteX318" fmla="*/ 35401 w 547006"/>
                    <a:gd name="connsiteY318" fmla="*/ 65093 h 547006"/>
                    <a:gd name="connsiteX319" fmla="*/ 35401 w 547006"/>
                    <a:gd name="connsiteY319" fmla="*/ 98210 h 547006"/>
                    <a:gd name="connsiteX320" fmla="*/ 37685 w 547006"/>
                    <a:gd name="connsiteY320" fmla="*/ 100494 h 547006"/>
                    <a:gd name="connsiteX321" fmla="*/ 53673 w 547006"/>
                    <a:gd name="connsiteY321" fmla="*/ 100494 h 547006"/>
                    <a:gd name="connsiteX322" fmla="*/ 53673 w 547006"/>
                    <a:gd name="connsiteY322" fmla="*/ 117624 h 547006"/>
                    <a:gd name="connsiteX323" fmla="*/ 37685 w 547006"/>
                    <a:gd name="connsiteY323" fmla="*/ 117624 h 547006"/>
                    <a:gd name="connsiteX324" fmla="*/ 35401 w 547006"/>
                    <a:gd name="connsiteY324" fmla="*/ 119908 h 547006"/>
                    <a:gd name="connsiteX325" fmla="*/ 35401 w 547006"/>
                    <a:gd name="connsiteY325" fmla="*/ 153025 h 547006"/>
                    <a:gd name="connsiteX326" fmla="*/ 37685 w 547006"/>
                    <a:gd name="connsiteY326" fmla="*/ 155309 h 547006"/>
                    <a:gd name="connsiteX327" fmla="*/ 53673 w 547006"/>
                    <a:gd name="connsiteY327" fmla="*/ 155309 h 547006"/>
                    <a:gd name="connsiteX328" fmla="*/ 53673 w 547006"/>
                    <a:gd name="connsiteY328" fmla="*/ 172438 h 547006"/>
                    <a:gd name="connsiteX329" fmla="*/ 37685 w 547006"/>
                    <a:gd name="connsiteY329" fmla="*/ 172438 h 547006"/>
                    <a:gd name="connsiteX330" fmla="*/ 35401 w 547006"/>
                    <a:gd name="connsiteY330" fmla="*/ 174722 h 547006"/>
                    <a:gd name="connsiteX331" fmla="*/ 35401 w 547006"/>
                    <a:gd name="connsiteY331" fmla="*/ 207840 h 547006"/>
                    <a:gd name="connsiteX332" fmla="*/ 37685 w 547006"/>
                    <a:gd name="connsiteY332" fmla="*/ 210124 h 547006"/>
                    <a:gd name="connsiteX333" fmla="*/ 53673 w 547006"/>
                    <a:gd name="connsiteY333" fmla="*/ 210124 h 547006"/>
                    <a:gd name="connsiteX334" fmla="*/ 53673 w 547006"/>
                    <a:gd name="connsiteY334" fmla="*/ 227253 h 547006"/>
                    <a:gd name="connsiteX335" fmla="*/ 37685 w 547006"/>
                    <a:gd name="connsiteY335" fmla="*/ 227253 h 547006"/>
                    <a:gd name="connsiteX336" fmla="*/ 35401 w 547006"/>
                    <a:gd name="connsiteY336" fmla="*/ 229537 h 547006"/>
                    <a:gd name="connsiteX337" fmla="*/ 35401 w 547006"/>
                    <a:gd name="connsiteY337" fmla="*/ 262655 h 547006"/>
                    <a:gd name="connsiteX338" fmla="*/ 37685 w 547006"/>
                    <a:gd name="connsiteY338" fmla="*/ 264939 h 547006"/>
                    <a:gd name="connsiteX339" fmla="*/ 53673 w 547006"/>
                    <a:gd name="connsiteY339" fmla="*/ 264939 h 547006"/>
                    <a:gd name="connsiteX340" fmla="*/ 53673 w 547006"/>
                    <a:gd name="connsiteY340" fmla="*/ 282068 h 547006"/>
                    <a:gd name="connsiteX341" fmla="*/ 37685 w 547006"/>
                    <a:gd name="connsiteY341" fmla="*/ 282068 h 547006"/>
                    <a:gd name="connsiteX342" fmla="*/ 35401 w 547006"/>
                    <a:gd name="connsiteY342" fmla="*/ 284352 h 547006"/>
                    <a:gd name="connsiteX343" fmla="*/ 35401 w 547006"/>
                    <a:gd name="connsiteY343" fmla="*/ 317470 h 547006"/>
                    <a:gd name="connsiteX344" fmla="*/ 37685 w 547006"/>
                    <a:gd name="connsiteY344" fmla="*/ 319753 h 547006"/>
                    <a:gd name="connsiteX345" fmla="*/ 53673 w 547006"/>
                    <a:gd name="connsiteY345" fmla="*/ 319753 h 547006"/>
                    <a:gd name="connsiteX346" fmla="*/ 53673 w 547006"/>
                    <a:gd name="connsiteY346" fmla="*/ 336883 h 547006"/>
                    <a:gd name="connsiteX347" fmla="*/ 37685 w 547006"/>
                    <a:gd name="connsiteY347" fmla="*/ 336883 h 547006"/>
                    <a:gd name="connsiteX348" fmla="*/ 35401 w 547006"/>
                    <a:gd name="connsiteY348" fmla="*/ 339167 h 547006"/>
                    <a:gd name="connsiteX349" fmla="*/ 35401 w 547006"/>
                    <a:gd name="connsiteY349" fmla="*/ 372284 h 547006"/>
                    <a:gd name="connsiteX350" fmla="*/ 37685 w 547006"/>
                    <a:gd name="connsiteY350" fmla="*/ 374568 h 547006"/>
                    <a:gd name="connsiteX351" fmla="*/ 53673 w 547006"/>
                    <a:gd name="connsiteY351" fmla="*/ 374568 h 547006"/>
                    <a:gd name="connsiteX352" fmla="*/ 53673 w 547006"/>
                    <a:gd name="connsiteY352" fmla="*/ 391698 h 547006"/>
                    <a:gd name="connsiteX353" fmla="*/ 37685 w 547006"/>
                    <a:gd name="connsiteY353" fmla="*/ 391698 h 547006"/>
                    <a:gd name="connsiteX354" fmla="*/ 35401 w 547006"/>
                    <a:gd name="connsiteY354" fmla="*/ 393982 h 547006"/>
                    <a:gd name="connsiteX355" fmla="*/ 35401 w 547006"/>
                    <a:gd name="connsiteY355" fmla="*/ 427099 h 547006"/>
                    <a:gd name="connsiteX356" fmla="*/ 37685 w 547006"/>
                    <a:gd name="connsiteY356" fmla="*/ 429383 h 547006"/>
                    <a:gd name="connsiteX357" fmla="*/ 53673 w 547006"/>
                    <a:gd name="connsiteY357" fmla="*/ 429383 h 547006"/>
                    <a:gd name="connsiteX358" fmla="*/ 53673 w 547006"/>
                    <a:gd name="connsiteY358" fmla="*/ 446513 h 547006"/>
                    <a:gd name="connsiteX359" fmla="*/ 37685 w 547006"/>
                    <a:gd name="connsiteY359" fmla="*/ 446513 h 547006"/>
                    <a:gd name="connsiteX360" fmla="*/ 35401 w 547006"/>
                    <a:gd name="connsiteY360" fmla="*/ 448797 h 547006"/>
                    <a:gd name="connsiteX361" fmla="*/ 35401 w 547006"/>
                    <a:gd name="connsiteY361" fmla="*/ 481914 h 547006"/>
                    <a:gd name="connsiteX362" fmla="*/ 37685 w 547006"/>
                    <a:gd name="connsiteY362" fmla="*/ 484198 h 547006"/>
                    <a:gd name="connsiteX363" fmla="*/ 53673 w 547006"/>
                    <a:gd name="connsiteY363" fmla="*/ 484198 h 547006"/>
                    <a:gd name="connsiteX364" fmla="*/ 53673 w 547006"/>
                    <a:gd name="connsiteY364" fmla="*/ 501328 h 547006"/>
                    <a:gd name="connsiteX365" fmla="*/ 37685 w 547006"/>
                    <a:gd name="connsiteY365" fmla="*/ 501328 h 547006"/>
                    <a:gd name="connsiteX366" fmla="*/ 35401 w 547006"/>
                    <a:gd name="connsiteY366" fmla="*/ 503612 h 547006"/>
                    <a:gd name="connsiteX367" fmla="*/ 35401 w 547006"/>
                    <a:gd name="connsiteY367" fmla="*/ 524167 h 547006"/>
                    <a:gd name="connsiteX368" fmla="*/ 36543 w 547006"/>
                    <a:gd name="connsiteY368" fmla="*/ 526451 h 547006"/>
                    <a:gd name="connsiteX369" fmla="*/ 41111 w 547006"/>
                    <a:gd name="connsiteY369" fmla="*/ 529877 h 547006"/>
                    <a:gd name="connsiteX370" fmla="*/ 89074 w 547006"/>
                    <a:gd name="connsiteY370" fmla="*/ 529877 h 547006"/>
                    <a:gd name="connsiteX371" fmla="*/ 91358 w 547006"/>
                    <a:gd name="connsiteY371" fmla="*/ 527593 h 547006"/>
                    <a:gd name="connsiteX372" fmla="*/ 91358 w 547006"/>
                    <a:gd name="connsiteY372" fmla="*/ 19414 h 547006"/>
                    <a:gd name="connsiteX373" fmla="*/ 89074 w 547006"/>
                    <a:gd name="connsiteY373" fmla="*/ 17130 h 547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</a:cxnLst>
                  <a:rect l="l" t="t" r="r" b="b"/>
                  <a:pathLst>
                    <a:path w="547006" h="547006">
                      <a:moveTo>
                        <a:pt x="28549" y="4568"/>
                      </a:moveTo>
                      <a:lnTo>
                        <a:pt x="22840" y="10278"/>
                      </a:lnTo>
                      <a:lnTo>
                        <a:pt x="18272" y="19414"/>
                      </a:lnTo>
                      <a:lnTo>
                        <a:pt x="18272" y="43395"/>
                      </a:lnTo>
                      <a:lnTo>
                        <a:pt x="15988" y="45679"/>
                      </a:lnTo>
                      <a:lnTo>
                        <a:pt x="0" y="45679"/>
                      </a:lnTo>
                      <a:lnTo>
                        <a:pt x="0" y="62809"/>
                      </a:lnTo>
                      <a:lnTo>
                        <a:pt x="15988" y="62809"/>
                      </a:lnTo>
                      <a:lnTo>
                        <a:pt x="18272" y="65093"/>
                      </a:lnTo>
                      <a:lnTo>
                        <a:pt x="18272" y="98210"/>
                      </a:lnTo>
                      <a:lnTo>
                        <a:pt x="15988" y="100494"/>
                      </a:lnTo>
                      <a:lnTo>
                        <a:pt x="0" y="100494"/>
                      </a:lnTo>
                      <a:lnTo>
                        <a:pt x="0" y="117624"/>
                      </a:lnTo>
                      <a:lnTo>
                        <a:pt x="15988" y="117624"/>
                      </a:lnTo>
                      <a:lnTo>
                        <a:pt x="18272" y="119908"/>
                      </a:lnTo>
                      <a:lnTo>
                        <a:pt x="18272" y="153025"/>
                      </a:lnTo>
                      <a:lnTo>
                        <a:pt x="15988" y="155309"/>
                      </a:lnTo>
                      <a:lnTo>
                        <a:pt x="0" y="155309"/>
                      </a:lnTo>
                      <a:lnTo>
                        <a:pt x="0" y="172438"/>
                      </a:lnTo>
                      <a:lnTo>
                        <a:pt x="15988" y="172438"/>
                      </a:lnTo>
                      <a:lnTo>
                        <a:pt x="18272" y="174722"/>
                      </a:lnTo>
                      <a:lnTo>
                        <a:pt x="18272" y="207840"/>
                      </a:lnTo>
                      <a:lnTo>
                        <a:pt x="15988" y="210124"/>
                      </a:lnTo>
                      <a:lnTo>
                        <a:pt x="0" y="210124"/>
                      </a:lnTo>
                      <a:lnTo>
                        <a:pt x="0" y="227253"/>
                      </a:lnTo>
                      <a:lnTo>
                        <a:pt x="15988" y="227253"/>
                      </a:lnTo>
                      <a:lnTo>
                        <a:pt x="18272" y="229537"/>
                      </a:lnTo>
                      <a:lnTo>
                        <a:pt x="18272" y="262655"/>
                      </a:lnTo>
                      <a:lnTo>
                        <a:pt x="15988" y="264939"/>
                      </a:lnTo>
                      <a:lnTo>
                        <a:pt x="0" y="264939"/>
                      </a:lnTo>
                      <a:lnTo>
                        <a:pt x="0" y="282068"/>
                      </a:lnTo>
                      <a:lnTo>
                        <a:pt x="15988" y="282068"/>
                      </a:lnTo>
                      <a:lnTo>
                        <a:pt x="18272" y="284352"/>
                      </a:lnTo>
                      <a:lnTo>
                        <a:pt x="18272" y="317470"/>
                      </a:lnTo>
                      <a:lnTo>
                        <a:pt x="15988" y="319753"/>
                      </a:lnTo>
                      <a:lnTo>
                        <a:pt x="0" y="319753"/>
                      </a:lnTo>
                      <a:lnTo>
                        <a:pt x="0" y="336883"/>
                      </a:lnTo>
                      <a:lnTo>
                        <a:pt x="15988" y="336883"/>
                      </a:lnTo>
                      <a:lnTo>
                        <a:pt x="18272" y="339167"/>
                      </a:lnTo>
                      <a:lnTo>
                        <a:pt x="18272" y="372284"/>
                      </a:lnTo>
                      <a:lnTo>
                        <a:pt x="15988" y="374568"/>
                      </a:lnTo>
                      <a:lnTo>
                        <a:pt x="0" y="374568"/>
                      </a:lnTo>
                      <a:lnTo>
                        <a:pt x="0" y="391698"/>
                      </a:lnTo>
                      <a:lnTo>
                        <a:pt x="15988" y="391698"/>
                      </a:lnTo>
                      <a:lnTo>
                        <a:pt x="18272" y="393982"/>
                      </a:lnTo>
                      <a:lnTo>
                        <a:pt x="18272" y="427099"/>
                      </a:lnTo>
                      <a:lnTo>
                        <a:pt x="15988" y="429383"/>
                      </a:lnTo>
                      <a:lnTo>
                        <a:pt x="0" y="429383"/>
                      </a:lnTo>
                      <a:lnTo>
                        <a:pt x="0" y="446513"/>
                      </a:lnTo>
                      <a:lnTo>
                        <a:pt x="15988" y="446513"/>
                      </a:lnTo>
                      <a:lnTo>
                        <a:pt x="18272" y="448797"/>
                      </a:lnTo>
                      <a:lnTo>
                        <a:pt x="18272" y="481914"/>
                      </a:lnTo>
                      <a:lnTo>
                        <a:pt x="15988" y="484198"/>
                      </a:lnTo>
                      <a:lnTo>
                        <a:pt x="0" y="484198"/>
                      </a:lnTo>
                      <a:lnTo>
                        <a:pt x="0" y="501328"/>
                      </a:lnTo>
                      <a:lnTo>
                        <a:pt x="15988" y="501328"/>
                      </a:lnTo>
                      <a:lnTo>
                        <a:pt x="18272" y="503612"/>
                      </a:lnTo>
                      <a:lnTo>
                        <a:pt x="18272" y="527593"/>
                      </a:lnTo>
                      <a:lnTo>
                        <a:pt x="22840" y="536729"/>
                      </a:lnTo>
                      <a:lnTo>
                        <a:pt x="28549" y="542439"/>
                      </a:lnTo>
                      <a:lnTo>
                        <a:pt x="37685" y="547007"/>
                      </a:lnTo>
                      <a:lnTo>
                        <a:pt x="423673" y="547007"/>
                      </a:lnTo>
                      <a:lnTo>
                        <a:pt x="428241" y="542439"/>
                      </a:lnTo>
                      <a:lnTo>
                        <a:pt x="432809" y="504754"/>
                      </a:lnTo>
                      <a:lnTo>
                        <a:pt x="440803" y="500186"/>
                      </a:lnTo>
                      <a:lnTo>
                        <a:pt x="444229" y="501328"/>
                      </a:lnTo>
                      <a:lnTo>
                        <a:pt x="473920" y="524167"/>
                      </a:lnTo>
                      <a:lnTo>
                        <a:pt x="483056" y="521883"/>
                      </a:lnTo>
                      <a:lnTo>
                        <a:pt x="521883" y="483056"/>
                      </a:lnTo>
                      <a:lnTo>
                        <a:pt x="524167" y="478488"/>
                      </a:lnTo>
                      <a:lnTo>
                        <a:pt x="521883" y="469352"/>
                      </a:lnTo>
                      <a:lnTo>
                        <a:pt x="501328" y="444229"/>
                      </a:lnTo>
                      <a:lnTo>
                        <a:pt x="500186" y="440803"/>
                      </a:lnTo>
                      <a:lnTo>
                        <a:pt x="505896" y="432809"/>
                      </a:lnTo>
                      <a:lnTo>
                        <a:pt x="542439" y="428241"/>
                      </a:lnTo>
                      <a:lnTo>
                        <a:pt x="547007" y="423673"/>
                      </a:lnTo>
                      <a:lnTo>
                        <a:pt x="547007" y="360865"/>
                      </a:lnTo>
                      <a:lnTo>
                        <a:pt x="542439" y="356297"/>
                      </a:lnTo>
                      <a:lnTo>
                        <a:pt x="504754" y="351729"/>
                      </a:lnTo>
                      <a:lnTo>
                        <a:pt x="502470" y="349445"/>
                      </a:lnTo>
                      <a:lnTo>
                        <a:pt x="500186" y="342593"/>
                      </a:lnTo>
                      <a:lnTo>
                        <a:pt x="521883" y="315186"/>
                      </a:lnTo>
                      <a:lnTo>
                        <a:pt x="524167" y="306050"/>
                      </a:lnTo>
                      <a:lnTo>
                        <a:pt x="521883" y="301482"/>
                      </a:lnTo>
                      <a:lnTo>
                        <a:pt x="483056" y="262655"/>
                      </a:lnTo>
                      <a:lnTo>
                        <a:pt x="473920" y="260371"/>
                      </a:lnTo>
                      <a:lnTo>
                        <a:pt x="444229" y="283210"/>
                      </a:lnTo>
                      <a:lnTo>
                        <a:pt x="440803" y="284352"/>
                      </a:lnTo>
                      <a:lnTo>
                        <a:pt x="437377" y="280926"/>
                      </a:lnTo>
                      <a:lnTo>
                        <a:pt x="437377" y="19414"/>
                      </a:lnTo>
                      <a:lnTo>
                        <a:pt x="432809" y="10278"/>
                      </a:lnTo>
                      <a:lnTo>
                        <a:pt x="427099" y="4568"/>
                      </a:lnTo>
                      <a:lnTo>
                        <a:pt x="417963" y="0"/>
                      </a:lnTo>
                      <a:lnTo>
                        <a:pt x="37685" y="0"/>
                      </a:lnTo>
                      <a:close/>
                      <a:moveTo>
                        <a:pt x="373426" y="254661"/>
                      </a:moveTo>
                      <a:lnTo>
                        <a:pt x="371142" y="256945"/>
                      </a:lnTo>
                      <a:lnTo>
                        <a:pt x="371142" y="263797"/>
                      </a:lnTo>
                      <a:lnTo>
                        <a:pt x="370000" y="264939"/>
                      </a:lnTo>
                      <a:lnTo>
                        <a:pt x="370000" y="274074"/>
                      </a:lnTo>
                      <a:lnTo>
                        <a:pt x="368858" y="275216"/>
                      </a:lnTo>
                      <a:lnTo>
                        <a:pt x="368858" y="283210"/>
                      </a:lnTo>
                      <a:lnTo>
                        <a:pt x="367716" y="284352"/>
                      </a:lnTo>
                      <a:lnTo>
                        <a:pt x="367716" y="290062"/>
                      </a:lnTo>
                      <a:lnTo>
                        <a:pt x="364291" y="294630"/>
                      </a:lnTo>
                      <a:lnTo>
                        <a:pt x="359723" y="295772"/>
                      </a:lnTo>
                      <a:lnTo>
                        <a:pt x="358581" y="296914"/>
                      </a:lnTo>
                      <a:lnTo>
                        <a:pt x="356297" y="296914"/>
                      </a:lnTo>
                      <a:lnTo>
                        <a:pt x="352871" y="299198"/>
                      </a:lnTo>
                      <a:lnTo>
                        <a:pt x="350587" y="299198"/>
                      </a:lnTo>
                      <a:lnTo>
                        <a:pt x="341451" y="303766"/>
                      </a:lnTo>
                      <a:lnTo>
                        <a:pt x="340309" y="302624"/>
                      </a:lnTo>
                      <a:lnTo>
                        <a:pt x="335741" y="301482"/>
                      </a:lnTo>
                      <a:lnTo>
                        <a:pt x="326605" y="293488"/>
                      </a:lnTo>
                      <a:lnTo>
                        <a:pt x="320895" y="290062"/>
                      </a:lnTo>
                      <a:lnTo>
                        <a:pt x="316328" y="285494"/>
                      </a:lnTo>
                      <a:lnTo>
                        <a:pt x="315186" y="285494"/>
                      </a:lnTo>
                      <a:lnTo>
                        <a:pt x="311760" y="282068"/>
                      </a:lnTo>
                      <a:lnTo>
                        <a:pt x="308334" y="280926"/>
                      </a:lnTo>
                      <a:lnTo>
                        <a:pt x="280926" y="308334"/>
                      </a:lnTo>
                      <a:lnTo>
                        <a:pt x="282068" y="311760"/>
                      </a:lnTo>
                      <a:lnTo>
                        <a:pt x="290062" y="320895"/>
                      </a:lnTo>
                      <a:lnTo>
                        <a:pt x="290062" y="322037"/>
                      </a:lnTo>
                      <a:lnTo>
                        <a:pt x="293488" y="325463"/>
                      </a:lnTo>
                      <a:lnTo>
                        <a:pt x="296914" y="331173"/>
                      </a:lnTo>
                      <a:lnTo>
                        <a:pt x="301482" y="335741"/>
                      </a:lnTo>
                      <a:lnTo>
                        <a:pt x="302624" y="340309"/>
                      </a:lnTo>
                      <a:lnTo>
                        <a:pt x="303766" y="341451"/>
                      </a:lnTo>
                      <a:lnTo>
                        <a:pt x="298056" y="352871"/>
                      </a:lnTo>
                      <a:lnTo>
                        <a:pt x="298056" y="355155"/>
                      </a:lnTo>
                      <a:lnTo>
                        <a:pt x="295772" y="358581"/>
                      </a:lnTo>
                      <a:lnTo>
                        <a:pt x="295772" y="360865"/>
                      </a:lnTo>
                      <a:lnTo>
                        <a:pt x="292346" y="366574"/>
                      </a:lnTo>
                      <a:lnTo>
                        <a:pt x="290062" y="367716"/>
                      </a:lnTo>
                      <a:lnTo>
                        <a:pt x="283210" y="367716"/>
                      </a:lnTo>
                      <a:lnTo>
                        <a:pt x="282068" y="368858"/>
                      </a:lnTo>
                      <a:lnTo>
                        <a:pt x="275216" y="368858"/>
                      </a:lnTo>
                      <a:lnTo>
                        <a:pt x="274074" y="370000"/>
                      </a:lnTo>
                      <a:lnTo>
                        <a:pt x="256945" y="371142"/>
                      </a:lnTo>
                      <a:lnTo>
                        <a:pt x="254661" y="373426"/>
                      </a:lnTo>
                      <a:lnTo>
                        <a:pt x="254661" y="411112"/>
                      </a:lnTo>
                      <a:lnTo>
                        <a:pt x="256945" y="413396"/>
                      </a:lnTo>
                      <a:lnTo>
                        <a:pt x="264939" y="413396"/>
                      </a:lnTo>
                      <a:lnTo>
                        <a:pt x="266081" y="414538"/>
                      </a:lnTo>
                      <a:lnTo>
                        <a:pt x="274074" y="414538"/>
                      </a:lnTo>
                      <a:lnTo>
                        <a:pt x="275216" y="415679"/>
                      </a:lnTo>
                      <a:lnTo>
                        <a:pt x="283210" y="415679"/>
                      </a:lnTo>
                      <a:lnTo>
                        <a:pt x="284352" y="416821"/>
                      </a:lnTo>
                      <a:lnTo>
                        <a:pt x="290062" y="416821"/>
                      </a:lnTo>
                      <a:lnTo>
                        <a:pt x="294630" y="420247"/>
                      </a:lnTo>
                      <a:lnTo>
                        <a:pt x="295772" y="424815"/>
                      </a:lnTo>
                      <a:lnTo>
                        <a:pt x="296914" y="425957"/>
                      </a:lnTo>
                      <a:lnTo>
                        <a:pt x="296914" y="428241"/>
                      </a:lnTo>
                      <a:lnTo>
                        <a:pt x="299198" y="431667"/>
                      </a:lnTo>
                      <a:lnTo>
                        <a:pt x="299198" y="433951"/>
                      </a:lnTo>
                      <a:lnTo>
                        <a:pt x="303766" y="443087"/>
                      </a:lnTo>
                      <a:lnTo>
                        <a:pt x="302624" y="444229"/>
                      </a:lnTo>
                      <a:lnTo>
                        <a:pt x="301482" y="448797"/>
                      </a:lnTo>
                      <a:lnTo>
                        <a:pt x="293488" y="457933"/>
                      </a:lnTo>
                      <a:lnTo>
                        <a:pt x="290062" y="463643"/>
                      </a:lnTo>
                      <a:lnTo>
                        <a:pt x="285494" y="468210"/>
                      </a:lnTo>
                      <a:lnTo>
                        <a:pt x="285494" y="469352"/>
                      </a:lnTo>
                      <a:lnTo>
                        <a:pt x="282068" y="472778"/>
                      </a:lnTo>
                      <a:lnTo>
                        <a:pt x="280926" y="476204"/>
                      </a:lnTo>
                      <a:lnTo>
                        <a:pt x="308334" y="503612"/>
                      </a:lnTo>
                      <a:lnTo>
                        <a:pt x="310618" y="503612"/>
                      </a:lnTo>
                      <a:lnTo>
                        <a:pt x="315186" y="499044"/>
                      </a:lnTo>
                      <a:lnTo>
                        <a:pt x="320895" y="495618"/>
                      </a:lnTo>
                      <a:lnTo>
                        <a:pt x="335741" y="483056"/>
                      </a:lnTo>
                      <a:lnTo>
                        <a:pt x="340309" y="481914"/>
                      </a:lnTo>
                      <a:lnTo>
                        <a:pt x="341451" y="480772"/>
                      </a:lnTo>
                      <a:lnTo>
                        <a:pt x="352871" y="486482"/>
                      </a:lnTo>
                      <a:lnTo>
                        <a:pt x="355155" y="486482"/>
                      </a:lnTo>
                      <a:lnTo>
                        <a:pt x="362007" y="489908"/>
                      </a:lnTo>
                      <a:lnTo>
                        <a:pt x="364291" y="489908"/>
                      </a:lnTo>
                      <a:lnTo>
                        <a:pt x="366574" y="492192"/>
                      </a:lnTo>
                      <a:lnTo>
                        <a:pt x="367716" y="494476"/>
                      </a:lnTo>
                      <a:lnTo>
                        <a:pt x="367716" y="501328"/>
                      </a:lnTo>
                      <a:lnTo>
                        <a:pt x="368858" y="502470"/>
                      </a:lnTo>
                      <a:lnTo>
                        <a:pt x="368858" y="510464"/>
                      </a:lnTo>
                      <a:lnTo>
                        <a:pt x="370000" y="511606"/>
                      </a:lnTo>
                      <a:lnTo>
                        <a:pt x="371142" y="527593"/>
                      </a:lnTo>
                      <a:lnTo>
                        <a:pt x="373426" y="529877"/>
                      </a:lnTo>
                      <a:lnTo>
                        <a:pt x="411112" y="529877"/>
                      </a:lnTo>
                      <a:lnTo>
                        <a:pt x="413396" y="527593"/>
                      </a:lnTo>
                      <a:lnTo>
                        <a:pt x="413396" y="519599"/>
                      </a:lnTo>
                      <a:lnTo>
                        <a:pt x="414538" y="518457"/>
                      </a:lnTo>
                      <a:lnTo>
                        <a:pt x="414538" y="510464"/>
                      </a:lnTo>
                      <a:lnTo>
                        <a:pt x="415679" y="509322"/>
                      </a:lnTo>
                      <a:lnTo>
                        <a:pt x="415679" y="501328"/>
                      </a:lnTo>
                      <a:lnTo>
                        <a:pt x="416821" y="500186"/>
                      </a:lnTo>
                      <a:lnTo>
                        <a:pt x="416821" y="494476"/>
                      </a:lnTo>
                      <a:lnTo>
                        <a:pt x="420247" y="489908"/>
                      </a:lnTo>
                      <a:lnTo>
                        <a:pt x="424815" y="488766"/>
                      </a:lnTo>
                      <a:lnTo>
                        <a:pt x="425957" y="487624"/>
                      </a:lnTo>
                      <a:lnTo>
                        <a:pt x="428241" y="487624"/>
                      </a:lnTo>
                      <a:lnTo>
                        <a:pt x="431667" y="485340"/>
                      </a:lnTo>
                      <a:lnTo>
                        <a:pt x="433951" y="485340"/>
                      </a:lnTo>
                      <a:lnTo>
                        <a:pt x="439661" y="481914"/>
                      </a:lnTo>
                      <a:lnTo>
                        <a:pt x="444229" y="480772"/>
                      </a:lnTo>
                      <a:lnTo>
                        <a:pt x="448797" y="483056"/>
                      </a:lnTo>
                      <a:lnTo>
                        <a:pt x="452223" y="486482"/>
                      </a:lnTo>
                      <a:lnTo>
                        <a:pt x="453365" y="486482"/>
                      </a:lnTo>
                      <a:lnTo>
                        <a:pt x="457933" y="491050"/>
                      </a:lnTo>
                      <a:lnTo>
                        <a:pt x="463643" y="494476"/>
                      </a:lnTo>
                      <a:lnTo>
                        <a:pt x="472778" y="502470"/>
                      </a:lnTo>
                      <a:lnTo>
                        <a:pt x="476204" y="503612"/>
                      </a:lnTo>
                      <a:lnTo>
                        <a:pt x="503612" y="476204"/>
                      </a:lnTo>
                      <a:lnTo>
                        <a:pt x="503612" y="473920"/>
                      </a:lnTo>
                      <a:lnTo>
                        <a:pt x="499044" y="469352"/>
                      </a:lnTo>
                      <a:lnTo>
                        <a:pt x="495618" y="463643"/>
                      </a:lnTo>
                      <a:lnTo>
                        <a:pt x="483056" y="448797"/>
                      </a:lnTo>
                      <a:lnTo>
                        <a:pt x="481914" y="444229"/>
                      </a:lnTo>
                      <a:lnTo>
                        <a:pt x="480772" y="443087"/>
                      </a:lnTo>
                      <a:lnTo>
                        <a:pt x="486482" y="431667"/>
                      </a:lnTo>
                      <a:lnTo>
                        <a:pt x="486482" y="429383"/>
                      </a:lnTo>
                      <a:lnTo>
                        <a:pt x="489908" y="422531"/>
                      </a:lnTo>
                      <a:lnTo>
                        <a:pt x="489908" y="420247"/>
                      </a:lnTo>
                      <a:lnTo>
                        <a:pt x="492192" y="417963"/>
                      </a:lnTo>
                      <a:lnTo>
                        <a:pt x="494476" y="416821"/>
                      </a:lnTo>
                      <a:lnTo>
                        <a:pt x="501328" y="416821"/>
                      </a:lnTo>
                      <a:lnTo>
                        <a:pt x="502470" y="415679"/>
                      </a:lnTo>
                      <a:lnTo>
                        <a:pt x="510464" y="415679"/>
                      </a:lnTo>
                      <a:lnTo>
                        <a:pt x="511606" y="414538"/>
                      </a:lnTo>
                      <a:lnTo>
                        <a:pt x="527593" y="413396"/>
                      </a:lnTo>
                      <a:lnTo>
                        <a:pt x="529877" y="411112"/>
                      </a:lnTo>
                      <a:lnTo>
                        <a:pt x="529877" y="373426"/>
                      </a:lnTo>
                      <a:lnTo>
                        <a:pt x="527593" y="371142"/>
                      </a:lnTo>
                      <a:lnTo>
                        <a:pt x="519599" y="371142"/>
                      </a:lnTo>
                      <a:lnTo>
                        <a:pt x="518457" y="370000"/>
                      </a:lnTo>
                      <a:lnTo>
                        <a:pt x="510464" y="370000"/>
                      </a:lnTo>
                      <a:lnTo>
                        <a:pt x="509322" y="368858"/>
                      </a:lnTo>
                      <a:lnTo>
                        <a:pt x="501328" y="368858"/>
                      </a:lnTo>
                      <a:lnTo>
                        <a:pt x="500186" y="367716"/>
                      </a:lnTo>
                      <a:lnTo>
                        <a:pt x="494476" y="367716"/>
                      </a:lnTo>
                      <a:lnTo>
                        <a:pt x="489908" y="364291"/>
                      </a:lnTo>
                      <a:lnTo>
                        <a:pt x="488766" y="359723"/>
                      </a:lnTo>
                      <a:lnTo>
                        <a:pt x="487624" y="358581"/>
                      </a:lnTo>
                      <a:lnTo>
                        <a:pt x="487624" y="356297"/>
                      </a:lnTo>
                      <a:lnTo>
                        <a:pt x="485340" y="352871"/>
                      </a:lnTo>
                      <a:lnTo>
                        <a:pt x="485340" y="350587"/>
                      </a:lnTo>
                      <a:lnTo>
                        <a:pt x="481914" y="344877"/>
                      </a:lnTo>
                      <a:lnTo>
                        <a:pt x="480772" y="340309"/>
                      </a:lnTo>
                      <a:lnTo>
                        <a:pt x="483056" y="335741"/>
                      </a:lnTo>
                      <a:lnTo>
                        <a:pt x="486482" y="332315"/>
                      </a:lnTo>
                      <a:lnTo>
                        <a:pt x="486482" y="331173"/>
                      </a:lnTo>
                      <a:lnTo>
                        <a:pt x="491050" y="326605"/>
                      </a:lnTo>
                      <a:lnTo>
                        <a:pt x="494476" y="320895"/>
                      </a:lnTo>
                      <a:lnTo>
                        <a:pt x="502470" y="311760"/>
                      </a:lnTo>
                      <a:lnTo>
                        <a:pt x="503612" y="308334"/>
                      </a:lnTo>
                      <a:lnTo>
                        <a:pt x="476204" y="280926"/>
                      </a:lnTo>
                      <a:lnTo>
                        <a:pt x="473920" y="280926"/>
                      </a:lnTo>
                      <a:lnTo>
                        <a:pt x="469352" y="285494"/>
                      </a:lnTo>
                      <a:lnTo>
                        <a:pt x="463643" y="288920"/>
                      </a:lnTo>
                      <a:lnTo>
                        <a:pt x="448797" y="301482"/>
                      </a:lnTo>
                      <a:lnTo>
                        <a:pt x="444229" y="302624"/>
                      </a:lnTo>
                      <a:lnTo>
                        <a:pt x="443087" y="303766"/>
                      </a:lnTo>
                      <a:lnTo>
                        <a:pt x="431667" y="298056"/>
                      </a:lnTo>
                      <a:lnTo>
                        <a:pt x="429383" y="298056"/>
                      </a:lnTo>
                      <a:lnTo>
                        <a:pt x="425957" y="295772"/>
                      </a:lnTo>
                      <a:lnTo>
                        <a:pt x="420247" y="294630"/>
                      </a:lnTo>
                      <a:lnTo>
                        <a:pt x="417963" y="292346"/>
                      </a:lnTo>
                      <a:lnTo>
                        <a:pt x="416821" y="290062"/>
                      </a:lnTo>
                      <a:lnTo>
                        <a:pt x="416821" y="283210"/>
                      </a:lnTo>
                      <a:lnTo>
                        <a:pt x="415679" y="282068"/>
                      </a:lnTo>
                      <a:lnTo>
                        <a:pt x="415679" y="274074"/>
                      </a:lnTo>
                      <a:lnTo>
                        <a:pt x="414538" y="272932"/>
                      </a:lnTo>
                      <a:lnTo>
                        <a:pt x="413396" y="256945"/>
                      </a:lnTo>
                      <a:lnTo>
                        <a:pt x="411112" y="254661"/>
                      </a:lnTo>
                      <a:close/>
                      <a:moveTo>
                        <a:pt x="110772" y="17130"/>
                      </a:moveTo>
                      <a:lnTo>
                        <a:pt x="108488" y="19414"/>
                      </a:lnTo>
                      <a:lnTo>
                        <a:pt x="108488" y="528735"/>
                      </a:lnTo>
                      <a:lnTo>
                        <a:pt x="110772" y="531019"/>
                      </a:lnTo>
                      <a:lnTo>
                        <a:pt x="352871" y="531019"/>
                      </a:lnTo>
                      <a:lnTo>
                        <a:pt x="355155" y="528735"/>
                      </a:lnTo>
                      <a:lnTo>
                        <a:pt x="355155" y="520741"/>
                      </a:lnTo>
                      <a:lnTo>
                        <a:pt x="354013" y="519599"/>
                      </a:lnTo>
                      <a:lnTo>
                        <a:pt x="352871" y="504754"/>
                      </a:lnTo>
                      <a:lnTo>
                        <a:pt x="349445" y="501328"/>
                      </a:lnTo>
                      <a:lnTo>
                        <a:pt x="341451" y="499044"/>
                      </a:lnTo>
                      <a:lnTo>
                        <a:pt x="312902" y="521883"/>
                      </a:lnTo>
                      <a:lnTo>
                        <a:pt x="306050" y="523025"/>
                      </a:lnTo>
                      <a:lnTo>
                        <a:pt x="262655" y="480772"/>
                      </a:lnTo>
                      <a:lnTo>
                        <a:pt x="261513" y="478488"/>
                      </a:lnTo>
                      <a:lnTo>
                        <a:pt x="262655" y="471636"/>
                      </a:lnTo>
                      <a:lnTo>
                        <a:pt x="285494" y="443087"/>
                      </a:lnTo>
                      <a:lnTo>
                        <a:pt x="283210" y="435093"/>
                      </a:lnTo>
                      <a:lnTo>
                        <a:pt x="279784" y="431667"/>
                      </a:lnTo>
                      <a:lnTo>
                        <a:pt x="246667" y="428241"/>
                      </a:lnTo>
                      <a:lnTo>
                        <a:pt x="239815" y="424815"/>
                      </a:lnTo>
                      <a:lnTo>
                        <a:pt x="237531" y="419105"/>
                      </a:lnTo>
                      <a:lnTo>
                        <a:pt x="237531" y="365433"/>
                      </a:lnTo>
                      <a:lnTo>
                        <a:pt x="242099" y="357439"/>
                      </a:lnTo>
                      <a:lnTo>
                        <a:pt x="279784" y="352871"/>
                      </a:lnTo>
                      <a:lnTo>
                        <a:pt x="283210" y="349445"/>
                      </a:lnTo>
                      <a:lnTo>
                        <a:pt x="285494" y="341451"/>
                      </a:lnTo>
                      <a:lnTo>
                        <a:pt x="262655" y="312902"/>
                      </a:lnTo>
                      <a:lnTo>
                        <a:pt x="261513" y="306050"/>
                      </a:lnTo>
                      <a:lnTo>
                        <a:pt x="303766" y="262655"/>
                      </a:lnTo>
                      <a:lnTo>
                        <a:pt x="306050" y="261513"/>
                      </a:lnTo>
                      <a:lnTo>
                        <a:pt x="312902" y="262655"/>
                      </a:lnTo>
                      <a:lnTo>
                        <a:pt x="341451" y="285494"/>
                      </a:lnTo>
                      <a:lnTo>
                        <a:pt x="349445" y="283210"/>
                      </a:lnTo>
                      <a:lnTo>
                        <a:pt x="352871" y="279784"/>
                      </a:lnTo>
                      <a:lnTo>
                        <a:pt x="357439" y="242099"/>
                      </a:lnTo>
                      <a:lnTo>
                        <a:pt x="359723" y="239815"/>
                      </a:lnTo>
                      <a:lnTo>
                        <a:pt x="365433" y="237531"/>
                      </a:lnTo>
                      <a:lnTo>
                        <a:pt x="417963" y="237531"/>
                      </a:lnTo>
                      <a:lnTo>
                        <a:pt x="420247" y="235247"/>
                      </a:lnTo>
                      <a:lnTo>
                        <a:pt x="420247" y="22840"/>
                      </a:lnTo>
                      <a:lnTo>
                        <a:pt x="414538" y="17130"/>
                      </a:lnTo>
                      <a:close/>
                      <a:moveTo>
                        <a:pt x="41111" y="17130"/>
                      </a:moveTo>
                      <a:lnTo>
                        <a:pt x="38827" y="18272"/>
                      </a:lnTo>
                      <a:lnTo>
                        <a:pt x="35401" y="22840"/>
                      </a:lnTo>
                      <a:lnTo>
                        <a:pt x="35401" y="43395"/>
                      </a:lnTo>
                      <a:lnTo>
                        <a:pt x="37685" y="45679"/>
                      </a:lnTo>
                      <a:lnTo>
                        <a:pt x="53673" y="45679"/>
                      </a:lnTo>
                      <a:lnTo>
                        <a:pt x="53673" y="62809"/>
                      </a:lnTo>
                      <a:lnTo>
                        <a:pt x="37685" y="62809"/>
                      </a:lnTo>
                      <a:lnTo>
                        <a:pt x="35401" y="65093"/>
                      </a:lnTo>
                      <a:lnTo>
                        <a:pt x="35401" y="98210"/>
                      </a:lnTo>
                      <a:lnTo>
                        <a:pt x="37685" y="100494"/>
                      </a:lnTo>
                      <a:lnTo>
                        <a:pt x="53673" y="100494"/>
                      </a:lnTo>
                      <a:lnTo>
                        <a:pt x="53673" y="117624"/>
                      </a:lnTo>
                      <a:lnTo>
                        <a:pt x="37685" y="117624"/>
                      </a:lnTo>
                      <a:lnTo>
                        <a:pt x="35401" y="119908"/>
                      </a:lnTo>
                      <a:lnTo>
                        <a:pt x="35401" y="153025"/>
                      </a:lnTo>
                      <a:lnTo>
                        <a:pt x="37685" y="155309"/>
                      </a:lnTo>
                      <a:lnTo>
                        <a:pt x="53673" y="155309"/>
                      </a:lnTo>
                      <a:lnTo>
                        <a:pt x="53673" y="172438"/>
                      </a:lnTo>
                      <a:lnTo>
                        <a:pt x="37685" y="172438"/>
                      </a:lnTo>
                      <a:lnTo>
                        <a:pt x="35401" y="174722"/>
                      </a:lnTo>
                      <a:lnTo>
                        <a:pt x="35401" y="207840"/>
                      </a:lnTo>
                      <a:lnTo>
                        <a:pt x="37685" y="210124"/>
                      </a:lnTo>
                      <a:lnTo>
                        <a:pt x="53673" y="210124"/>
                      </a:lnTo>
                      <a:lnTo>
                        <a:pt x="53673" y="227253"/>
                      </a:lnTo>
                      <a:lnTo>
                        <a:pt x="37685" y="227253"/>
                      </a:lnTo>
                      <a:lnTo>
                        <a:pt x="35401" y="229537"/>
                      </a:lnTo>
                      <a:lnTo>
                        <a:pt x="35401" y="262655"/>
                      </a:lnTo>
                      <a:lnTo>
                        <a:pt x="37685" y="264939"/>
                      </a:lnTo>
                      <a:lnTo>
                        <a:pt x="53673" y="264939"/>
                      </a:lnTo>
                      <a:lnTo>
                        <a:pt x="53673" y="282068"/>
                      </a:lnTo>
                      <a:lnTo>
                        <a:pt x="37685" y="282068"/>
                      </a:lnTo>
                      <a:lnTo>
                        <a:pt x="35401" y="284352"/>
                      </a:lnTo>
                      <a:lnTo>
                        <a:pt x="35401" y="317470"/>
                      </a:lnTo>
                      <a:lnTo>
                        <a:pt x="37685" y="319753"/>
                      </a:lnTo>
                      <a:lnTo>
                        <a:pt x="53673" y="319753"/>
                      </a:lnTo>
                      <a:lnTo>
                        <a:pt x="53673" y="336883"/>
                      </a:lnTo>
                      <a:lnTo>
                        <a:pt x="37685" y="336883"/>
                      </a:lnTo>
                      <a:lnTo>
                        <a:pt x="35401" y="339167"/>
                      </a:lnTo>
                      <a:lnTo>
                        <a:pt x="35401" y="372284"/>
                      </a:lnTo>
                      <a:lnTo>
                        <a:pt x="37685" y="374568"/>
                      </a:lnTo>
                      <a:lnTo>
                        <a:pt x="53673" y="374568"/>
                      </a:lnTo>
                      <a:lnTo>
                        <a:pt x="53673" y="391698"/>
                      </a:lnTo>
                      <a:lnTo>
                        <a:pt x="37685" y="391698"/>
                      </a:lnTo>
                      <a:lnTo>
                        <a:pt x="35401" y="393982"/>
                      </a:lnTo>
                      <a:lnTo>
                        <a:pt x="35401" y="427099"/>
                      </a:lnTo>
                      <a:lnTo>
                        <a:pt x="37685" y="429383"/>
                      </a:lnTo>
                      <a:lnTo>
                        <a:pt x="53673" y="429383"/>
                      </a:lnTo>
                      <a:lnTo>
                        <a:pt x="53673" y="446513"/>
                      </a:lnTo>
                      <a:lnTo>
                        <a:pt x="37685" y="446513"/>
                      </a:lnTo>
                      <a:lnTo>
                        <a:pt x="35401" y="448797"/>
                      </a:lnTo>
                      <a:lnTo>
                        <a:pt x="35401" y="481914"/>
                      </a:lnTo>
                      <a:lnTo>
                        <a:pt x="37685" y="484198"/>
                      </a:lnTo>
                      <a:lnTo>
                        <a:pt x="53673" y="484198"/>
                      </a:lnTo>
                      <a:lnTo>
                        <a:pt x="53673" y="501328"/>
                      </a:lnTo>
                      <a:lnTo>
                        <a:pt x="37685" y="501328"/>
                      </a:lnTo>
                      <a:lnTo>
                        <a:pt x="35401" y="503612"/>
                      </a:lnTo>
                      <a:lnTo>
                        <a:pt x="35401" y="524167"/>
                      </a:lnTo>
                      <a:lnTo>
                        <a:pt x="36543" y="526451"/>
                      </a:lnTo>
                      <a:lnTo>
                        <a:pt x="41111" y="529877"/>
                      </a:lnTo>
                      <a:lnTo>
                        <a:pt x="89074" y="529877"/>
                      </a:lnTo>
                      <a:lnTo>
                        <a:pt x="91358" y="527593"/>
                      </a:lnTo>
                      <a:lnTo>
                        <a:pt x="91358" y="19414"/>
                      </a:lnTo>
                      <a:lnTo>
                        <a:pt x="8907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5" name="任意形状 7074">
                  <a:extLst>
                    <a:ext uri="{FF2B5EF4-FFF2-40B4-BE49-F238E27FC236}">
                      <a16:creationId xmlns:a16="http://schemas.microsoft.com/office/drawing/2014/main" id="{6AE9C5F4-51DF-063C-7EBB-5BB49CD9FB71}"/>
                    </a:ext>
                  </a:extLst>
                </p:cNvPr>
                <p:cNvSpPr/>
                <p:nvPr/>
              </p:nvSpPr>
              <p:spPr>
                <a:xfrm>
                  <a:off x="5616586" y="5289472"/>
                  <a:ext cx="227253" cy="272932"/>
                </a:xfrm>
                <a:custGeom>
                  <a:avLst/>
                  <a:gdLst>
                    <a:gd name="connsiteX0" fmla="*/ 117624 w 227253"/>
                    <a:gd name="connsiteY0" fmla="*/ 0 h 272932"/>
                    <a:gd name="connsiteX1" fmla="*/ 117624 w 227253"/>
                    <a:gd name="connsiteY1" fmla="*/ 7994 h 272932"/>
                    <a:gd name="connsiteX2" fmla="*/ 116482 w 227253"/>
                    <a:gd name="connsiteY2" fmla="*/ 9136 h 272932"/>
                    <a:gd name="connsiteX3" fmla="*/ 116482 w 227253"/>
                    <a:gd name="connsiteY3" fmla="*/ 18272 h 272932"/>
                    <a:gd name="connsiteX4" fmla="*/ 115340 w 227253"/>
                    <a:gd name="connsiteY4" fmla="*/ 19414 h 272932"/>
                    <a:gd name="connsiteX5" fmla="*/ 115340 w 227253"/>
                    <a:gd name="connsiteY5" fmla="*/ 27407 h 272932"/>
                    <a:gd name="connsiteX6" fmla="*/ 114198 w 227253"/>
                    <a:gd name="connsiteY6" fmla="*/ 28549 h 272932"/>
                    <a:gd name="connsiteX7" fmla="*/ 114198 w 227253"/>
                    <a:gd name="connsiteY7" fmla="*/ 34259 h 272932"/>
                    <a:gd name="connsiteX8" fmla="*/ 113056 w 227253"/>
                    <a:gd name="connsiteY8" fmla="*/ 35401 h 272932"/>
                    <a:gd name="connsiteX9" fmla="*/ 113056 w 227253"/>
                    <a:gd name="connsiteY9" fmla="*/ 36543 h 272932"/>
                    <a:gd name="connsiteX10" fmla="*/ 108488 w 227253"/>
                    <a:gd name="connsiteY10" fmla="*/ 41111 h 272932"/>
                    <a:gd name="connsiteX11" fmla="*/ 107346 w 227253"/>
                    <a:gd name="connsiteY11" fmla="*/ 41111 h 272932"/>
                    <a:gd name="connsiteX12" fmla="*/ 106204 w 227253"/>
                    <a:gd name="connsiteY12" fmla="*/ 42253 h 272932"/>
                    <a:gd name="connsiteX13" fmla="*/ 103920 w 227253"/>
                    <a:gd name="connsiteY13" fmla="*/ 42253 h 272932"/>
                    <a:gd name="connsiteX14" fmla="*/ 102778 w 227253"/>
                    <a:gd name="connsiteY14" fmla="*/ 43395 h 272932"/>
                    <a:gd name="connsiteX15" fmla="*/ 100494 w 227253"/>
                    <a:gd name="connsiteY15" fmla="*/ 43395 h 272932"/>
                    <a:gd name="connsiteX16" fmla="*/ 90216 w 227253"/>
                    <a:gd name="connsiteY16" fmla="*/ 49105 h 272932"/>
                    <a:gd name="connsiteX17" fmla="*/ 86790 w 227253"/>
                    <a:gd name="connsiteY17" fmla="*/ 49105 h 272932"/>
                    <a:gd name="connsiteX18" fmla="*/ 85648 w 227253"/>
                    <a:gd name="connsiteY18" fmla="*/ 50247 h 272932"/>
                    <a:gd name="connsiteX19" fmla="*/ 84506 w 227253"/>
                    <a:gd name="connsiteY19" fmla="*/ 49105 h 272932"/>
                    <a:gd name="connsiteX20" fmla="*/ 81080 w 227253"/>
                    <a:gd name="connsiteY20" fmla="*/ 49105 h 272932"/>
                    <a:gd name="connsiteX21" fmla="*/ 78796 w 227253"/>
                    <a:gd name="connsiteY21" fmla="*/ 46821 h 272932"/>
                    <a:gd name="connsiteX22" fmla="*/ 77654 w 227253"/>
                    <a:gd name="connsiteY22" fmla="*/ 46821 h 272932"/>
                    <a:gd name="connsiteX23" fmla="*/ 73087 w 227253"/>
                    <a:gd name="connsiteY23" fmla="*/ 42253 h 272932"/>
                    <a:gd name="connsiteX24" fmla="*/ 71945 w 227253"/>
                    <a:gd name="connsiteY24" fmla="*/ 42253 h 272932"/>
                    <a:gd name="connsiteX25" fmla="*/ 68519 w 227253"/>
                    <a:gd name="connsiteY25" fmla="*/ 38827 h 272932"/>
                    <a:gd name="connsiteX26" fmla="*/ 67377 w 227253"/>
                    <a:gd name="connsiteY26" fmla="*/ 38827 h 272932"/>
                    <a:gd name="connsiteX27" fmla="*/ 62809 w 227253"/>
                    <a:gd name="connsiteY27" fmla="*/ 34259 h 272932"/>
                    <a:gd name="connsiteX28" fmla="*/ 61667 w 227253"/>
                    <a:gd name="connsiteY28" fmla="*/ 34259 h 272932"/>
                    <a:gd name="connsiteX29" fmla="*/ 53673 w 227253"/>
                    <a:gd name="connsiteY29" fmla="*/ 27407 h 272932"/>
                    <a:gd name="connsiteX30" fmla="*/ 27407 w 227253"/>
                    <a:gd name="connsiteY30" fmla="*/ 53673 h 272932"/>
                    <a:gd name="connsiteX31" fmla="*/ 30833 w 227253"/>
                    <a:gd name="connsiteY31" fmla="*/ 57099 h 272932"/>
                    <a:gd name="connsiteX32" fmla="*/ 30833 w 227253"/>
                    <a:gd name="connsiteY32" fmla="*/ 58241 h 272932"/>
                    <a:gd name="connsiteX33" fmla="*/ 34259 w 227253"/>
                    <a:gd name="connsiteY33" fmla="*/ 61667 h 272932"/>
                    <a:gd name="connsiteX34" fmla="*/ 34259 w 227253"/>
                    <a:gd name="connsiteY34" fmla="*/ 62809 h 272932"/>
                    <a:gd name="connsiteX35" fmla="*/ 38827 w 227253"/>
                    <a:gd name="connsiteY35" fmla="*/ 67377 h 272932"/>
                    <a:gd name="connsiteX36" fmla="*/ 38827 w 227253"/>
                    <a:gd name="connsiteY36" fmla="*/ 68519 h 272932"/>
                    <a:gd name="connsiteX37" fmla="*/ 49105 w 227253"/>
                    <a:gd name="connsiteY37" fmla="*/ 81080 h 272932"/>
                    <a:gd name="connsiteX38" fmla="*/ 49105 w 227253"/>
                    <a:gd name="connsiteY38" fmla="*/ 89074 h 272932"/>
                    <a:gd name="connsiteX39" fmla="*/ 47963 w 227253"/>
                    <a:gd name="connsiteY39" fmla="*/ 90216 h 272932"/>
                    <a:gd name="connsiteX40" fmla="*/ 47963 w 227253"/>
                    <a:gd name="connsiteY40" fmla="*/ 91358 h 272932"/>
                    <a:gd name="connsiteX41" fmla="*/ 46821 w 227253"/>
                    <a:gd name="connsiteY41" fmla="*/ 92500 h 272932"/>
                    <a:gd name="connsiteX42" fmla="*/ 46821 w 227253"/>
                    <a:gd name="connsiteY42" fmla="*/ 94784 h 272932"/>
                    <a:gd name="connsiteX43" fmla="*/ 43395 w 227253"/>
                    <a:gd name="connsiteY43" fmla="*/ 100494 h 272932"/>
                    <a:gd name="connsiteX44" fmla="*/ 43395 w 227253"/>
                    <a:gd name="connsiteY44" fmla="*/ 102778 h 272932"/>
                    <a:gd name="connsiteX45" fmla="*/ 42253 w 227253"/>
                    <a:gd name="connsiteY45" fmla="*/ 103920 h 272932"/>
                    <a:gd name="connsiteX46" fmla="*/ 42253 w 227253"/>
                    <a:gd name="connsiteY46" fmla="*/ 106204 h 272932"/>
                    <a:gd name="connsiteX47" fmla="*/ 41111 w 227253"/>
                    <a:gd name="connsiteY47" fmla="*/ 107346 h 272932"/>
                    <a:gd name="connsiteX48" fmla="*/ 41111 w 227253"/>
                    <a:gd name="connsiteY48" fmla="*/ 108488 h 272932"/>
                    <a:gd name="connsiteX49" fmla="*/ 36543 w 227253"/>
                    <a:gd name="connsiteY49" fmla="*/ 113056 h 272932"/>
                    <a:gd name="connsiteX50" fmla="*/ 35401 w 227253"/>
                    <a:gd name="connsiteY50" fmla="*/ 113056 h 272932"/>
                    <a:gd name="connsiteX51" fmla="*/ 34259 w 227253"/>
                    <a:gd name="connsiteY51" fmla="*/ 114198 h 272932"/>
                    <a:gd name="connsiteX52" fmla="*/ 27407 w 227253"/>
                    <a:gd name="connsiteY52" fmla="*/ 114198 h 272932"/>
                    <a:gd name="connsiteX53" fmla="*/ 26265 w 227253"/>
                    <a:gd name="connsiteY53" fmla="*/ 115340 h 272932"/>
                    <a:gd name="connsiteX54" fmla="*/ 18272 w 227253"/>
                    <a:gd name="connsiteY54" fmla="*/ 115340 h 272932"/>
                    <a:gd name="connsiteX55" fmla="*/ 17130 w 227253"/>
                    <a:gd name="connsiteY55" fmla="*/ 116482 h 272932"/>
                    <a:gd name="connsiteX56" fmla="*/ 9136 w 227253"/>
                    <a:gd name="connsiteY56" fmla="*/ 116482 h 272932"/>
                    <a:gd name="connsiteX57" fmla="*/ 7994 w 227253"/>
                    <a:gd name="connsiteY57" fmla="*/ 117624 h 272932"/>
                    <a:gd name="connsiteX58" fmla="*/ 0 w 227253"/>
                    <a:gd name="connsiteY58" fmla="*/ 117624 h 272932"/>
                    <a:gd name="connsiteX59" fmla="*/ 0 w 227253"/>
                    <a:gd name="connsiteY59" fmla="*/ 155309 h 272932"/>
                    <a:gd name="connsiteX60" fmla="*/ 9136 w 227253"/>
                    <a:gd name="connsiteY60" fmla="*/ 155309 h 272932"/>
                    <a:gd name="connsiteX61" fmla="*/ 10278 w 227253"/>
                    <a:gd name="connsiteY61" fmla="*/ 156451 h 272932"/>
                    <a:gd name="connsiteX62" fmla="*/ 18272 w 227253"/>
                    <a:gd name="connsiteY62" fmla="*/ 156451 h 272932"/>
                    <a:gd name="connsiteX63" fmla="*/ 19414 w 227253"/>
                    <a:gd name="connsiteY63" fmla="*/ 157593 h 272932"/>
                    <a:gd name="connsiteX64" fmla="*/ 27407 w 227253"/>
                    <a:gd name="connsiteY64" fmla="*/ 157593 h 272932"/>
                    <a:gd name="connsiteX65" fmla="*/ 28549 w 227253"/>
                    <a:gd name="connsiteY65" fmla="*/ 158735 h 272932"/>
                    <a:gd name="connsiteX66" fmla="*/ 34259 w 227253"/>
                    <a:gd name="connsiteY66" fmla="*/ 158735 h 272932"/>
                    <a:gd name="connsiteX67" fmla="*/ 35401 w 227253"/>
                    <a:gd name="connsiteY67" fmla="*/ 159877 h 272932"/>
                    <a:gd name="connsiteX68" fmla="*/ 36543 w 227253"/>
                    <a:gd name="connsiteY68" fmla="*/ 159877 h 272932"/>
                    <a:gd name="connsiteX69" fmla="*/ 41111 w 227253"/>
                    <a:gd name="connsiteY69" fmla="*/ 164445 h 272932"/>
                    <a:gd name="connsiteX70" fmla="*/ 41111 w 227253"/>
                    <a:gd name="connsiteY70" fmla="*/ 165587 h 272932"/>
                    <a:gd name="connsiteX71" fmla="*/ 42253 w 227253"/>
                    <a:gd name="connsiteY71" fmla="*/ 166729 h 272932"/>
                    <a:gd name="connsiteX72" fmla="*/ 42253 w 227253"/>
                    <a:gd name="connsiteY72" fmla="*/ 169013 h 272932"/>
                    <a:gd name="connsiteX73" fmla="*/ 43395 w 227253"/>
                    <a:gd name="connsiteY73" fmla="*/ 170155 h 272932"/>
                    <a:gd name="connsiteX74" fmla="*/ 43395 w 227253"/>
                    <a:gd name="connsiteY74" fmla="*/ 172438 h 272932"/>
                    <a:gd name="connsiteX75" fmla="*/ 49105 w 227253"/>
                    <a:gd name="connsiteY75" fmla="*/ 182716 h 272932"/>
                    <a:gd name="connsiteX76" fmla="*/ 49105 w 227253"/>
                    <a:gd name="connsiteY76" fmla="*/ 186142 h 272932"/>
                    <a:gd name="connsiteX77" fmla="*/ 50247 w 227253"/>
                    <a:gd name="connsiteY77" fmla="*/ 187284 h 272932"/>
                    <a:gd name="connsiteX78" fmla="*/ 49105 w 227253"/>
                    <a:gd name="connsiteY78" fmla="*/ 188426 h 272932"/>
                    <a:gd name="connsiteX79" fmla="*/ 49105 w 227253"/>
                    <a:gd name="connsiteY79" fmla="*/ 191852 h 272932"/>
                    <a:gd name="connsiteX80" fmla="*/ 46821 w 227253"/>
                    <a:gd name="connsiteY80" fmla="*/ 194136 h 272932"/>
                    <a:gd name="connsiteX81" fmla="*/ 46821 w 227253"/>
                    <a:gd name="connsiteY81" fmla="*/ 195278 h 272932"/>
                    <a:gd name="connsiteX82" fmla="*/ 42253 w 227253"/>
                    <a:gd name="connsiteY82" fmla="*/ 199846 h 272932"/>
                    <a:gd name="connsiteX83" fmla="*/ 42253 w 227253"/>
                    <a:gd name="connsiteY83" fmla="*/ 200988 h 272932"/>
                    <a:gd name="connsiteX84" fmla="*/ 38827 w 227253"/>
                    <a:gd name="connsiteY84" fmla="*/ 204414 h 272932"/>
                    <a:gd name="connsiteX85" fmla="*/ 38827 w 227253"/>
                    <a:gd name="connsiteY85" fmla="*/ 205556 h 272932"/>
                    <a:gd name="connsiteX86" fmla="*/ 34259 w 227253"/>
                    <a:gd name="connsiteY86" fmla="*/ 210124 h 272932"/>
                    <a:gd name="connsiteX87" fmla="*/ 34259 w 227253"/>
                    <a:gd name="connsiteY87" fmla="*/ 211266 h 272932"/>
                    <a:gd name="connsiteX88" fmla="*/ 27407 w 227253"/>
                    <a:gd name="connsiteY88" fmla="*/ 219260 h 272932"/>
                    <a:gd name="connsiteX89" fmla="*/ 53673 w 227253"/>
                    <a:gd name="connsiteY89" fmla="*/ 245525 h 272932"/>
                    <a:gd name="connsiteX90" fmla="*/ 57099 w 227253"/>
                    <a:gd name="connsiteY90" fmla="*/ 242099 h 272932"/>
                    <a:gd name="connsiteX91" fmla="*/ 58241 w 227253"/>
                    <a:gd name="connsiteY91" fmla="*/ 242099 h 272932"/>
                    <a:gd name="connsiteX92" fmla="*/ 61667 w 227253"/>
                    <a:gd name="connsiteY92" fmla="*/ 238673 h 272932"/>
                    <a:gd name="connsiteX93" fmla="*/ 62809 w 227253"/>
                    <a:gd name="connsiteY93" fmla="*/ 238673 h 272932"/>
                    <a:gd name="connsiteX94" fmla="*/ 66235 w 227253"/>
                    <a:gd name="connsiteY94" fmla="*/ 235247 h 272932"/>
                    <a:gd name="connsiteX95" fmla="*/ 67377 w 227253"/>
                    <a:gd name="connsiteY95" fmla="*/ 235247 h 272932"/>
                    <a:gd name="connsiteX96" fmla="*/ 71945 w 227253"/>
                    <a:gd name="connsiteY96" fmla="*/ 230679 h 272932"/>
                    <a:gd name="connsiteX97" fmla="*/ 73087 w 227253"/>
                    <a:gd name="connsiteY97" fmla="*/ 230679 h 272932"/>
                    <a:gd name="connsiteX98" fmla="*/ 81080 w 227253"/>
                    <a:gd name="connsiteY98" fmla="*/ 223827 h 272932"/>
                    <a:gd name="connsiteX99" fmla="*/ 89074 w 227253"/>
                    <a:gd name="connsiteY99" fmla="*/ 223827 h 272932"/>
                    <a:gd name="connsiteX100" fmla="*/ 90216 w 227253"/>
                    <a:gd name="connsiteY100" fmla="*/ 224969 h 272932"/>
                    <a:gd name="connsiteX101" fmla="*/ 91358 w 227253"/>
                    <a:gd name="connsiteY101" fmla="*/ 224969 h 272932"/>
                    <a:gd name="connsiteX102" fmla="*/ 92500 w 227253"/>
                    <a:gd name="connsiteY102" fmla="*/ 226111 h 272932"/>
                    <a:gd name="connsiteX103" fmla="*/ 94784 w 227253"/>
                    <a:gd name="connsiteY103" fmla="*/ 226111 h 272932"/>
                    <a:gd name="connsiteX104" fmla="*/ 100494 w 227253"/>
                    <a:gd name="connsiteY104" fmla="*/ 229537 h 272932"/>
                    <a:gd name="connsiteX105" fmla="*/ 102778 w 227253"/>
                    <a:gd name="connsiteY105" fmla="*/ 229537 h 272932"/>
                    <a:gd name="connsiteX106" fmla="*/ 103920 w 227253"/>
                    <a:gd name="connsiteY106" fmla="*/ 230679 h 272932"/>
                    <a:gd name="connsiteX107" fmla="*/ 106204 w 227253"/>
                    <a:gd name="connsiteY107" fmla="*/ 230679 h 272932"/>
                    <a:gd name="connsiteX108" fmla="*/ 107346 w 227253"/>
                    <a:gd name="connsiteY108" fmla="*/ 231821 h 272932"/>
                    <a:gd name="connsiteX109" fmla="*/ 108488 w 227253"/>
                    <a:gd name="connsiteY109" fmla="*/ 231821 h 272932"/>
                    <a:gd name="connsiteX110" fmla="*/ 113056 w 227253"/>
                    <a:gd name="connsiteY110" fmla="*/ 236389 h 272932"/>
                    <a:gd name="connsiteX111" fmla="*/ 113056 w 227253"/>
                    <a:gd name="connsiteY111" fmla="*/ 237531 h 272932"/>
                    <a:gd name="connsiteX112" fmla="*/ 114198 w 227253"/>
                    <a:gd name="connsiteY112" fmla="*/ 238673 h 272932"/>
                    <a:gd name="connsiteX113" fmla="*/ 114198 w 227253"/>
                    <a:gd name="connsiteY113" fmla="*/ 245525 h 272932"/>
                    <a:gd name="connsiteX114" fmla="*/ 115340 w 227253"/>
                    <a:gd name="connsiteY114" fmla="*/ 246667 h 272932"/>
                    <a:gd name="connsiteX115" fmla="*/ 115340 w 227253"/>
                    <a:gd name="connsiteY115" fmla="*/ 254661 h 272932"/>
                    <a:gd name="connsiteX116" fmla="*/ 116482 w 227253"/>
                    <a:gd name="connsiteY116" fmla="*/ 255803 h 272932"/>
                    <a:gd name="connsiteX117" fmla="*/ 116482 w 227253"/>
                    <a:gd name="connsiteY117" fmla="*/ 263797 h 272932"/>
                    <a:gd name="connsiteX118" fmla="*/ 117624 w 227253"/>
                    <a:gd name="connsiteY118" fmla="*/ 264939 h 272932"/>
                    <a:gd name="connsiteX119" fmla="*/ 117624 w 227253"/>
                    <a:gd name="connsiteY119" fmla="*/ 272932 h 272932"/>
                    <a:gd name="connsiteX120" fmla="*/ 135895 w 227253"/>
                    <a:gd name="connsiteY120" fmla="*/ 272932 h 272932"/>
                    <a:gd name="connsiteX121" fmla="*/ 135895 w 227253"/>
                    <a:gd name="connsiteY121" fmla="*/ 229537 h 272932"/>
                    <a:gd name="connsiteX122" fmla="*/ 138179 w 227253"/>
                    <a:gd name="connsiteY122" fmla="*/ 227253 h 272932"/>
                    <a:gd name="connsiteX123" fmla="*/ 140463 w 227253"/>
                    <a:gd name="connsiteY123" fmla="*/ 227253 h 272932"/>
                    <a:gd name="connsiteX124" fmla="*/ 141605 w 227253"/>
                    <a:gd name="connsiteY124" fmla="*/ 226111 h 272932"/>
                    <a:gd name="connsiteX125" fmla="*/ 150741 w 227253"/>
                    <a:gd name="connsiteY125" fmla="*/ 226111 h 272932"/>
                    <a:gd name="connsiteX126" fmla="*/ 151883 w 227253"/>
                    <a:gd name="connsiteY126" fmla="*/ 224969 h 272932"/>
                    <a:gd name="connsiteX127" fmla="*/ 156451 w 227253"/>
                    <a:gd name="connsiteY127" fmla="*/ 224969 h 272932"/>
                    <a:gd name="connsiteX128" fmla="*/ 157593 w 227253"/>
                    <a:gd name="connsiteY128" fmla="*/ 223827 h 272932"/>
                    <a:gd name="connsiteX129" fmla="*/ 161019 w 227253"/>
                    <a:gd name="connsiteY129" fmla="*/ 223827 h 272932"/>
                    <a:gd name="connsiteX130" fmla="*/ 162161 w 227253"/>
                    <a:gd name="connsiteY130" fmla="*/ 222685 h 272932"/>
                    <a:gd name="connsiteX131" fmla="*/ 164445 w 227253"/>
                    <a:gd name="connsiteY131" fmla="*/ 222685 h 272932"/>
                    <a:gd name="connsiteX132" fmla="*/ 165587 w 227253"/>
                    <a:gd name="connsiteY132" fmla="*/ 221543 h 272932"/>
                    <a:gd name="connsiteX133" fmla="*/ 171296 w 227253"/>
                    <a:gd name="connsiteY133" fmla="*/ 220401 h 272932"/>
                    <a:gd name="connsiteX134" fmla="*/ 172438 w 227253"/>
                    <a:gd name="connsiteY134" fmla="*/ 219260 h 272932"/>
                    <a:gd name="connsiteX135" fmla="*/ 182716 w 227253"/>
                    <a:gd name="connsiteY135" fmla="*/ 214692 h 272932"/>
                    <a:gd name="connsiteX136" fmla="*/ 185000 w 227253"/>
                    <a:gd name="connsiteY136" fmla="*/ 212408 h 272932"/>
                    <a:gd name="connsiteX137" fmla="*/ 186142 w 227253"/>
                    <a:gd name="connsiteY137" fmla="*/ 212408 h 272932"/>
                    <a:gd name="connsiteX138" fmla="*/ 188426 w 227253"/>
                    <a:gd name="connsiteY138" fmla="*/ 210124 h 272932"/>
                    <a:gd name="connsiteX139" fmla="*/ 189568 w 227253"/>
                    <a:gd name="connsiteY139" fmla="*/ 210124 h 272932"/>
                    <a:gd name="connsiteX140" fmla="*/ 192994 w 227253"/>
                    <a:gd name="connsiteY140" fmla="*/ 206698 h 272932"/>
                    <a:gd name="connsiteX141" fmla="*/ 194136 w 227253"/>
                    <a:gd name="connsiteY141" fmla="*/ 206698 h 272932"/>
                    <a:gd name="connsiteX142" fmla="*/ 206698 w 227253"/>
                    <a:gd name="connsiteY142" fmla="*/ 194136 h 272932"/>
                    <a:gd name="connsiteX143" fmla="*/ 206698 w 227253"/>
                    <a:gd name="connsiteY143" fmla="*/ 192994 h 272932"/>
                    <a:gd name="connsiteX144" fmla="*/ 210124 w 227253"/>
                    <a:gd name="connsiteY144" fmla="*/ 189568 h 272932"/>
                    <a:gd name="connsiteX145" fmla="*/ 210124 w 227253"/>
                    <a:gd name="connsiteY145" fmla="*/ 188426 h 272932"/>
                    <a:gd name="connsiteX146" fmla="*/ 214692 w 227253"/>
                    <a:gd name="connsiteY146" fmla="*/ 182716 h 272932"/>
                    <a:gd name="connsiteX147" fmla="*/ 214692 w 227253"/>
                    <a:gd name="connsiteY147" fmla="*/ 181574 h 272932"/>
                    <a:gd name="connsiteX148" fmla="*/ 220401 w 227253"/>
                    <a:gd name="connsiteY148" fmla="*/ 171296 h 272932"/>
                    <a:gd name="connsiteX149" fmla="*/ 220401 w 227253"/>
                    <a:gd name="connsiteY149" fmla="*/ 169013 h 272932"/>
                    <a:gd name="connsiteX150" fmla="*/ 221543 w 227253"/>
                    <a:gd name="connsiteY150" fmla="*/ 167871 h 272932"/>
                    <a:gd name="connsiteX151" fmla="*/ 221543 w 227253"/>
                    <a:gd name="connsiteY151" fmla="*/ 165587 h 272932"/>
                    <a:gd name="connsiteX152" fmla="*/ 222685 w 227253"/>
                    <a:gd name="connsiteY152" fmla="*/ 164445 h 272932"/>
                    <a:gd name="connsiteX153" fmla="*/ 222685 w 227253"/>
                    <a:gd name="connsiteY153" fmla="*/ 162161 h 272932"/>
                    <a:gd name="connsiteX154" fmla="*/ 223827 w 227253"/>
                    <a:gd name="connsiteY154" fmla="*/ 161019 h 272932"/>
                    <a:gd name="connsiteX155" fmla="*/ 223827 w 227253"/>
                    <a:gd name="connsiteY155" fmla="*/ 157593 h 272932"/>
                    <a:gd name="connsiteX156" fmla="*/ 224969 w 227253"/>
                    <a:gd name="connsiteY156" fmla="*/ 156451 h 272932"/>
                    <a:gd name="connsiteX157" fmla="*/ 224969 w 227253"/>
                    <a:gd name="connsiteY157" fmla="*/ 151883 h 272932"/>
                    <a:gd name="connsiteX158" fmla="*/ 226111 w 227253"/>
                    <a:gd name="connsiteY158" fmla="*/ 150741 h 272932"/>
                    <a:gd name="connsiteX159" fmla="*/ 226111 w 227253"/>
                    <a:gd name="connsiteY159" fmla="*/ 141605 h 272932"/>
                    <a:gd name="connsiteX160" fmla="*/ 227253 w 227253"/>
                    <a:gd name="connsiteY160" fmla="*/ 140463 h 272932"/>
                    <a:gd name="connsiteX161" fmla="*/ 227253 w 227253"/>
                    <a:gd name="connsiteY161" fmla="*/ 132469 h 272932"/>
                    <a:gd name="connsiteX162" fmla="*/ 226111 w 227253"/>
                    <a:gd name="connsiteY162" fmla="*/ 131327 h 272932"/>
                    <a:gd name="connsiteX163" fmla="*/ 226111 w 227253"/>
                    <a:gd name="connsiteY163" fmla="*/ 122191 h 272932"/>
                    <a:gd name="connsiteX164" fmla="*/ 224969 w 227253"/>
                    <a:gd name="connsiteY164" fmla="*/ 121050 h 272932"/>
                    <a:gd name="connsiteX165" fmla="*/ 224969 w 227253"/>
                    <a:gd name="connsiteY165" fmla="*/ 116482 h 272932"/>
                    <a:gd name="connsiteX166" fmla="*/ 223827 w 227253"/>
                    <a:gd name="connsiteY166" fmla="*/ 115340 h 272932"/>
                    <a:gd name="connsiteX167" fmla="*/ 223827 w 227253"/>
                    <a:gd name="connsiteY167" fmla="*/ 111914 h 272932"/>
                    <a:gd name="connsiteX168" fmla="*/ 222685 w 227253"/>
                    <a:gd name="connsiteY168" fmla="*/ 110772 h 272932"/>
                    <a:gd name="connsiteX169" fmla="*/ 222685 w 227253"/>
                    <a:gd name="connsiteY169" fmla="*/ 108488 h 272932"/>
                    <a:gd name="connsiteX170" fmla="*/ 221543 w 227253"/>
                    <a:gd name="connsiteY170" fmla="*/ 107346 h 272932"/>
                    <a:gd name="connsiteX171" fmla="*/ 220401 w 227253"/>
                    <a:gd name="connsiteY171" fmla="*/ 101636 h 272932"/>
                    <a:gd name="connsiteX172" fmla="*/ 219260 w 227253"/>
                    <a:gd name="connsiteY172" fmla="*/ 100494 h 272932"/>
                    <a:gd name="connsiteX173" fmla="*/ 214692 w 227253"/>
                    <a:gd name="connsiteY173" fmla="*/ 90216 h 272932"/>
                    <a:gd name="connsiteX174" fmla="*/ 212408 w 227253"/>
                    <a:gd name="connsiteY174" fmla="*/ 87932 h 272932"/>
                    <a:gd name="connsiteX175" fmla="*/ 212408 w 227253"/>
                    <a:gd name="connsiteY175" fmla="*/ 86790 h 272932"/>
                    <a:gd name="connsiteX176" fmla="*/ 210124 w 227253"/>
                    <a:gd name="connsiteY176" fmla="*/ 84506 h 272932"/>
                    <a:gd name="connsiteX177" fmla="*/ 210124 w 227253"/>
                    <a:gd name="connsiteY177" fmla="*/ 83364 h 272932"/>
                    <a:gd name="connsiteX178" fmla="*/ 206698 w 227253"/>
                    <a:gd name="connsiteY178" fmla="*/ 79938 h 272932"/>
                    <a:gd name="connsiteX179" fmla="*/ 206698 w 227253"/>
                    <a:gd name="connsiteY179" fmla="*/ 78796 h 272932"/>
                    <a:gd name="connsiteX180" fmla="*/ 194136 w 227253"/>
                    <a:gd name="connsiteY180" fmla="*/ 66235 h 272932"/>
                    <a:gd name="connsiteX181" fmla="*/ 192994 w 227253"/>
                    <a:gd name="connsiteY181" fmla="*/ 66235 h 272932"/>
                    <a:gd name="connsiteX182" fmla="*/ 189568 w 227253"/>
                    <a:gd name="connsiteY182" fmla="*/ 62809 h 272932"/>
                    <a:gd name="connsiteX183" fmla="*/ 188426 w 227253"/>
                    <a:gd name="connsiteY183" fmla="*/ 62809 h 272932"/>
                    <a:gd name="connsiteX184" fmla="*/ 182716 w 227253"/>
                    <a:gd name="connsiteY184" fmla="*/ 58241 h 272932"/>
                    <a:gd name="connsiteX185" fmla="*/ 181574 w 227253"/>
                    <a:gd name="connsiteY185" fmla="*/ 58241 h 272932"/>
                    <a:gd name="connsiteX186" fmla="*/ 171296 w 227253"/>
                    <a:gd name="connsiteY186" fmla="*/ 52531 h 272932"/>
                    <a:gd name="connsiteX187" fmla="*/ 169013 w 227253"/>
                    <a:gd name="connsiteY187" fmla="*/ 52531 h 272932"/>
                    <a:gd name="connsiteX188" fmla="*/ 167871 w 227253"/>
                    <a:gd name="connsiteY188" fmla="*/ 51389 h 272932"/>
                    <a:gd name="connsiteX189" fmla="*/ 165587 w 227253"/>
                    <a:gd name="connsiteY189" fmla="*/ 51389 h 272932"/>
                    <a:gd name="connsiteX190" fmla="*/ 164445 w 227253"/>
                    <a:gd name="connsiteY190" fmla="*/ 50247 h 272932"/>
                    <a:gd name="connsiteX191" fmla="*/ 162161 w 227253"/>
                    <a:gd name="connsiteY191" fmla="*/ 50247 h 272932"/>
                    <a:gd name="connsiteX192" fmla="*/ 161019 w 227253"/>
                    <a:gd name="connsiteY192" fmla="*/ 49105 h 272932"/>
                    <a:gd name="connsiteX193" fmla="*/ 157593 w 227253"/>
                    <a:gd name="connsiteY193" fmla="*/ 49105 h 272932"/>
                    <a:gd name="connsiteX194" fmla="*/ 156451 w 227253"/>
                    <a:gd name="connsiteY194" fmla="*/ 47963 h 272932"/>
                    <a:gd name="connsiteX195" fmla="*/ 151883 w 227253"/>
                    <a:gd name="connsiteY195" fmla="*/ 47963 h 272932"/>
                    <a:gd name="connsiteX196" fmla="*/ 150741 w 227253"/>
                    <a:gd name="connsiteY196" fmla="*/ 46821 h 272932"/>
                    <a:gd name="connsiteX197" fmla="*/ 141605 w 227253"/>
                    <a:gd name="connsiteY197" fmla="*/ 46821 h 272932"/>
                    <a:gd name="connsiteX198" fmla="*/ 140463 w 227253"/>
                    <a:gd name="connsiteY198" fmla="*/ 45679 h 272932"/>
                    <a:gd name="connsiteX199" fmla="*/ 138179 w 227253"/>
                    <a:gd name="connsiteY199" fmla="*/ 45679 h 272932"/>
                    <a:gd name="connsiteX200" fmla="*/ 135895 w 227253"/>
                    <a:gd name="connsiteY200" fmla="*/ 43395 h 272932"/>
                    <a:gd name="connsiteX201" fmla="*/ 135895 w 227253"/>
                    <a:gd name="connsiteY201" fmla="*/ 0 h 272932"/>
                    <a:gd name="connsiteX202" fmla="*/ 123333 w 227253"/>
                    <a:gd name="connsiteY202" fmla="*/ 53673 h 272932"/>
                    <a:gd name="connsiteX203" fmla="*/ 122191 w 227253"/>
                    <a:gd name="connsiteY203" fmla="*/ 54815 h 272932"/>
                    <a:gd name="connsiteX204" fmla="*/ 117624 w 227253"/>
                    <a:gd name="connsiteY204" fmla="*/ 54815 h 272932"/>
                    <a:gd name="connsiteX205" fmla="*/ 116482 w 227253"/>
                    <a:gd name="connsiteY205" fmla="*/ 55957 h 272932"/>
                    <a:gd name="connsiteX206" fmla="*/ 113056 w 227253"/>
                    <a:gd name="connsiteY206" fmla="*/ 55957 h 272932"/>
                    <a:gd name="connsiteX207" fmla="*/ 111914 w 227253"/>
                    <a:gd name="connsiteY207" fmla="*/ 57099 h 272932"/>
                    <a:gd name="connsiteX208" fmla="*/ 109630 w 227253"/>
                    <a:gd name="connsiteY208" fmla="*/ 57099 h 272932"/>
                    <a:gd name="connsiteX209" fmla="*/ 108488 w 227253"/>
                    <a:gd name="connsiteY209" fmla="*/ 58241 h 272932"/>
                    <a:gd name="connsiteX210" fmla="*/ 106204 w 227253"/>
                    <a:gd name="connsiteY210" fmla="*/ 58241 h 272932"/>
                    <a:gd name="connsiteX211" fmla="*/ 105062 w 227253"/>
                    <a:gd name="connsiteY211" fmla="*/ 59383 h 272932"/>
                    <a:gd name="connsiteX212" fmla="*/ 103920 w 227253"/>
                    <a:gd name="connsiteY212" fmla="*/ 59383 h 272932"/>
                    <a:gd name="connsiteX213" fmla="*/ 102778 w 227253"/>
                    <a:gd name="connsiteY213" fmla="*/ 60525 h 272932"/>
                    <a:gd name="connsiteX214" fmla="*/ 101636 w 227253"/>
                    <a:gd name="connsiteY214" fmla="*/ 60525 h 272932"/>
                    <a:gd name="connsiteX215" fmla="*/ 100494 w 227253"/>
                    <a:gd name="connsiteY215" fmla="*/ 61667 h 272932"/>
                    <a:gd name="connsiteX216" fmla="*/ 99352 w 227253"/>
                    <a:gd name="connsiteY216" fmla="*/ 61667 h 272932"/>
                    <a:gd name="connsiteX217" fmla="*/ 98210 w 227253"/>
                    <a:gd name="connsiteY217" fmla="*/ 62809 h 272932"/>
                    <a:gd name="connsiteX218" fmla="*/ 97068 w 227253"/>
                    <a:gd name="connsiteY218" fmla="*/ 62809 h 272932"/>
                    <a:gd name="connsiteX219" fmla="*/ 95926 w 227253"/>
                    <a:gd name="connsiteY219" fmla="*/ 63951 h 272932"/>
                    <a:gd name="connsiteX220" fmla="*/ 94784 w 227253"/>
                    <a:gd name="connsiteY220" fmla="*/ 63951 h 272932"/>
                    <a:gd name="connsiteX221" fmla="*/ 92500 w 227253"/>
                    <a:gd name="connsiteY221" fmla="*/ 66235 h 272932"/>
                    <a:gd name="connsiteX222" fmla="*/ 91358 w 227253"/>
                    <a:gd name="connsiteY222" fmla="*/ 66235 h 272932"/>
                    <a:gd name="connsiteX223" fmla="*/ 89074 w 227253"/>
                    <a:gd name="connsiteY223" fmla="*/ 68519 h 272932"/>
                    <a:gd name="connsiteX224" fmla="*/ 87932 w 227253"/>
                    <a:gd name="connsiteY224" fmla="*/ 68519 h 272932"/>
                    <a:gd name="connsiteX225" fmla="*/ 84506 w 227253"/>
                    <a:gd name="connsiteY225" fmla="*/ 71945 h 272932"/>
                    <a:gd name="connsiteX226" fmla="*/ 83364 w 227253"/>
                    <a:gd name="connsiteY226" fmla="*/ 71945 h 272932"/>
                    <a:gd name="connsiteX227" fmla="*/ 71945 w 227253"/>
                    <a:gd name="connsiteY227" fmla="*/ 83364 h 272932"/>
                    <a:gd name="connsiteX228" fmla="*/ 71945 w 227253"/>
                    <a:gd name="connsiteY228" fmla="*/ 84506 h 272932"/>
                    <a:gd name="connsiteX229" fmla="*/ 68519 w 227253"/>
                    <a:gd name="connsiteY229" fmla="*/ 87932 h 272932"/>
                    <a:gd name="connsiteX230" fmla="*/ 68519 w 227253"/>
                    <a:gd name="connsiteY230" fmla="*/ 89074 h 272932"/>
                    <a:gd name="connsiteX231" fmla="*/ 66235 w 227253"/>
                    <a:gd name="connsiteY231" fmla="*/ 91358 h 272932"/>
                    <a:gd name="connsiteX232" fmla="*/ 66235 w 227253"/>
                    <a:gd name="connsiteY232" fmla="*/ 92500 h 272932"/>
                    <a:gd name="connsiteX233" fmla="*/ 63951 w 227253"/>
                    <a:gd name="connsiteY233" fmla="*/ 94784 h 272932"/>
                    <a:gd name="connsiteX234" fmla="*/ 63951 w 227253"/>
                    <a:gd name="connsiteY234" fmla="*/ 95926 h 272932"/>
                    <a:gd name="connsiteX235" fmla="*/ 62809 w 227253"/>
                    <a:gd name="connsiteY235" fmla="*/ 97068 h 272932"/>
                    <a:gd name="connsiteX236" fmla="*/ 62809 w 227253"/>
                    <a:gd name="connsiteY236" fmla="*/ 98210 h 272932"/>
                    <a:gd name="connsiteX237" fmla="*/ 61667 w 227253"/>
                    <a:gd name="connsiteY237" fmla="*/ 99352 h 272932"/>
                    <a:gd name="connsiteX238" fmla="*/ 61667 w 227253"/>
                    <a:gd name="connsiteY238" fmla="*/ 100494 h 272932"/>
                    <a:gd name="connsiteX239" fmla="*/ 60525 w 227253"/>
                    <a:gd name="connsiteY239" fmla="*/ 101636 h 272932"/>
                    <a:gd name="connsiteX240" fmla="*/ 60525 w 227253"/>
                    <a:gd name="connsiteY240" fmla="*/ 102778 h 272932"/>
                    <a:gd name="connsiteX241" fmla="*/ 59383 w 227253"/>
                    <a:gd name="connsiteY241" fmla="*/ 103920 h 272932"/>
                    <a:gd name="connsiteX242" fmla="*/ 59383 w 227253"/>
                    <a:gd name="connsiteY242" fmla="*/ 106204 h 272932"/>
                    <a:gd name="connsiteX243" fmla="*/ 58241 w 227253"/>
                    <a:gd name="connsiteY243" fmla="*/ 107346 h 272932"/>
                    <a:gd name="connsiteX244" fmla="*/ 58241 w 227253"/>
                    <a:gd name="connsiteY244" fmla="*/ 108488 h 272932"/>
                    <a:gd name="connsiteX245" fmla="*/ 57099 w 227253"/>
                    <a:gd name="connsiteY245" fmla="*/ 109630 h 272932"/>
                    <a:gd name="connsiteX246" fmla="*/ 57099 w 227253"/>
                    <a:gd name="connsiteY246" fmla="*/ 111914 h 272932"/>
                    <a:gd name="connsiteX247" fmla="*/ 55957 w 227253"/>
                    <a:gd name="connsiteY247" fmla="*/ 113056 h 272932"/>
                    <a:gd name="connsiteX248" fmla="*/ 55957 w 227253"/>
                    <a:gd name="connsiteY248" fmla="*/ 116482 h 272932"/>
                    <a:gd name="connsiteX249" fmla="*/ 54815 w 227253"/>
                    <a:gd name="connsiteY249" fmla="*/ 117624 h 272932"/>
                    <a:gd name="connsiteX250" fmla="*/ 54815 w 227253"/>
                    <a:gd name="connsiteY250" fmla="*/ 122191 h 272932"/>
                    <a:gd name="connsiteX251" fmla="*/ 53673 w 227253"/>
                    <a:gd name="connsiteY251" fmla="*/ 123333 h 272932"/>
                    <a:gd name="connsiteX252" fmla="*/ 53673 w 227253"/>
                    <a:gd name="connsiteY252" fmla="*/ 149599 h 272932"/>
                    <a:gd name="connsiteX253" fmla="*/ 54815 w 227253"/>
                    <a:gd name="connsiteY253" fmla="*/ 150741 h 272932"/>
                    <a:gd name="connsiteX254" fmla="*/ 54815 w 227253"/>
                    <a:gd name="connsiteY254" fmla="*/ 155309 h 272932"/>
                    <a:gd name="connsiteX255" fmla="*/ 55957 w 227253"/>
                    <a:gd name="connsiteY255" fmla="*/ 156451 h 272932"/>
                    <a:gd name="connsiteX256" fmla="*/ 55957 w 227253"/>
                    <a:gd name="connsiteY256" fmla="*/ 159877 h 272932"/>
                    <a:gd name="connsiteX257" fmla="*/ 57099 w 227253"/>
                    <a:gd name="connsiteY257" fmla="*/ 161019 h 272932"/>
                    <a:gd name="connsiteX258" fmla="*/ 57099 w 227253"/>
                    <a:gd name="connsiteY258" fmla="*/ 163303 h 272932"/>
                    <a:gd name="connsiteX259" fmla="*/ 58241 w 227253"/>
                    <a:gd name="connsiteY259" fmla="*/ 164445 h 272932"/>
                    <a:gd name="connsiteX260" fmla="*/ 58241 w 227253"/>
                    <a:gd name="connsiteY260" fmla="*/ 165587 h 272932"/>
                    <a:gd name="connsiteX261" fmla="*/ 59383 w 227253"/>
                    <a:gd name="connsiteY261" fmla="*/ 166729 h 272932"/>
                    <a:gd name="connsiteX262" fmla="*/ 59383 w 227253"/>
                    <a:gd name="connsiteY262" fmla="*/ 169013 h 272932"/>
                    <a:gd name="connsiteX263" fmla="*/ 60525 w 227253"/>
                    <a:gd name="connsiteY263" fmla="*/ 170155 h 272932"/>
                    <a:gd name="connsiteX264" fmla="*/ 60525 w 227253"/>
                    <a:gd name="connsiteY264" fmla="*/ 171296 h 272932"/>
                    <a:gd name="connsiteX265" fmla="*/ 61667 w 227253"/>
                    <a:gd name="connsiteY265" fmla="*/ 172438 h 272932"/>
                    <a:gd name="connsiteX266" fmla="*/ 61667 w 227253"/>
                    <a:gd name="connsiteY266" fmla="*/ 173580 h 272932"/>
                    <a:gd name="connsiteX267" fmla="*/ 62809 w 227253"/>
                    <a:gd name="connsiteY267" fmla="*/ 174722 h 272932"/>
                    <a:gd name="connsiteX268" fmla="*/ 62809 w 227253"/>
                    <a:gd name="connsiteY268" fmla="*/ 175864 h 272932"/>
                    <a:gd name="connsiteX269" fmla="*/ 63951 w 227253"/>
                    <a:gd name="connsiteY269" fmla="*/ 177006 h 272932"/>
                    <a:gd name="connsiteX270" fmla="*/ 63951 w 227253"/>
                    <a:gd name="connsiteY270" fmla="*/ 178148 h 272932"/>
                    <a:gd name="connsiteX271" fmla="*/ 66235 w 227253"/>
                    <a:gd name="connsiteY271" fmla="*/ 180432 h 272932"/>
                    <a:gd name="connsiteX272" fmla="*/ 66235 w 227253"/>
                    <a:gd name="connsiteY272" fmla="*/ 181574 h 272932"/>
                    <a:gd name="connsiteX273" fmla="*/ 68519 w 227253"/>
                    <a:gd name="connsiteY273" fmla="*/ 183858 h 272932"/>
                    <a:gd name="connsiteX274" fmla="*/ 68519 w 227253"/>
                    <a:gd name="connsiteY274" fmla="*/ 185000 h 272932"/>
                    <a:gd name="connsiteX275" fmla="*/ 71945 w 227253"/>
                    <a:gd name="connsiteY275" fmla="*/ 188426 h 272932"/>
                    <a:gd name="connsiteX276" fmla="*/ 71945 w 227253"/>
                    <a:gd name="connsiteY276" fmla="*/ 189568 h 272932"/>
                    <a:gd name="connsiteX277" fmla="*/ 83364 w 227253"/>
                    <a:gd name="connsiteY277" fmla="*/ 200988 h 272932"/>
                    <a:gd name="connsiteX278" fmla="*/ 84506 w 227253"/>
                    <a:gd name="connsiteY278" fmla="*/ 200988 h 272932"/>
                    <a:gd name="connsiteX279" fmla="*/ 87932 w 227253"/>
                    <a:gd name="connsiteY279" fmla="*/ 204414 h 272932"/>
                    <a:gd name="connsiteX280" fmla="*/ 89074 w 227253"/>
                    <a:gd name="connsiteY280" fmla="*/ 204414 h 272932"/>
                    <a:gd name="connsiteX281" fmla="*/ 91358 w 227253"/>
                    <a:gd name="connsiteY281" fmla="*/ 206698 h 272932"/>
                    <a:gd name="connsiteX282" fmla="*/ 92500 w 227253"/>
                    <a:gd name="connsiteY282" fmla="*/ 206698 h 272932"/>
                    <a:gd name="connsiteX283" fmla="*/ 94784 w 227253"/>
                    <a:gd name="connsiteY283" fmla="*/ 208982 h 272932"/>
                    <a:gd name="connsiteX284" fmla="*/ 95926 w 227253"/>
                    <a:gd name="connsiteY284" fmla="*/ 208982 h 272932"/>
                    <a:gd name="connsiteX285" fmla="*/ 97068 w 227253"/>
                    <a:gd name="connsiteY285" fmla="*/ 210124 h 272932"/>
                    <a:gd name="connsiteX286" fmla="*/ 98210 w 227253"/>
                    <a:gd name="connsiteY286" fmla="*/ 210124 h 272932"/>
                    <a:gd name="connsiteX287" fmla="*/ 99352 w 227253"/>
                    <a:gd name="connsiteY287" fmla="*/ 211266 h 272932"/>
                    <a:gd name="connsiteX288" fmla="*/ 100494 w 227253"/>
                    <a:gd name="connsiteY288" fmla="*/ 211266 h 272932"/>
                    <a:gd name="connsiteX289" fmla="*/ 101636 w 227253"/>
                    <a:gd name="connsiteY289" fmla="*/ 212408 h 272932"/>
                    <a:gd name="connsiteX290" fmla="*/ 102778 w 227253"/>
                    <a:gd name="connsiteY290" fmla="*/ 212408 h 272932"/>
                    <a:gd name="connsiteX291" fmla="*/ 103920 w 227253"/>
                    <a:gd name="connsiteY291" fmla="*/ 213550 h 272932"/>
                    <a:gd name="connsiteX292" fmla="*/ 106204 w 227253"/>
                    <a:gd name="connsiteY292" fmla="*/ 213550 h 272932"/>
                    <a:gd name="connsiteX293" fmla="*/ 107346 w 227253"/>
                    <a:gd name="connsiteY293" fmla="*/ 214692 h 272932"/>
                    <a:gd name="connsiteX294" fmla="*/ 108488 w 227253"/>
                    <a:gd name="connsiteY294" fmla="*/ 214692 h 272932"/>
                    <a:gd name="connsiteX295" fmla="*/ 109630 w 227253"/>
                    <a:gd name="connsiteY295" fmla="*/ 215834 h 272932"/>
                    <a:gd name="connsiteX296" fmla="*/ 111914 w 227253"/>
                    <a:gd name="connsiteY296" fmla="*/ 215834 h 272932"/>
                    <a:gd name="connsiteX297" fmla="*/ 113056 w 227253"/>
                    <a:gd name="connsiteY297" fmla="*/ 216976 h 272932"/>
                    <a:gd name="connsiteX298" fmla="*/ 116482 w 227253"/>
                    <a:gd name="connsiteY298" fmla="*/ 216976 h 272932"/>
                    <a:gd name="connsiteX299" fmla="*/ 117624 w 227253"/>
                    <a:gd name="connsiteY299" fmla="*/ 218118 h 272932"/>
                    <a:gd name="connsiteX300" fmla="*/ 122191 w 227253"/>
                    <a:gd name="connsiteY300" fmla="*/ 218118 h 272932"/>
                    <a:gd name="connsiteX301" fmla="*/ 123333 w 227253"/>
                    <a:gd name="connsiteY301" fmla="*/ 219260 h 272932"/>
                    <a:gd name="connsiteX302" fmla="*/ 149599 w 227253"/>
                    <a:gd name="connsiteY302" fmla="*/ 219260 h 272932"/>
                    <a:gd name="connsiteX303" fmla="*/ 150741 w 227253"/>
                    <a:gd name="connsiteY303" fmla="*/ 218118 h 272932"/>
                    <a:gd name="connsiteX304" fmla="*/ 155309 w 227253"/>
                    <a:gd name="connsiteY304" fmla="*/ 218118 h 272932"/>
                    <a:gd name="connsiteX305" fmla="*/ 156451 w 227253"/>
                    <a:gd name="connsiteY305" fmla="*/ 216976 h 272932"/>
                    <a:gd name="connsiteX306" fmla="*/ 158735 w 227253"/>
                    <a:gd name="connsiteY306" fmla="*/ 216976 h 272932"/>
                    <a:gd name="connsiteX307" fmla="*/ 159877 w 227253"/>
                    <a:gd name="connsiteY307" fmla="*/ 215834 h 272932"/>
                    <a:gd name="connsiteX308" fmla="*/ 163303 w 227253"/>
                    <a:gd name="connsiteY308" fmla="*/ 215834 h 272932"/>
                    <a:gd name="connsiteX309" fmla="*/ 164445 w 227253"/>
                    <a:gd name="connsiteY309" fmla="*/ 214692 h 272932"/>
                    <a:gd name="connsiteX310" fmla="*/ 165587 w 227253"/>
                    <a:gd name="connsiteY310" fmla="*/ 214692 h 272932"/>
                    <a:gd name="connsiteX311" fmla="*/ 166729 w 227253"/>
                    <a:gd name="connsiteY311" fmla="*/ 213550 h 272932"/>
                    <a:gd name="connsiteX312" fmla="*/ 169013 w 227253"/>
                    <a:gd name="connsiteY312" fmla="*/ 213550 h 272932"/>
                    <a:gd name="connsiteX313" fmla="*/ 170155 w 227253"/>
                    <a:gd name="connsiteY313" fmla="*/ 212408 h 272932"/>
                    <a:gd name="connsiteX314" fmla="*/ 171296 w 227253"/>
                    <a:gd name="connsiteY314" fmla="*/ 212408 h 272932"/>
                    <a:gd name="connsiteX315" fmla="*/ 172438 w 227253"/>
                    <a:gd name="connsiteY315" fmla="*/ 211266 h 272932"/>
                    <a:gd name="connsiteX316" fmla="*/ 173580 w 227253"/>
                    <a:gd name="connsiteY316" fmla="*/ 211266 h 272932"/>
                    <a:gd name="connsiteX317" fmla="*/ 174722 w 227253"/>
                    <a:gd name="connsiteY317" fmla="*/ 210124 h 272932"/>
                    <a:gd name="connsiteX318" fmla="*/ 175864 w 227253"/>
                    <a:gd name="connsiteY318" fmla="*/ 210124 h 272932"/>
                    <a:gd name="connsiteX319" fmla="*/ 177006 w 227253"/>
                    <a:gd name="connsiteY319" fmla="*/ 208982 h 272932"/>
                    <a:gd name="connsiteX320" fmla="*/ 178148 w 227253"/>
                    <a:gd name="connsiteY320" fmla="*/ 208982 h 272932"/>
                    <a:gd name="connsiteX321" fmla="*/ 180432 w 227253"/>
                    <a:gd name="connsiteY321" fmla="*/ 206698 h 272932"/>
                    <a:gd name="connsiteX322" fmla="*/ 181574 w 227253"/>
                    <a:gd name="connsiteY322" fmla="*/ 206698 h 272932"/>
                    <a:gd name="connsiteX323" fmla="*/ 183858 w 227253"/>
                    <a:gd name="connsiteY323" fmla="*/ 204414 h 272932"/>
                    <a:gd name="connsiteX324" fmla="*/ 185000 w 227253"/>
                    <a:gd name="connsiteY324" fmla="*/ 204414 h 272932"/>
                    <a:gd name="connsiteX325" fmla="*/ 188426 w 227253"/>
                    <a:gd name="connsiteY325" fmla="*/ 200988 h 272932"/>
                    <a:gd name="connsiteX326" fmla="*/ 189568 w 227253"/>
                    <a:gd name="connsiteY326" fmla="*/ 200988 h 272932"/>
                    <a:gd name="connsiteX327" fmla="*/ 200988 w 227253"/>
                    <a:gd name="connsiteY327" fmla="*/ 189568 h 272932"/>
                    <a:gd name="connsiteX328" fmla="*/ 200988 w 227253"/>
                    <a:gd name="connsiteY328" fmla="*/ 188426 h 272932"/>
                    <a:gd name="connsiteX329" fmla="*/ 204414 w 227253"/>
                    <a:gd name="connsiteY329" fmla="*/ 185000 h 272932"/>
                    <a:gd name="connsiteX330" fmla="*/ 204414 w 227253"/>
                    <a:gd name="connsiteY330" fmla="*/ 183858 h 272932"/>
                    <a:gd name="connsiteX331" fmla="*/ 206698 w 227253"/>
                    <a:gd name="connsiteY331" fmla="*/ 181574 h 272932"/>
                    <a:gd name="connsiteX332" fmla="*/ 206698 w 227253"/>
                    <a:gd name="connsiteY332" fmla="*/ 180432 h 272932"/>
                    <a:gd name="connsiteX333" fmla="*/ 208982 w 227253"/>
                    <a:gd name="connsiteY333" fmla="*/ 178148 h 272932"/>
                    <a:gd name="connsiteX334" fmla="*/ 208982 w 227253"/>
                    <a:gd name="connsiteY334" fmla="*/ 177006 h 272932"/>
                    <a:gd name="connsiteX335" fmla="*/ 210124 w 227253"/>
                    <a:gd name="connsiteY335" fmla="*/ 175864 h 272932"/>
                    <a:gd name="connsiteX336" fmla="*/ 210124 w 227253"/>
                    <a:gd name="connsiteY336" fmla="*/ 174722 h 272932"/>
                    <a:gd name="connsiteX337" fmla="*/ 211266 w 227253"/>
                    <a:gd name="connsiteY337" fmla="*/ 173580 h 272932"/>
                    <a:gd name="connsiteX338" fmla="*/ 211266 w 227253"/>
                    <a:gd name="connsiteY338" fmla="*/ 172438 h 272932"/>
                    <a:gd name="connsiteX339" fmla="*/ 212408 w 227253"/>
                    <a:gd name="connsiteY339" fmla="*/ 171296 h 272932"/>
                    <a:gd name="connsiteX340" fmla="*/ 212408 w 227253"/>
                    <a:gd name="connsiteY340" fmla="*/ 170155 h 272932"/>
                    <a:gd name="connsiteX341" fmla="*/ 213550 w 227253"/>
                    <a:gd name="connsiteY341" fmla="*/ 169013 h 272932"/>
                    <a:gd name="connsiteX342" fmla="*/ 213550 w 227253"/>
                    <a:gd name="connsiteY342" fmla="*/ 166729 h 272932"/>
                    <a:gd name="connsiteX343" fmla="*/ 214692 w 227253"/>
                    <a:gd name="connsiteY343" fmla="*/ 165587 h 272932"/>
                    <a:gd name="connsiteX344" fmla="*/ 214692 w 227253"/>
                    <a:gd name="connsiteY344" fmla="*/ 164445 h 272932"/>
                    <a:gd name="connsiteX345" fmla="*/ 215834 w 227253"/>
                    <a:gd name="connsiteY345" fmla="*/ 163303 h 272932"/>
                    <a:gd name="connsiteX346" fmla="*/ 215834 w 227253"/>
                    <a:gd name="connsiteY346" fmla="*/ 161019 h 272932"/>
                    <a:gd name="connsiteX347" fmla="*/ 216976 w 227253"/>
                    <a:gd name="connsiteY347" fmla="*/ 159877 h 272932"/>
                    <a:gd name="connsiteX348" fmla="*/ 216976 w 227253"/>
                    <a:gd name="connsiteY348" fmla="*/ 156451 h 272932"/>
                    <a:gd name="connsiteX349" fmla="*/ 218118 w 227253"/>
                    <a:gd name="connsiteY349" fmla="*/ 155309 h 272932"/>
                    <a:gd name="connsiteX350" fmla="*/ 218118 w 227253"/>
                    <a:gd name="connsiteY350" fmla="*/ 150741 h 272932"/>
                    <a:gd name="connsiteX351" fmla="*/ 219260 w 227253"/>
                    <a:gd name="connsiteY351" fmla="*/ 149599 h 272932"/>
                    <a:gd name="connsiteX352" fmla="*/ 219260 w 227253"/>
                    <a:gd name="connsiteY352" fmla="*/ 123333 h 272932"/>
                    <a:gd name="connsiteX353" fmla="*/ 218118 w 227253"/>
                    <a:gd name="connsiteY353" fmla="*/ 122191 h 272932"/>
                    <a:gd name="connsiteX354" fmla="*/ 218118 w 227253"/>
                    <a:gd name="connsiteY354" fmla="*/ 117624 h 272932"/>
                    <a:gd name="connsiteX355" fmla="*/ 216976 w 227253"/>
                    <a:gd name="connsiteY355" fmla="*/ 116482 h 272932"/>
                    <a:gd name="connsiteX356" fmla="*/ 216976 w 227253"/>
                    <a:gd name="connsiteY356" fmla="*/ 113056 h 272932"/>
                    <a:gd name="connsiteX357" fmla="*/ 215834 w 227253"/>
                    <a:gd name="connsiteY357" fmla="*/ 111914 h 272932"/>
                    <a:gd name="connsiteX358" fmla="*/ 215834 w 227253"/>
                    <a:gd name="connsiteY358" fmla="*/ 109630 h 272932"/>
                    <a:gd name="connsiteX359" fmla="*/ 214692 w 227253"/>
                    <a:gd name="connsiteY359" fmla="*/ 108488 h 272932"/>
                    <a:gd name="connsiteX360" fmla="*/ 214692 w 227253"/>
                    <a:gd name="connsiteY360" fmla="*/ 107346 h 272932"/>
                    <a:gd name="connsiteX361" fmla="*/ 213550 w 227253"/>
                    <a:gd name="connsiteY361" fmla="*/ 106204 h 272932"/>
                    <a:gd name="connsiteX362" fmla="*/ 213550 w 227253"/>
                    <a:gd name="connsiteY362" fmla="*/ 103920 h 272932"/>
                    <a:gd name="connsiteX363" fmla="*/ 212408 w 227253"/>
                    <a:gd name="connsiteY363" fmla="*/ 102778 h 272932"/>
                    <a:gd name="connsiteX364" fmla="*/ 212408 w 227253"/>
                    <a:gd name="connsiteY364" fmla="*/ 101636 h 272932"/>
                    <a:gd name="connsiteX365" fmla="*/ 211266 w 227253"/>
                    <a:gd name="connsiteY365" fmla="*/ 100494 h 272932"/>
                    <a:gd name="connsiteX366" fmla="*/ 211266 w 227253"/>
                    <a:gd name="connsiteY366" fmla="*/ 99352 h 272932"/>
                    <a:gd name="connsiteX367" fmla="*/ 210124 w 227253"/>
                    <a:gd name="connsiteY367" fmla="*/ 98210 h 272932"/>
                    <a:gd name="connsiteX368" fmla="*/ 210124 w 227253"/>
                    <a:gd name="connsiteY368" fmla="*/ 97068 h 272932"/>
                    <a:gd name="connsiteX369" fmla="*/ 208982 w 227253"/>
                    <a:gd name="connsiteY369" fmla="*/ 95926 h 272932"/>
                    <a:gd name="connsiteX370" fmla="*/ 208982 w 227253"/>
                    <a:gd name="connsiteY370" fmla="*/ 94784 h 272932"/>
                    <a:gd name="connsiteX371" fmla="*/ 206698 w 227253"/>
                    <a:gd name="connsiteY371" fmla="*/ 92500 h 272932"/>
                    <a:gd name="connsiteX372" fmla="*/ 206698 w 227253"/>
                    <a:gd name="connsiteY372" fmla="*/ 91358 h 272932"/>
                    <a:gd name="connsiteX373" fmla="*/ 204414 w 227253"/>
                    <a:gd name="connsiteY373" fmla="*/ 89074 h 272932"/>
                    <a:gd name="connsiteX374" fmla="*/ 204414 w 227253"/>
                    <a:gd name="connsiteY374" fmla="*/ 87932 h 272932"/>
                    <a:gd name="connsiteX375" fmla="*/ 200988 w 227253"/>
                    <a:gd name="connsiteY375" fmla="*/ 84506 h 272932"/>
                    <a:gd name="connsiteX376" fmla="*/ 200988 w 227253"/>
                    <a:gd name="connsiteY376" fmla="*/ 83364 h 272932"/>
                    <a:gd name="connsiteX377" fmla="*/ 189568 w 227253"/>
                    <a:gd name="connsiteY377" fmla="*/ 71945 h 272932"/>
                    <a:gd name="connsiteX378" fmla="*/ 188426 w 227253"/>
                    <a:gd name="connsiteY378" fmla="*/ 71945 h 272932"/>
                    <a:gd name="connsiteX379" fmla="*/ 185000 w 227253"/>
                    <a:gd name="connsiteY379" fmla="*/ 68519 h 272932"/>
                    <a:gd name="connsiteX380" fmla="*/ 183858 w 227253"/>
                    <a:gd name="connsiteY380" fmla="*/ 68519 h 272932"/>
                    <a:gd name="connsiteX381" fmla="*/ 181574 w 227253"/>
                    <a:gd name="connsiteY381" fmla="*/ 66235 h 272932"/>
                    <a:gd name="connsiteX382" fmla="*/ 180432 w 227253"/>
                    <a:gd name="connsiteY382" fmla="*/ 66235 h 272932"/>
                    <a:gd name="connsiteX383" fmla="*/ 178148 w 227253"/>
                    <a:gd name="connsiteY383" fmla="*/ 63951 h 272932"/>
                    <a:gd name="connsiteX384" fmla="*/ 177006 w 227253"/>
                    <a:gd name="connsiteY384" fmla="*/ 63951 h 272932"/>
                    <a:gd name="connsiteX385" fmla="*/ 175864 w 227253"/>
                    <a:gd name="connsiteY385" fmla="*/ 62809 h 272932"/>
                    <a:gd name="connsiteX386" fmla="*/ 174722 w 227253"/>
                    <a:gd name="connsiteY386" fmla="*/ 62809 h 272932"/>
                    <a:gd name="connsiteX387" fmla="*/ 173580 w 227253"/>
                    <a:gd name="connsiteY387" fmla="*/ 61667 h 272932"/>
                    <a:gd name="connsiteX388" fmla="*/ 172438 w 227253"/>
                    <a:gd name="connsiteY388" fmla="*/ 61667 h 272932"/>
                    <a:gd name="connsiteX389" fmla="*/ 171296 w 227253"/>
                    <a:gd name="connsiteY389" fmla="*/ 60525 h 272932"/>
                    <a:gd name="connsiteX390" fmla="*/ 170155 w 227253"/>
                    <a:gd name="connsiteY390" fmla="*/ 60525 h 272932"/>
                    <a:gd name="connsiteX391" fmla="*/ 169013 w 227253"/>
                    <a:gd name="connsiteY391" fmla="*/ 59383 h 272932"/>
                    <a:gd name="connsiteX392" fmla="*/ 166729 w 227253"/>
                    <a:gd name="connsiteY392" fmla="*/ 59383 h 272932"/>
                    <a:gd name="connsiteX393" fmla="*/ 165587 w 227253"/>
                    <a:gd name="connsiteY393" fmla="*/ 58241 h 272932"/>
                    <a:gd name="connsiteX394" fmla="*/ 164445 w 227253"/>
                    <a:gd name="connsiteY394" fmla="*/ 58241 h 272932"/>
                    <a:gd name="connsiteX395" fmla="*/ 163303 w 227253"/>
                    <a:gd name="connsiteY395" fmla="*/ 57099 h 272932"/>
                    <a:gd name="connsiteX396" fmla="*/ 161019 w 227253"/>
                    <a:gd name="connsiteY396" fmla="*/ 57099 h 272932"/>
                    <a:gd name="connsiteX397" fmla="*/ 159877 w 227253"/>
                    <a:gd name="connsiteY397" fmla="*/ 55957 h 272932"/>
                    <a:gd name="connsiteX398" fmla="*/ 156451 w 227253"/>
                    <a:gd name="connsiteY398" fmla="*/ 55957 h 272932"/>
                    <a:gd name="connsiteX399" fmla="*/ 155309 w 227253"/>
                    <a:gd name="connsiteY399" fmla="*/ 54815 h 272932"/>
                    <a:gd name="connsiteX400" fmla="*/ 150741 w 227253"/>
                    <a:gd name="connsiteY400" fmla="*/ 54815 h 272932"/>
                    <a:gd name="connsiteX401" fmla="*/ 149599 w 227253"/>
                    <a:gd name="connsiteY401" fmla="*/ 53673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</a:cxnLst>
                  <a:rect l="l" t="t" r="r" b="b"/>
                  <a:pathLst>
                    <a:path w="227253" h="272932">
                      <a:moveTo>
                        <a:pt x="117624" y="0"/>
                      </a:moveTo>
                      <a:lnTo>
                        <a:pt x="117624" y="7994"/>
                      </a:lnTo>
                      <a:lnTo>
                        <a:pt x="116482" y="9136"/>
                      </a:lnTo>
                      <a:lnTo>
                        <a:pt x="116482" y="18272"/>
                      </a:lnTo>
                      <a:lnTo>
                        <a:pt x="115340" y="19414"/>
                      </a:lnTo>
                      <a:lnTo>
                        <a:pt x="115340" y="27407"/>
                      </a:lnTo>
                      <a:lnTo>
                        <a:pt x="114198" y="28549"/>
                      </a:lnTo>
                      <a:lnTo>
                        <a:pt x="114198" y="34259"/>
                      </a:lnTo>
                      <a:lnTo>
                        <a:pt x="113056" y="35401"/>
                      </a:lnTo>
                      <a:lnTo>
                        <a:pt x="113056" y="36543"/>
                      </a:lnTo>
                      <a:lnTo>
                        <a:pt x="108488" y="41111"/>
                      </a:lnTo>
                      <a:lnTo>
                        <a:pt x="107346" y="41111"/>
                      </a:lnTo>
                      <a:lnTo>
                        <a:pt x="106204" y="42253"/>
                      </a:lnTo>
                      <a:lnTo>
                        <a:pt x="103920" y="42253"/>
                      </a:lnTo>
                      <a:lnTo>
                        <a:pt x="102778" y="43395"/>
                      </a:lnTo>
                      <a:lnTo>
                        <a:pt x="100494" y="43395"/>
                      </a:lnTo>
                      <a:lnTo>
                        <a:pt x="90216" y="49105"/>
                      </a:lnTo>
                      <a:lnTo>
                        <a:pt x="86790" y="49105"/>
                      </a:lnTo>
                      <a:lnTo>
                        <a:pt x="85648" y="50247"/>
                      </a:lnTo>
                      <a:lnTo>
                        <a:pt x="84506" y="49105"/>
                      </a:lnTo>
                      <a:lnTo>
                        <a:pt x="81080" y="49105"/>
                      </a:lnTo>
                      <a:lnTo>
                        <a:pt x="78796" y="46821"/>
                      </a:lnTo>
                      <a:lnTo>
                        <a:pt x="77654" y="46821"/>
                      </a:lnTo>
                      <a:lnTo>
                        <a:pt x="73087" y="42253"/>
                      </a:lnTo>
                      <a:lnTo>
                        <a:pt x="71945" y="42253"/>
                      </a:lnTo>
                      <a:lnTo>
                        <a:pt x="68519" y="38827"/>
                      </a:lnTo>
                      <a:lnTo>
                        <a:pt x="67377" y="38827"/>
                      </a:lnTo>
                      <a:lnTo>
                        <a:pt x="62809" y="34259"/>
                      </a:lnTo>
                      <a:lnTo>
                        <a:pt x="61667" y="34259"/>
                      </a:lnTo>
                      <a:lnTo>
                        <a:pt x="53673" y="27407"/>
                      </a:lnTo>
                      <a:lnTo>
                        <a:pt x="27407" y="53673"/>
                      </a:lnTo>
                      <a:lnTo>
                        <a:pt x="30833" y="57099"/>
                      </a:lnTo>
                      <a:lnTo>
                        <a:pt x="30833" y="58241"/>
                      </a:lnTo>
                      <a:lnTo>
                        <a:pt x="34259" y="61667"/>
                      </a:lnTo>
                      <a:lnTo>
                        <a:pt x="34259" y="62809"/>
                      </a:lnTo>
                      <a:lnTo>
                        <a:pt x="38827" y="67377"/>
                      </a:lnTo>
                      <a:lnTo>
                        <a:pt x="38827" y="68519"/>
                      </a:lnTo>
                      <a:lnTo>
                        <a:pt x="49105" y="81080"/>
                      </a:lnTo>
                      <a:lnTo>
                        <a:pt x="49105" y="89074"/>
                      </a:lnTo>
                      <a:lnTo>
                        <a:pt x="47963" y="90216"/>
                      </a:lnTo>
                      <a:lnTo>
                        <a:pt x="47963" y="91358"/>
                      </a:lnTo>
                      <a:lnTo>
                        <a:pt x="46821" y="92500"/>
                      </a:lnTo>
                      <a:lnTo>
                        <a:pt x="46821" y="94784"/>
                      </a:lnTo>
                      <a:lnTo>
                        <a:pt x="43395" y="100494"/>
                      </a:lnTo>
                      <a:lnTo>
                        <a:pt x="43395" y="102778"/>
                      </a:lnTo>
                      <a:lnTo>
                        <a:pt x="42253" y="103920"/>
                      </a:lnTo>
                      <a:lnTo>
                        <a:pt x="42253" y="106204"/>
                      </a:lnTo>
                      <a:lnTo>
                        <a:pt x="41111" y="107346"/>
                      </a:lnTo>
                      <a:lnTo>
                        <a:pt x="41111" y="108488"/>
                      </a:lnTo>
                      <a:lnTo>
                        <a:pt x="36543" y="113056"/>
                      </a:lnTo>
                      <a:lnTo>
                        <a:pt x="35401" y="113056"/>
                      </a:lnTo>
                      <a:lnTo>
                        <a:pt x="34259" y="114198"/>
                      </a:lnTo>
                      <a:lnTo>
                        <a:pt x="27407" y="114198"/>
                      </a:lnTo>
                      <a:lnTo>
                        <a:pt x="26265" y="115340"/>
                      </a:lnTo>
                      <a:lnTo>
                        <a:pt x="18272" y="115340"/>
                      </a:lnTo>
                      <a:lnTo>
                        <a:pt x="17130" y="116482"/>
                      </a:lnTo>
                      <a:lnTo>
                        <a:pt x="9136" y="116482"/>
                      </a:lnTo>
                      <a:lnTo>
                        <a:pt x="7994" y="117624"/>
                      </a:lnTo>
                      <a:lnTo>
                        <a:pt x="0" y="117624"/>
                      </a:lnTo>
                      <a:lnTo>
                        <a:pt x="0" y="155309"/>
                      </a:lnTo>
                      <a:lnTo>
                        <a:pt x="9136" y="155309"/>
                      </a:lnTo>
                      <a:lnTo>
                        <a:pt x="10278" y="156451"/>
                      </a:lnTo>
                      <a:lnTo>
                        <a:pt x="18272" y="156451"/>
                      </a:lnTo>
                      <a:lnTo>
                        <a:pt x="19414" y="157593"/>
                      </a:lnTo>
                      <a:lnTo>
                        <a:pt x="27407" y="157593"/>
                      </a:lnTo>
                      <a:lnTo>
                        <a:pt x="28549" y="158735"/>
                      </a:lnTo>
                      <a:lnTo>
                        <a:pt x="34259" y="158735"/>
                      </a:lnTo>
                      <a:lnTo>
                        <a:pt x="35401" y="159877"/>
                      </a:lnTo>
                      <a:lnTo>
                        <a:pt x="36543" y="159877"/>
                      </a:lnTo>
                      <a:lnTo>
                        <a:pt x="41111" y="164445"/>
                      </a:lnTo>
                      <a:lnTo>
                        <a:pt x="41111" y="165587"/>
                      </a:lnTo>
                      <a:lnTo>
                        <a:pt x="42253" y="166729"/>
                      </a:lnTo>
                      <a:lnTo>
                        <a:pt x="42253" y="169013"/>
                      </a:lnTo>
                      <a:lnTo>
                        <a:pt x="43395" y="170155"/>
                      </a:lnTo>
                      <a:lnTo>
                        <a:pt x="43395" y="172438"/>
                      </a:lnTo>
                      <a:lnTo>
                        <a:pt x="49105" y="182716"/>
                      </a:lnTo>
                      <a:lnTo>
                        <a:pt x="49105" y="186142"/>
                      </a:lnTo>
                      <a:lnTo>
                        <a:pt x="50247" y="187284"/>
                      </a:lnTo>
                      <a:lnTo>
                        <a:pt x="49105" y="188426"/>
                      </a:lnTo>
                      <a:lnTo>
                        <a:pt x="49105" y="191852"/>
                      </a:lnTo>
                      <a:lnTo>
                        <a:pt x="46821" y="194136"/>
                      </a:lnTo>
                      <a:lnTo>
                        <a:pt x="46821" y="195278"/>
                      </a:lnTo>
                      <a:lnTo>
                        <a:pt x="42253" y="199846"/>
                      </a:lnTo>
                      <a:lnTo>
                        <a:pt x="42253" y="200988"/>
                      </a:lnTo>
                      <a:lnTo>
                        <a:pt x="38827" y="204414"/>
                      </a:lnTo>
                      <a:lnTo>
                        <a:pt x="38827" y="205556"/>
                      </a:lnTo>
                      <a:lnTo>
                        <a:pt x="34259" y="210124"/>
                      </a:lnTo>
                      <a:lnTo>
                        <a:pt x="34259" y="211266"/>
                      </a:lnTo>
                      <a:lnTo>
                        <a:pt x="27407" y="219260"/>
                      </a:lnTo>
                      <a:lnTo>
                        <a:pt x="53673" y="245525"/>
                      </a:lnTo>
                      <a:lnTo>
                        <a:pt x="57099" y="242099"/>
                      </a:lnTo>
                      <a:lnTo>
                        <a:pt x="58241" y="242099"/>
                      </a:lnTo>
                      <a:lnTo>
                        <a:pt x="61667" y="238673"/>
                      </a:lnTo>
                      <a:lnTo>
                        <a:pt x="62809" y="238673"/>
                      </a:lnTo>
                      <a:lnTo>
                        <a:pt x="66235" y="235247"/>
                      </a:lnTo>
                      <a:lnTo>
                        <a:pt x="67377" y="235247"/>
                      </a:lnTo>
                      <a:lnTo>
                        <a:pt x="71945" y="230679"/>
                      </a:lnTo>
                      <a:lnTo>
                        <a:pt x="73087" y="230679"/>
                      </a:lnTo>
                      <a:lnTo>
                        <a:pt x="81080" y="223827"/>
                      </a:lnTo>
                      <a:lnTo>
                        <a:pt x="89074" y="223827"/>
                      </a:lnTo>
                      <a:lnTo>
                        <a:pt x="90216" y="224969"/>
                      </a:lnTo>
                      <a:lnTo>
                        <a:pt x="91358" y="224969"/>
                      </a:lnTo>
                      <a:lnTo>
                        <a:pt x="92500" y="226111"/>
                      </a:lnTo>
                      <a:lnTo>
                        <a:pt x="94784" y="226111"/>
                      </a:lnTo>
                      <a:lnTo>
                        <a:pt x="100494" y="229537"/>
                      </a:lnTo>
                      <a:lnTo>
                        <a:pt x="102778" y="229537"/>
                      </a:lnTo>
                      <a:lnTo>
                        <a:pt x="103920" y="230679"/>
                      </a:lnTo>
                      <a:lnTo>
                        <a:pt x="106204" y="230679"/>
                      </a:lnTo>
                      <a:lnTo>
                        <a:pt x="107346" y="231821"/>
                      </a:lnTo>
                      <a:lnTo>
                        <a:pt x="108488" y="231821"/>
                      </a:lnTo>
                      <a:lnTo>
                        <a:pt x="113056" y="236389"/>
                      </a:lnTo>
                      <a:lnTo>
                        <a:pt x="113056" y="237531"/>
                      </a:lnTo>
                      <a:lnTo>
                        <a:pt x="114198" y="238673"/>
                      </a:lnTo>
                      <a:lnTo>
                        <a:pt x="114198" y="245525"/>
                      </a:lnTo>
                      <a:lnTo>
                        <a:pt x="115340" y="246667"/>
                      </a:lnTo>
                      <a:lnTo>
                        <a:pt x="115340" y="254661"/>
                      </a:lnTo>
                      <a:lnTo>
                        <a:pt x="116482" y="255803"/>
                      </a:lnTo>
                      <a:lnTo>
                        <a:pt x="116482" y="263797"/>
                      </a:lnTo>
                      <a:lnTo>
                        <a:pt x="117624" y="264939"/>
                      </a:lnTo>
                      <a:lnTo>
                        <a:pt x="117624" y="272932"/>
                      </a:lnTo>
                      <a:lnTo>
                        <a:pt x="135895" y="272932"/>
                      </a:lnTo>
                      <a:lnTo>
                        <a:pt x="135895" y="229537"/>
                      </a:lnTo>
                      <a:lnTo>
                        <a:pt x="138179" y="227253"/>
                      </a:lnTo>
                      <a:lnTo>
                        <a:pt x="140463" y="227253"/>
                      </a:lnTo>
                      <a:lnTo>
                        <a:pt x="141605" y="226111"/>
                      </a:lnTo>
                      <a:lnTo>
                        <a:pt x="150741" y="226111"/>
                      </a:lnTo>
                      <a:lnTo>
                        <a:pt x="151883" y="224969"/>
                      </a:lnTo>
                      <a:lnTo>
                        <a:pt x="156451" y="224969"/>
                      </a:lnTo>
                      <a:lnTo>
                        <a:pt x="157593" y="223827"/>
                      </a:lnTo>
                      <a:lnTo>
                        <a:pt x="161019" y="223827"/>
                      </a:lnTo>
                      <a:lnTo>
                        <a:pt x="162161" y="222685"/>
                      </a:lnTo>
                      <a:lnTo>
                        <a:pt x="164445" y="222685"/>
                      </a:lnTo>
                      <a:lnTo>
                        <a:pt x="165587" y="221543"/>
                      </a:lnTo>
                      <a:lnTo>
                        <a:pt x="171296" y="220401"/>
                      </a:lnTo>
                      <a:lnTo>
                        <a:pt x="172438" y="219260"/>
                      </a:lnTo>
                      <a:lnTo>
                        <a:pt x="182716" y="214692"/>
                      </a:lnTo>
                      <a:lnTo>
                        <a:pt x="185000" y="212408"/>
                      </a:lnTo>
                      <a:lnTo>
                        <a:pt x="186142" y="212408"/>
                      </a:lnTo>
                      <a:lnTo>
                        <a:pt x="188426" y="210124"/>
                      </a:lnTo>
                      <a:lnTo>
                        <a:pt x="189568" y="210124"/>
                      </a:lnTo>
                      <a:lnTo>
                        <a:pt x="192994" y="206698"/>
                      </a:lnTo>
                      <a:lnTo>
                        <a:pt x="194136" y="206698"/>
                      </a:lnTo>
                      <a:lnTo>
                        <a:pt x="206698" y="194136"/>
                      </a:lnTo>
                      <a:lnTo>
                        <a:pt x="206698" y="192994"/>
                      </a:lnTo>
                      <a:lnTo>
                        <a:pt x="210124" y="189568"/>
                      </a:lnTo>
                      <a:lnTo>
                        <a:pt x="210124" y="188426"/>
                      </a:lnTo>
                      <a:lnTo>
                        <a:pt x="214692" y="182716"/>
                      </a:lnTo>
                      <a:lnTo>
                        <a:pt x="214692" y="181574"/>
                      </a:lnTo>
                      <a:lnTo>
                        <a:pt x="220401" y="171296"/>
                      </a:lnTo>
                      <a:lnTo>
                        <a:pt x="220401" y="169013"/>
                      </a:lnTo>
                      <a:lnTo>
                        <a:pt x="221543" y="167871"/>
                      </a:lnTo>
                      <a:lnTo>
                        <a:pt x="221543" y="165587"/>
                      </a:lnTo>
                      <a:lnTo>
                        <a:pt x="222685" y="164445"/>
                      </a:lnTo>
                      <a:lnTo>
                        <a:pt x="222685" y="162161"/>
                      </a:lnTo>
                      <a:lnTo>
                        <a:pt x="223827" y="161019"/>
                      </a:lnTo>
                      <a:lnTo>
                        <a:pt x="223827" y="157593"/>
                      </a:lnTo>
                      <a:lnTo>
                        <a:pt x="224969" y="156451"/>
                      </a:lnTo>
                      <a:lnTo>
                        <a:pt x="224969" y="151883"/>
                      </a:lnTo>
                      <a:lnTo>
                        <a:pt x="226111" y="150741"/>
                      </a:lnTo>
                      <a:lnTo>
                        <a:pt x="226111" y="141605"/>
                      </a:lnTo>
                      <a:lnTo>
                        <a:pt x="227253" y="140463"/>
                      </a:lnTo>
                      <a:lnTo>
                        <a:pt x="227253" y="132469"/>
                      </a:lnTo>
                      <a:lnTo>
                        <a:pt x="226111" y="131327"/>
                      </a:lnTo>
                      <a:lnTo>
                        <a:pt x="226111" y="122191"/>
                      </a:lnTo>
                      <a:lnTo>
                        <a:pt x="224969" y="121050"/>
                      </a:lnTo>
                      <a:lnTo>
                        <a:pt x="224969" y="116482"/>
                      </a:lnTo>
                      <a:lnTo>
                        <a:pt x="223827" y="115340"/>
                      </a:lnTo>
                      <a:lnTo>
                        <a:pt x="223827" y="111914"/>
                      </a:lnTo>
                      <a:lnTo>
                        <a:pt x="222685" y="110772"/>
                      </a:lnTo>
                      <a:lnTo>
                        <a:pt x="222685" y="108488"/>
                      </a:lnTo>
                      <a:lnTo>
                        <a:pt x="221543" y="107346"/>
                      </a:lnTo>
                      <a:lnTo>
                        <a:pt x="220401" y="101636"/>
                      </a:lnTo>
                      <a:lnTo>
                        <a:pt x="219260" y="100494"/>
                      </a:lnTo>
                      <a:lnTo>
                        <a:pt x="214692" y="90216"/>
                      </a:lnTo>
                      <a:lnTo>
                        <a:pt x="212408" y="87932"/>
                      </a:lnTo>
                      <a:lnTo>
                        <a:pt x="212408" y="86790"/>
                      </a:lnTo>
                      <a:lnTo>
                        <a:pt x="210124" y="84506"/>
                      </a:lnTo>
                      <a:lnTo>
                        <a:pt x="210124" y="83364"/>
                      </a:lnTo>
                      <a:lnTo>
                        <a:pt x="206698" y="79938"/>
                      </a:lnTo>
                      <a:lnTo>
                        <a:pt x="206698" y="78796"/>
                      </a:lnTo>
                      <a:lnTo>
                        <a:pt x="194136" y="66235"/>
                      </a:lnTo>
                      <a:lnTo>
                        <a:pt x="192994" y="66235"/>
                      </a:lnTo>
                      <a:lnTo>
                        <a:pt x="189568" y="62809"/>
                      </a:lnTo>
                      <a:lnTo>
                        <a:pt x="188426" y="62809"/>
                      </a:lnTo>
                      <a:lnTo>
                        <a:pt x="182716" y="58241"/>
                      </a:lnTo>
                      <a:lnTo>
                        <a:pt x="181574" y="58241"/>
                      </a:lnTo>
                      <a:lnTo>
                        <a:pt x="171296" y="52531"/>
                      </a:lnTo>
                      <a:lnTo>
                        <a:pt x="169013" y="52531"/>
                      </a:lnTo>
                      <a:lnTo>
                        <a:pt x="167871" y="51389"/>
                      </a:lnTo>
                      <a:lnTo>
                        <a:pt x="165587" y="51389"/>
                      </a:lnTo>
                      <a:lnTo>
                        <a:pt x="164445" y="50247"/>
                      </a:lnTo>
                      <a:lnTo>
                        <a:pt x="162161" y="50247"/>
                      </a:lnTo>
                      <a:lnTo>
                        <a:pt x="161019" y="49105"/>
                      </a:lnTo>
                      <a:lnTo>
                        <a:pt x="157593" y="49105"/>
                      </a:lnTo>
                      <a:lnTo>
                        <a:pt x="156451" y="47963"/>
                      </a:lnTo>
                      <a:lnTo>
                        <a:pt x="151883" y="47963"/>
                      </a:lnTo>
                      <a:lnTo>
                        <a:pt x="150741" y="46821"/>
                      </a:lnTo>
                      <a:lnTo>
                        <a:pt x="141605" y="46821"/>
                      </a:lnTo>
                      <a:lnTo>
                        <a:pt x="140463" y="45679"/>
                      </a:lnTo>
                      <a:lnTo>
                        <a:pt x="138179" y="45679"/>
                      </a:lnTo>
                      <a:lnTo>
                        <a:pt x="135895" y="43395"/>
                      </a:lnTo>
                      <a:lnTo>
                        <a:pt x="135895" y="0"/>
                      </a:lnTo>
                      <a:close/>
                      <a:moveTo>
                        <a:pt x="123333" y="53673"/>
                      </a:moveTo>
                      <a:lnTo>
                        <a:pt x="122191" y="54815"/>
                      </a:lnTo>
                      <a:lnTo>
                        <a:pt x="117624" y="54815"/>
                      </a:lnTo>
                      <a:lnTo>
                        <a:pt x="116482" y="55957"/>
                      </a:lnTo>
                      <a:lnTo>
                        <a:pt x="113056" y="55957"/>
                      </a:lnTo>
                      <a:lnTo>
                        <a:pt x="111914" y="57099"/>
                      </a:lnTo>
                      <a:lnTo>
                        <a:pt x="109630" y="57099"/>
                      </a:lnTo>
                      <a:lnTo>
                        <a:pt x="108488" y="58241"/>
                      </a:lnTo>
                      <a:lnTo>
                        <a:pt x="106204" y="58241"/>
                      </a:lnTo>
                      <a:lnTo>
                        <a:pt x="105062" y="59383"/>
                      </a:lnTo>
                      <a:lnTo>
                        <a:pt x="103920" y="59383"/>
                      </a:lnTo>
                      <a:lnTo>
                        <a:pt x="102778" y="60525"/>
                      </a:lnTo>
                      <a:lnTo>
                        <a:pt x="101636" y="60525"/>
                      </a:lnTo>
                      <a:lnTo>
                        <a:pt x="100494" y="61667"/>
                      </a:lnTo>
                      <a:lnTo>
                        <a:pt x="99352" y="61667"/>
                      </a:lnTo>
                      <a:lnTo>
                        <a:pt x="98210" y="62809"/>
                      </a:lnTo>
                      <a:lnTo>
                        <a:pt x="97068" y="62809"/>
                      </a:lnTo>
                      <a:lnTo>
                        <a:pt x="95926" y="63951"/>
                      </a:lnTo>
                      <a:lnTo>
                        <a:pt x="94784" y="63951"/>
                      </a:lnTo>
                      <a:lnTo>
                        <a:pt x="92500" y="66235"/>
                      </a:lnTo>
                      <a:lnTo>
                        <a:pt x="91358" y="66235"/>
                      </a:lnTo>
                      <a:lnTo>
                        <a:pt x="89074" y="68519"/>
                      </a:lnTo>
                      <a:lnTo>
                        <a:pt x="87932" y="68519"/>
                      </a:lnTo>
                      <a:lnTo>
                        <a:pt x="84506" y="71945"/>
                      </a:lnTo>
                      <a:lnTo>
                        <a:pt x="83364" y="71945"/>
                      </a:lnTo>
                      <a:lnTo>
                        <a:pt x="71945" y="83364"/>
                      </a:lnTo>
                      <a:lnTo>
                        <a:pt x="71945" y="84506"/>
                      </a:lnTo>
                      <a:lnTo>
                        <a:pt x="68519" y="87932"/>
                      </a:lnTo>
                      <a:lnTo>
                        <a:pt x="68519" y="89074"/>
                      </a:lnTo>
                      <a:lnTo>
                        <a:pt x="66235" y="91358"/>
                      </a:lnTo>
                      <a:lnTo>
                        <a:pt x="66235" y="92500"/>
                      </a:lnTo>
                      <a:lnTo>
                        <a:pt x="63951" y="94784"/>
                      </a:lnTo>
                      <a:lnTo>
                        <a:pt x="63951" y="95926"/>
                      </a:lnTo>
                      <a:lnTo>
                        <a:pt x="62809" y="97068"/>
                      </a:lnTo>
                      <a:lnTo>
                        <a:pt x="62809" y="98210"/>
                      </a:lnTo>
                      <a:lnTo>
                        <a:pt x="61667" y="99352"/>
                      </a:lnTo>
                      <a:lnTo>
                        <a:pt x="61667" y="100494"/>
                      </a:lnTo>
                      <a:lnTo>
                        <a:pt x="60525" y="101636"/>
                      </a:lnTo>
                      <a:lnTo>
                        <a:pt x="60525" y="102778"/>
                      </a:lnTo>
                      <a:lnTo>
                        <a:pt x="59383" y="103920"/>
                      </a:lnTo>
                      <a:lnTo>
                        <a:pt x="59383" y="106204"/>
                      </a:lnTo>
                      <a:lnTo>
                        <a:pt x="58241" y="107346"/>
                      </a:lnTo>
                      <a:lnTo>
                        <a:pt x="58241" y="108488"/>
                      </a:lnTo>
                      <a:lnTo>
                        <a:pt x="57099" y="109630"/>
                      </a:lnTo>
                      <a:lnTo>
                        <a:pt x="57099" y="111914"/>
                      </a:lnTo>
                      <a:lnTo>
                        <a:pt x="55957" y="113056"/>
                      </a:lnTo>
                      <a:lnTo>
                        <a:pt x="55957" y="116482"/>
                      </a:lnTo>
                      <a:lnTo>
                        <a:pt x="54815" y="117624"/>
                      </a:lnTo>
                      <a:lnTo>
                        <a:pt x="54815" y="122191"/>
                      </a:lnTo>
                      <a:lnTo>
                        <a:pt x="53673" y="123333"/>
                      </a:lnTo>
                      <a:lnTo>
                        <a:pt x="53673" y="149599"/>
                      </a:lnTo>
                      <a:lnTo>
                        <a:pt x="54815" y="150741"/>
                      </a:lnTo>
                      <a:lnTo>
                        <a:pt x="54815" y="155309"/>
                      </a:lnTo>
                      <a:lnTo>
                        <a:pt x="55957" y="156451"/>
                      </a:lnTo>
                      <a:lnTo>
                        <a:pt x="55957" y="159877"/>
                      </a:lnTo>
                      <a:lnTo>
                        <a:pt x="57099" y="161019"/>
                      </a:lnTo>
                      <a:lnTo>
                        <a:pt x="57099" y="163303"/>
                      </a:lnTo>
                      <a:lnTo>
                        <a:pt x="58241" y="164445"/>
                      </a:lnTo>
                      <a:lnTo>
                        <a:pt x="58241" y="165587"/>
                      </a:lnTo>
                      <a:lnTo>
                        <a:pt x="59383" y="166729"/>
                      </a:lnTo>
                      <a:lnTo>
                        <a:pt x="59383" y="169013"/>
                      </a:lnTo>
                      <a:lnTo>
                        <a:pt x="60525" y="170155"/>
                      </a:lnTo>
                      <a:lnTo>
                        <a:pt x="60525" y="171296"/>
                      </a:lnTo>
                      <a:lnTo>
                        <a:pt x="61667" y="172438"/>
                      </a:lnTo>
                      <a:lnTo>
                        <a:pt x="61667" y="173580"/>
                      </a:lnTo>
                      <a:lnTo>
                        <a:pt x="62809" y="174722"/>
                      </a:lnTo>
                      <a:lnTo>
                        <a:pt x="62809" y="175864"/>
                      </a:lnTo>
                      <a:lnTo>
                        <a:pt x="63951" y="177006"/>
                      </a:lnTo>
                      <a:lnTo>
                        <a:pt x="63951" y="178148"/>
                      </a:lnTo>
                      <a:lnTo>
                        <a:pt x="66235" y="180432"/>
                      </a:lnTo>
                      <a:lnTo>
                        <a:pt x="66235" y="181574"/>
                      </a:lnTo>
                      <a:lnTo>
                        <a:pt x="68519" y="183858"/>
                      </a:lnTo>
                      <a:lnTo>
                        <a:pt x="68519" y="185000"/>
                      </a:lnTo>
                      <a:lnTo>
                        <a:pt x="71945" y="188426"/>
                      </a:lnTo>
                      <a:lnTo>
                        <a:pt x="71945" y="189568"/>
                      </a:lnTo>
                      <a:lnTo>
                        <a:pt x="83364" y="200988"/>
                      </a:lnTo>
                      <a:lnTo>
                        <a:pt x="84506" y="200988"/>
                      </a:lnTo>
                      <a:lnTo>
                        <a:pt x="87932" y="204414"/>
                      </a:lnTo>
                      <a:lnTo>
                        <a:pt x="89074" y="204414"/>
                      </a:lnTo>
                      <a:lnTo>
                        <a:pt x="91358" y="206698"/>
                      </a:lnTo>
                      <a:lnTo>
                        <a:pt x="92500" y="206698"/>
                      </a:lnTo>
                      <a:lnTo>
                        <a:pt x="94784" y="208982"/>
                      </a:lnTo>
                      <a:lnTo>
                        <a:pt x="95926" y="208982"/>
                      </a:lnTo>
                      <a:lnTo>
                        <a:pt x="97068" y="210124"/>
                      </a:lnTo>
                      <a:lnTo>
                        <a:pt x="98210" y="210124"/>
                      </a:lnTo>
                      <a:lnTo>
                        <a:pt x="99352" y="211266"/>
                      </a:lnTo>
                      <a:lnTo>
                        <a:pt x="100494" y="211266"/>
                      </a:lnTo>
                      <a:lnTo>
                        <a:pt x="101636" y="212408"/>
                      </a:lnTo>
                      <a:lnTo>
                        <a:pt x="102778" y="212408"/>
                      </a:lnTo>
                      <a:lnTo>
                        <a:pt x="103920" y="213550"/>
                      </a:lnTo>
                      <a:lnTo>
                        <a:pt x="106204" y="213550"/>
                      </a:lnTo>
                      <a:lnTo>
                        <a:pt x="107346" y="214692"/>
                      </a:lnTo>
                      <a:lnTo>
                        <a:pt x="108488" y="214692"/>
                      </a:lnTo>
                      <a:lnTo>
                        <a:pt x="109630" y="215834"/>
                      </a:lnTo>
                      <a:lnTo>
                        <a:pt x="111914" y="215834"/>
                      </a:lnTo>
                      <a:lnTo>
                        <a:pt x="113056" y="216976"/>
                      </a:lnTo>
                      <a:lnTo>
                        <a:pt x="116482" y="216976"/>
                      </a:lnTo>
                      <a:lnTo>
                        <a:pt x="117624" y="218118"/>
                      </a:lnTo>
                      <a:lnTo>
                        <a:pt x="122191" y="218118"/>
                      </a:lnTo>
                      <a:lnTo>
                        <a:pt x="123333" y="219260"/>
                      </a:lnTo>
                      <a:lnTo>
                        <a:pt x="149599" y="219260"/>
                      </a:lnTo>
                      <a:lnTo>
                        <a:pt x="150741" y="218118"/>
                      </a:lnTo>
                      <a:lnTo>
                        <a:pt x="155309" y="218118"/>
                      </a:lnTo>
                      <a:lnTo>
                        <a:pt x="156451" y="216976"/>
                      </a:lnTo>
                      <a:lnTo>
                        <a:pt x="158735" y="216976"/>
                      </a:lnTo>
                      <a:lnTo>
                        <a:pt x="159877" y="215834"/>
                      </a:lnTo>
                      <a:lnTo>
                        <a:pt x="163303" y="215834"/>
                      </a:lnTo>
                      <a:lnTo>
                        <a:pt x="164445" y="214692"/>
                      </a:lnTo>
                      <a:lnTo>
                        <a:pt x="165587" y="214692"/>
                      </a:lnTo>
                      <a:lnTo>
                        <a:pt x="166729" y="213550"/>
                      </a:lnTo>
                      <a:lnTo>
                        <a:pt x="169013" y="213550"/>
                      </a:lnTo>
                      <a:lnTo>
                        <a:pt x="170155" y="212408"/>
                      </a:lnTo>
                      <a:lnTo>
                        <a:pt x="171296" y="212408"/>
                      </a:lnTo>
                      <a:lnTo>
                        <a:pt x="172438" y="211266"/>
                      </a:lnTo>
                      <a:lnTo>
                        <a:pt x="173580" y="211266"/>
                      </a:lnTo>
                      <a:lnTo>
                        <a:pt x="174722" y="210124"/>
                      </a:lnTo>
                      <a:lnTo>
                        <a:pt x="175864" y="210124"/>
                      </a:lnTo>
                      <a:lnTo>
                        <a:pt x="177006" y="208982"/>
                      </a:lnTo>
                      <a:lnTo>
                        <a:pt x="178148" y="208982"/>
                      </a:lnTo>
                      <a:lnTo>
                        <a:pt x="180432" y="206698"/>
                      </a:lnTo>
                      <a:lnTo>
                        <a:pt x="181574" y="206698"/>
                      </a:lnTo>
                      <a:lnTo>
                        <a:pt x="183858" y="204414"/>
                      </a:lnTo>
                      <a:lnTo>
                        <a:pt x="185000" y="204414"/>
                      </a:lnTo>
                      <a:lnTo>
                        <a:pt x="188426" y="200988"/>
                      </a:lnTo>
                      <a:lnTo>
                        <a:pt x="189568" y="200988"/>
                      </a:lnTo>
                      <a:lnTo>
                        <a:pt x="200988" y="189568"/>
                      </a:lnTo>
                      <a:lnTo>
                        <a:pt x="200988" y="188426"/>
                      </a:lnTo>
                      <a:lnTo>
                        <a:pt x="204414" y="185000"/>
                      </a:lnTo>
                      <a:lnTo>
                        <a:pt x="204414" y="183858"/>
                      </a:lnTo>
                      <a:lnTo>
                        <a:pt x="206698" y="181574"/>
                      </a:lnTo>
                      <a:lnTo>
                        <a:pt x="206698" y="180432"/>
                      </a:lnTo>
                      <a:lnTo>
                        <a:pt x="208982" y="178148"/>
                      </a:lnTo>
                      <a:lnTo>
                        <a:pt x="208982" y="177006"/>
                      </a:lnTo>
                      <a:lnTo>
                        <a:pt x="210124" y="175864"/>
                      </a:lnTo>
                      <a:lnTo>
                        <a:pt x="210124" y="174722"/>
                      </a:lnTo>
                      <a:lnTo>
                        <a:pt x="211266" y="173580"/>
                      </a:lnTo>
                      <a:lnTo>
                        <a:pt x="211266" y="172438"/>
                      </a:lnTo>
                      <a:lnTo>
                        <a:pt x="212408" y="171296"/>
                      </a:lnTo>
                      <a:lnTo>
                        <a:pt x="212408" y="170155"/>
                      </a:lnTo>
                      <a:lnTo>
                        <a:pt x="213550" y="169013"/>
                      </a:lnTo>
                      <a:lnTo>
                        <a:pt x="213550" y="166729"/>
                      </a:lnTo>
                      <a:lnTo>
                        <a:pt x="214692" y="165587"/>
                      </a:lnTo>
                      <a:lnTo>
                        <a:pt x="214692" y="164445"/>
                      </a:lnTo>
                      <a:lnTo>
                        <a:pt x="215834" y="163303"/>
                      </a:lnTo>
                      <a:lnTo>
                        <a:pt x="215834" y="161019"/>
                      </a:lnTo>
                      <a:lnTo>
                        <a:pt x="216976" y="159877"/>
                      </a:lnTo>
                      <a:lnTo>
                        <a:pt x="216976" y="156451"/>
                      </a:lnTo>
                      <a:lnTo>
                        <a:pt x="218118" y="155309"/>
                      </a:lnTo>
                      <a:lnTo>
                        <a:pt x="218118" y="150741"/>
                      </a:lnTo>
                      <a:lnTo>
                        <a:pt x="219260" y="149599"/>
                      </a:lnTo>
                      <a:lnTo>
                        <a:pt x="219260" y="123333"/>
                      </a:lnTo>
                      <a:lnTo>
                        <a:pt x="218118" y="122191"/>
                      </a:lnTo>
                      <a:lnTo>
                        <a:pt x="218118" y="117624"/>
                      </a:lnTo>
                      <a:lnTo>
                        <a:pt x="216976" y="116482"/>
                      </a:lnTo>
                      <a:lnTo>
                        <a:pt x="216976" y="113056"/>
                      </a:lnTo>
                      <a:lnTo>
                        <a:pt x="215834" y="111914"/>
                      </a:lnTo>
                      <a:lnTo>
                        <a:pt x="215834" y="109630"/>
                      </a:lnTo>
                      <a:lnTo>
                        <a:pt x="214692" y="108488"/>
                      </a:lnTo>
                      <a:lnTo>
                        <a:pt x="214692" y="107346"/>
                      </a:lnTo>
                      <a:lnTo>
                        <a:pt x="213550" y="106204"/>
                      </a:lnTo>
                      <a:lnTo>
                        <a:pt x="213550" y="103920"/>
                      </a:lnTo>
                      <a:lnTo>
                        <a:pt x="212408" y="102778"/>
                      </a:lnTo>
                      <a:lnTo>
                        <a:pt x="212408" y="101636"/>
                      </a:lnTo>
                      <a:lnTo>
                        <a:pt x="211266" y="100494"/>
                      </a:lnTo>
                      <a:lnTo>
                        <a:pt x="211266" y="99352"/>
                      </a:lnTo>
                      <a:lnTo>
                        <a:pt x="210124" y="98210"/>
                      </a:lnTo>
                      <a:lnTo>
                        <a:pt x="210124" y="97068"/>
                      </a:lnTo>
                      <a:lnTo>
                        <a:pt x="208982" y="95926"/>
                      </a:lnTo>
                      <a:lnTo>
                        <a:pt x="208982" y="94784"/>
                      </a:lnTo>
                      <a:lnTo>
                        <a:pt x="206698" y="92500"/>
                      </a:lnTo>
                      <a:lnTo>
                        <a:pt x="206698" y="91358"/>
                      </a:lnTo>
                      <a:lnTo>
                        <a:pt x="204414" y="89074"/>
                      </a:lnTo>
                      <a:lnTo>
                        <a:pt x="204414" y="87932"/>
                      </a:lnTo>
                      <a:lnTo>
                        <a:pt x="200988" y="84506"/>
                      </a:lnTo>
                      <a:lnTo>
                        <a:pt x="200988" y="83364"/>
                      </a:lnTo>
                      <a:lnTo>
                        <a:pt x="189568" y="71945"/>
                      </a:lnTo>
                      <a:lnTo>
                        <a:pt x="188426" y="71945"/>
                      </a:lnTo>
                      <a:lnTo>
                        <a:pt x="185000" y="68519"/>
                      </a:lnTo>
                      <a:lnTo>
                        <a:pt x="183858" y="68519"/>
                      </a:lnTo>
                      <a:lnTo>
                        <a:pt x="181574" y="66235"/>
                      </a:lnTo>
                      <a:lnTo>
                        <a:pt x="180432" y="66235"/>
                      </a:lnTo>
                      <a:lnTo>
                        <a:pt x="178148" y="63951"/>
                      </a:lnTo>
                      <a:lnTo>
                        <a:pt x="177006" y="63951"/>
                      </a:lnTo>
                      <a:lnTo>
                        <a:pt x="175864" y="62809"/>
                      </a:lnTo>
                      <a:lnTo>
                        <a:pt x="174722" y="62809"/>
                      </a:lnTo>
                      <a:lnTo>
                        <a:pt x="173580" y="61667"/>
                      </a:lnTo>
                      <a:lnTo>
                        <a:pt x="172438" y="61667"/>
                      </a:lnTo>
                      <a:lnTo>
                        <a:pt x="171296" y="60525"/>
                      </a:lnTo>
                      <a:lnTo>
                        <a:pt x="170155" y="60525"/>
                      </a:lnTo>
                      <a:lnTo>
                        <a:pt x="169013" y="59383"/>
                      </a:lnTo>
                      <a:lnTo>
                        <a:pt x="166729" y="59383"/>
                      </a:lnTo>
                      <a:lnTo>
                        <a:pt x="165587" y="58241"/>
                      </a:lnTo>
                      <a:lnTo>
                        <a:pt x="164445" y="58241"/>
                      </a:lnTo>
                      <a:lnTo>
                        <a:pt x="163303" y="57099"/>
                      </a:lnTo>
                      <a:lnTo>
                        <a:pt x="161019" y="57099"/>
                      </a:lnTo>
                      <a:lnTo>
                        <a:pt x="159877" y="55957"/>
                      </a:lnTo>
                      <a:lnTo>
                        <a:pt x="156451" y="55957"/>
                      </a:lnTo>
                      <a:lnTo>
                        <a:pt x="155309" y="54815"/>
                      </a:lnTo>
                      <a:lnTo>
                        <a:pt x="150741" y="54815"/>
                      </a:lnTo>
                      <a:lnTo>
                        <a:pt x="149599" y="53673"/>
                      </a:lnTo>
                      <a:close/>
                    </a:path>
                  </a:pathLst>
                </a:custGeom>
                <a:solidFill>
                  <a:srgbClr val="A6886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6" name="任意形状 7075">
                  <a:extLst>
                    <a:ext uri="{FF2B5EF4-FFF2-40B4-BE49-F238E27FC236}">
                      <a16:creationId xmlns:a16="http://schemas.microsoft.com/office/drawing/2014/main" id="{97C1B72A-6641-F954-6F22-3AC3601C5F24}"/>
                    </a:ext>
                  </a:extLst>
                </p:cNvPr>
                <p:cNvSpPr/>
                <p:nvPr/>
              </p:nvSpPr>
              <p:spPr>
                <a:xfrm>
                  <a:off x="5689672" y="5362558"/>
                  <a:ext cx="126759" cy="126759"/>
                </a:xfrm>
                <a:custGeom>
                  <a:avLst/>
                  <a:gdLst>
                    <a:gd name="connsiteX0" fmla="*/ 65093 w 126759"/>
                    <a:gd name="connsiteY0" fmla="*/ 0 h 126759"/>
                    <a:gd name="connsiteX1" fmla="*/ 62809 w 126759"/>
                    <a:gd name="connsiteY1" fmla="*/ 0 h 126759"/>
                    <a:gd name="connsiteX2" fmla="*/ 61667 w 126759"/>
                    <a:gd name="connsiteY2" fmla="*/ 1142 h 126759"/>
                    <a:gd name="connsiteX3" fmla="*/ 51389 w 126759"/>
                    <a:gd name="connsiteY3" fmla="*/ 1142 h 126759"/>
                    <a:gd name="connsiteX4" fmla="*/ 50247 w 126759"/>
                    <a:gd name="connsiteY4" fmla="*/ 2284 h 126759"/>
                    <a:gd name="connsiteX5" fmla="*/ 46821 w 126759"/>
                    <a:gd name="connsiteY5" fmla="*/ 2284 h 126759"/>
                    <a:gd name="connsiteX6" fmla="*/ 45679 w 126759"/>
                    <a:gd name="connsiteY6" fmla="*/ 3426 h 126759"/>
                    <a:gd name="connsiteX7" fmla="*/ 43395 w 126759"/>
                    <a:gd name="connsiteY7" fmla="*/ 3426 h 126759"/>
                    <a:gd name="connsiteX8" fmla="*/ 42253 w 126759"/>
                    <a:gd name="connsiteY8" fmla="*/ 4568 h 126759"/>
                    <a:gd name="connsiteX9" fmla="*/ 39969 w 126759"/>
                    <a:gd name="connsiteY9" fmla="*/ 4568 h 126759"/>
                    <a:gd name="connsiteX10" fmla="*/ 38827 w 126759"/>
                    <a:gd name="connsiteY10" fmla="*/ 5710 h 126759"/>
                    <a:gd name="connsiteX11" fmla="*/ 37685 w 126759"/>
                    <a:gd name="connsiteY11" fmla="*/ 5710 h 126759"/>
                    <a:gd name="connsiteX12" fmla="*/ 36543 w 126759"/>
                    <a:gd name="connsiteY12" fmla="*/ 6852 h 126759"/>
                    <a:gd name="connsiteX13" fmla="*/ 35401 w 126759"/>
                    <a:gd name="connsiteY13" fmla="*/ 6852 h 126759"/>
                    <a:gd name="connsiteX14" fmla="*/ 34259 w 126759"/>
                    <a:gd name="connsiteY14" fmla="*/ 7994 h 126759"/>
                    <a:gd name="connsiteX15" fmla="*/ 33117 w 126759"/>
                    <a:gd name="connsiteY15" fmla="*/ 7994 h 126759"/>
                    <a:gd name="connsiteX16" fmla="*/ 31975 w 126759"/>
                    <a:gd name="connsiteY16" fmla="*/ 9136 h 126759"/>
                    <a:gd name="connsiteX17" fmla="*/ 30833 w 126759"/>
                    <a:gd name="connsiteY17" fmla="*/ 9136 h 126759"/>
                    <a:gd name="connsiteX18" fmla="*/ 28549 w 126759"/>
                    <a:gd name="connsiteY18" fmla="*/ 11420 h 126759"/>
                    <a:gd name="connsiteX19" fmla="*/ 27407 w 126759"/>
                    <a:gd name="connsiteY19" fmla="*/ 11420 h 126759"/>
                    <a:gd name="connsiteX20" fmla="*/ 23982 w 126759"/>
                    <a:gd name="connsiteY20" fmla="*/ 14846 h 126759"/>
                    <a:gd name="connsiteX21" fmla="*/ 22840 w 126759"/>
                    <a:gd name="connsiteY21" fmla="*/ 14846 h 126759"/>
                    <a:gd name="connsiteX22" fmla="*/ 14846 w 126759"/>
                    <a:gd name="connsiteY22" fmla="*/ 22840 h 126759"/>
                    <a:gd name="connsiteX23" fmla="*/ 14846 w 126759"/>
                    <a:gd name="connsiteY23" fmla="*/ 23982 h 126759"/>
                    <a:gd name="connsiteX24" fmla="*/ 11420 w 126759"/>
                    <a:gd name="connsiteY24" fmla="*/ 27407 h 126759"/>
                    <a:gd name="connsiteX25" fmla="*/ 11420 w 126759"/>
                    <a:gd name="connsiteY25" fmla="*/ 28549 h 126759"/>
                    <a:gd name="connsiteX26" fmla="*/ 9136 w 126759"/>
                    <a:gd name="connsiteY26" fmla="*/ 30833 h 126759"/>
                    <a:gd name="connsiteX27" fmla="*/ 9136 w 126759"/>
                    <a:gd name="connsiteY27" fmla="*/ 31975 h 126759"/>
                    <a:gd name="connsiteX28" fmla="*/ 7994 w 126759"/>
                    <a:gd name="connsiteY28" fmla="*/ 33117 h 126759"/>
                    <a:gd name="connsiteX29" fmla="*/ 7994 w 126759"/>
                    <a:gd name="connsiteY29" fmla="*/ 34259 h 126759"/>
                    <a:gd name="connsiteX30" fmla="*/ 6852 w 126759"/>
                    <a:gd name="connsiteY30" fmla="*/ 35401 h 126759"/>
                    <a:gd name="connsiteX31" fmla="*/ 6852 w 126759"/>
                    <a:gd name="connsiteY31" fmla="*/ 36543 h 126759"/>
                    <a:gd name="connsiteX32" fmla="*/ 5710 w 126759"/>
                    <a:gd name="connsiteY32" fmla="*/ 37685 h 126759"/>
                    <a:gd name="connsiteX33" fmla="*/ 5710 w 126759"/>
                    <a:gd name="connsiteY33" fmla="*/ 38827 h 126759"/>
                    <a:gd name="connsiteX34" fmla="*/ 4568 w 126759"/>
                    <a:gd name="connsiteY34" fmla="*/ 39969 h 126759"/>
                    <a:gd name="connsiteX35" fmla="*/ 4568 w 126759"/>
                    <a:gd name="connsiteY35" fmla="*/ 42253 h 126759"/>
                    <a:gd name="connsiteX36" fmla="*/ 3426 w 126759"/>
                    <a:gd name="connsiteY36" fmla="*/ 43395 h 126759"/>
                    <a:gd name="connsiteX37" fmla="*/ 3426 w 126759"/>
                    <a:gd name="connsiteY37" fmla="*/ 45679 h 126759"/>
                    <a:gd name="connsiteX38" fmla="*/ 2284 w 126759"/>
                    <a:gd name="connsiteY38" fmla="*/ 46821 h 126759"/>
                    <a:gd name="connsiteX39" fmla="*/ 2284 w 126759"/>
                    <a:gd name="connsiteY39" fmla="*/ 51389 h 126759"/>
                    <a:gd name="connsiteX40" fmla="*/ 1142 w 126759"/>
                    <a:gd name="connsiteY40" fmla="*/ 52531 h 126759"/>
                    <a:gd name="connsiteX41" fmla="*/ 1142 w 126759"/>
                    <a:gd name="connsiteY41" fmla="*/ 62809 h 126759"/>
                    <a:gd name="connsiteX42" fmla="*/ 0 w 126759"/>
                    <a:gd name="connsiteY42" fmla="*/ 63951 h 126759"/>
                    <a:gd name="connsiteX43" fmla="*/ 0 w 126759"/>
                    <a:gd name="connsiteY43" fmla="*/ 65093 h 126759"/>
                    <a:gd name="connsiteX44" fmla="*/ 1142 w 126759"/>
                    <a:gd name="connsiteY44" fmla="*/ 66235 h 126759"/>
                    <a:gd name="connsiteX45" fmla="*/ 1142 w 126759"/>
                    <a:gd name="connsiteY45" fmla="*/ 74228 h 126759"/>
                    <a:gd name="connsiteX46" fmla="*/ 2284 w 126759"/>
                    <a:gd name="connsiteY46" fmla="*/ 75370 h 126759"/>
                    <a:gd name="connsiteX47" fmla="*/ 2284 w 126759"/>
                    <a:gd name="connsiteY47" fmla="*/ 79938 h 126759"/>
                    <a:gd name="connsiteX48" fmla="*/ 3426 w 126759"/>
                    <a:gd name="connsiteY48" fmla="*/ 81080 h 126759"/>
                    <a:gd name="connsiteX49" fmla="*/ 3426 w 126759"/>
                    <a:gd name="connsiteY49" fmla="*/ 83364 h 126759"/>
                    <a:gd name="connsiteX50" fmla="*/ 4568 w 126759"/>
                    <a:gd name="connsiteY50" fmla="*/ 84506 h 126759"/>
                    <a:gd name="connsiteX51" fmla="*/ 4568 w 126759"/>
                    <a:gd name="connsiteY51" fmla="*/ 86790 h 126759"/>
                    <a:gd name="connsiteX52" fmla="*/ 5710 w 126759"/>
                    <a:gd name="connsiteY52" fmla="*/ 87932 h 126759"/>
                    <a:gd name="connsiteX53" fmla="*/ 5710 w 126759"/>
                    <a:gd name="connsiteY53" fmla="*/ 89074 h 126759"/>
                    <a:gd name="connsiteX54" fmla="*/ 6852 w 126759"/>
                    <a:gd name="connsiteY54" fmla="*/ 90216 h 126759"/>
                    <a:gd name="connsiteX55" fmla="*/ 6852 w 126759"/>
                    <a:gd name="connsiteY55" fmla="*/ 91358 h 126759"/>
                    <a:gd name="connsiteX56" fmla="*/ 7994 w 126759"/>
                    <a:gd name="connsiteY56" fmla="*/ 92500 h 126759"/>
                    <a:gd name="connsiteX57" fmla="*/ 7994 w 126759"/>
                    <a:gd name="connsiteY57" fmla="*/ 93642 h 126759"/>
                    <a:gd name="connsiteX58" fmla="*/ 9136 w 126759"/>
                    <a:gd name="connsiteY58" fmla="*/ 94784 h 126759"/>
                    <a:gd name="connsiteX59" fmla="*/ 9136 w 126759"/>
                    <a:gd name="connsiteY59" fmla="*/ 95926 h 126759"/>
                    <a:gd name="connsiteX60" fmla="*/ 11420 w 126759"/>
                    <a:gd name="connsiteY60" fmla="*/ 98210 h 126759"/>
                    <a:gd name="connsiteX61" fmla="*/ 11420 w 126759"/>
                    <a:gd name="connsiteY61" fmla="*/ 99352 h 126759"/>
                    <a:gd name="connsiteX62" fmla="*/ 14846 w 126759"/>
                    <a:gd name="connsiteY62" fmla="*/ 102778 h 126759"/>
                    <a:gd name="connsiteX63" fmla="*/ 14846 w 126759"/>
                    <a:gd name="connsiteY63" fmla="*/ 103920 h 126759"/>
                    <a:gd name="connsiteX64" fmla="*/ 22840 w 126759"/>
                    <a:gd name="connsiteY64" fmla="*/ 111914 h 126759"/>
                    <a:gd name="connsiteX65" fmla="*/ 23982 w 126759"/>
                    <a:gd name="connsiteY65" fmla="*/ 111914 h 126759"/>
                    <a:gd name="connsiteX66" fmla="*/ 27407 w 126759"/>
                    <a:gd name="connsiteY66" fmla="*/ 115340 h 126759"/>
                    <a:gd name="connsiteX67" fmla="*/ 28549 w 126759"/>
                    <a:gd name="connsiteY67" fmla="*/ 115340 h 126759"/>
                    <a:gd name="connsiteX68" fmla="*/ 29691 w 126759"/>
                    <a:gd name="connsiteY68" fmla="*/ 116482 h 126759"/>
                    <a:gd name="connsiteX69" fmla="*/ 30833 w 126759"/>
                    <a:gd name="connsiteY69" fmla="*/ 116482 h 126759"/>
                    <a:gd name="connsiteX70" fmla="*/ 33117 w 126759"/>
                    <a:gd name="connsiteY70" fmla="*/ 118766 h 126759"/>
                    <a:gd name="connsiteX71" fmla="*/ 34259 w 126759"/>
                    <a:gd name="connsiteY71" fmla="*/ 118766 h 126759"/>
                    <a:gd name="connsiteX72" fmla="*/ 35401 w 126759"/>
                    <a:gd name="connsiteY72" fmla="*/ 119908 h 126759"/>
                    <a:gd name="connsiteX73" fmla="*/ 36543 w 126759"/>
                    <a:gd name="connsiteY73" fmla="*/ 119908 h 126759"/>
                    <a:gd name="connsiteX74" fmla="*/ 37685 w 126759"/>
                    <a:gd name="connsiteY74" fmla="*/ 121050 h 126759"/>
                    <a:gd name="connsiteX75" fmla="*/ 38827 w 126759"/>
                    <a:gd name="connsiteY75" fmla="*/ 121050 h 126759"/>
                    <a:gd name="connsiteX76" fmla="*/ 39969 w 126759"/>
                    <a:gd name="connsiteY76" fmla="*/ 122191 h 126759"/>
                    <a:gd name="connsiteX77" fmla="*/ 42253 w 126759"/>
                    <a:gd name="connsiteY77" fmla="*/ 122191 h 126759"/>
                    <a:gd name="connsiteX78" fmla="*/ 43395 w 126759"/>
                    <a:gd name="connsiteY78" fmla="*/ 123333 h 126759"/>
                    <a:gd name="connsiteX79" fmla="*/ 45679 w 126759"/>
                    <a:gd name="connsiteY79" fmla="*/ 123333 h 126759"/>
                    <a:gd name="connsiteX80" fmla="*/ 46821 w 126759"/>
                    <a:gd name="connsiteY80" fmla="*/ 124475 h 126759"/>
                    <a:gd name="connsiteX81" fmla="*/ 51389 w 126759"/>
                    <a:gd name="connsiteY81" fmla="*/ 124475 h 126759"/>
                    <a:gd name="connsiteX82" fmla="*/ 52531 w 126759"/>
                    <a:gd name="connsiteY82" fmla="*/ 125617 h 126759"/>
                    <a:gd name="connsiteX83" fmla="*/ 61667 w 126759"/>
                    <a:gd name="connsiteY83" fmla="*/ 125617 h 126759"/>
                    <a:gd name="connsiteX84" fmla="*/ 62809 w 126759"/>
                    <a:gd name="connsiteY84" fmla="*/ 126759 h 126759"/>
                    <a:gd name="connsiteX85" fmla="*/ 63951 w 126759"/>
                    <a:gd name="connsiteY85" fmla="*/ 125617 h 126759"/>
                    <a:gd name="connsiteX86" fmla="*/ 74228 w 126759"/>
                    <a:gd name="connsiteY86" fmla="*/ 125617 h 126759"/>
                    <a:gd name="connsiteX87" fmla="*/ 75370 w 126759"/>
                    <a:gd name="connsiteY87" fmla="*/ 124475 h 126759"/>
                    <a:gd name="connsiteX88" fmla="*/ 78796 w 126759"/>
                    <a:gd name="connsiteY88" fmla="*/ 124475 h 126759"/>
                    <a:gd name="connsiteX89" fmla="*/ 79938 w 126759"/>
                    <a:gd name="connsiteY89" fmla="*/ 123333 h 126759"/>
                    <a:gd name="connsiteX90" fmla="*/ 83364 w 126759"/>
                    <a:gd name="connsiteY90" fmla="*/ 123333 h 126759"/>
                    <a:gd name="connsiteX91" fmla="*/ 84506 w 126759"/>
                    <a:gd name="connsiteY91" fmla="*/ 122191 h 126759"/>
                    <a:gd name="connsiteX92" fmla="*/ 85648 w 126759"/>
                    <a:gd name="connsiteY92" fmla="*/ 122191 h 126759"/>
                    <a:gd name="connsiteX93" fmla="*/ 86790 w 126759"/>
                    <a:gd name="connsiteY93" fmla="*/ 121050 h 126759"/>
                    <a:gd name="connsiteX94" fmla="*/ 89074 w 126759"/>
                    <a:gd name="connsiteY94" fmla="*/ 121050 h 126759"/>
                    <a:gd name="connsiteX95" fmla="*/ 90216 w 126759"/>
                    <a:gd name="connsiteY95" fmla="*/ 119908 h 126759"/>
                    <a:gd name="connsiteX96" fmla="*/ 91358 w 126759"/>
                    <a:gd name="connsiteY96" fmla="*/ 119908 h 126759"/>
                    <a:gd name="connsiteX97" fmla="*/ 92500 w 126759"/>
                    <a:gd name="connsiteY97" fmla="*/ 118766 h 126759"/>
                    <a:gd name="connsiteX98" fmla="*/ 93642 w 126759"/>
                    <a:gd name="connsiteY98" fmla="*/ 118766 h 126759"/>
                    <a:gd name="connsiteX99" fmla="*/ 95926 w 126759"/>
                    <a:gd name="connsiteY99" fmla="*/ 116482 h 126759"/>
                    <a:gd name="connsiteX100" fmla="*/ 97068 w 126759"/>
                    <a:gd name="connsiteY100" fmla="*/ 116482 h 126759"/>
                    <a:gd name="connsiteX101" fmla="*/ 98210 w 126759"/>
                    <a:gd name="connsiteY101" fmla="*/ 115340 h 126759"/>
                    <a:gd name="connsiteX102" fmla="*/ 99352 w 126759"/>
                    <a:gd name="connsiteY102" fmla="*/ 115340 h 126759"/>
                    <a:gd name="connsiteX103" fmla="*/ 102778 w 126759"/>
                    <a:gd name="connsiteY103" fmla="*/ 111914 h 126759"/>
                    <a:gd name="connsiteX104" fmla="*/ 103920 w 126759"/>
                    <a:gd name="connsiteY104" fmla="*/ 111914 h 126759"/>
                    <a:gd name="connsiteX105" fmla="*/ 111914 w 126759"/>
                    <a:gd name="connsiteY105" fmla="*/ 103920 h 126759"/>
                    <a:gd name="connsiteX106" fmla="*/ 111914 w 126759"/>
                    <a:gd name="connsiteY106" fmla="*/ 102778 h 126759"/>
                    <a:gd name="connsiteX107" fmla="*/ 115340 w 126759"/>
                    <a:gd name="connsiteY107" fmla="*/ 99352 h 126759"/>
                    <a:gd name="connsiteX108" fmla="*/ 115340 w 126759"/>
                    <a:gd name="connsiteY108" fmla="*/ 98210 h 126759"/>
                    <a:gd name="connsiteX109" fmla="*/ 116482 w 126759"/>
                    <a:gd name="connsiteY109" fmla="*/ 97068 h 126759"/>
                    <a:gd name="connsiteX110" fmla="*/ 116482 w 126759"/>
                    <a:gd name="connsiteY110" fmla="*/ 95926 h 126759"/>
                    <a:gd name="connsiteX111" fmla="*/ 118766 w 126759"/>
                    <a:gd name="connsiteY111" fmla="*/ 93642 h 126759"/>
                    <a:gd name="connsiteX112" fmla="*/ 118766 w 126759"/>
                    <a:gd name="connsiteY112" fmla="*/ 92500 h 126759"/>
                    <a:gd name="connsiteX113" fmla="*/ 119908 w 126759"/>
                    <a:gd name="connsiteY113" fmla="*/ 91358 h 126759"/>
                    <a:gd name="connsiteX114" fmla="*/ 119908 w 126759"/>
                    <a:gd name="connsiteY114" fmla="*/ 90216 h 126759"/>
                    <a:gd name="connsiteX115" fmla="*/ 121050 w 126759"/>
                    <a:gd name="connsiteY115" fmla="*/ 89074 h 126759"/>
                    <a:gd name="connsiteX116" fmla="*/ 121050 w 126759"/>
                    <a:gd name="connsiteY116" fmla="*/ 86790 h 126759"/>
                    <a:gd name="connsiteX117" fmla="*/ 122191 w 126759"/>
                    <a:gd name="connsiteY117" fmla="*/ 85648 h 126759"/>
                    <a:gd name="connsiteX118" fmla="*/ 122191 w 126759"/>
                    <a:gd name="connsiteY118" fmla="*/ 84506 h 126759"/>
                    <a:gd name="connsiteX119" fmla="*/ 123333 w 126759"/>
                    <a:gd name="connsiteY119" fmla="*/ 83364 h 126759"/>
                    <a:gd name="connsiteX120" fmla="*/ 123333 w 126759"/>
                    <a:gd name="connsiteY120" fmla="*/ 79938 h 126759"/>
                    <a:gd name="connsiteX121" fmla="*/ 124475 w 126759"/>
                    <a:gd name="connsiteY121" fmla="*/ 78796 h 126759"/>
                    <a:gd name="connsiteX122" fmla="*/ 124475 w 126759"/>
                    <a:gd name="connsiteY122" fmla="*/ 75370 h 126759"/>
                    <a:gd name="connsiteX123" fmla="*/ 125617 w 126759"/>
                    <a:gd name="connsiteY123" fmla="*/ 74228 h 126759"/>
                    <a:gd name="connsiteX124" fmla="*/ 125617 w 126759"/>
                    <a:gd name="connsiteY124" fmla="*/ 63951 h 126759"/>
                    <a:gd name="connsiteX125" fmla="*/ 126759 w 126759"/>
                    <a:gd name="connsiteY125" fmla="*/ 62809 h 126759"/>
                    <a:gd name="connsiteX126" fmla="*/ 125617 w 126759"/>
                    <a:gd name="connsiteY126" fmla="*/ 61667 h 126759"/>
                    <a:gd name="connsiteX127" fmla="*/ 125617 w 126759"/>
                    <a:gd name="connsiteY127" fmla="*/ 52531 h 126759"/>
                    <a:gd name="connsiteX128" fmla="*/ 124475 w 126759"/>
                    <a:gd name="connsiteY128" fmla="*/ 51389 h 126759"/>
                    <a:gd name="connsiteX129" fmla="*/ 124475 w 126759"/>
                    <a:gd name="connsiteY129" fmla="*/ 46821 h 126759"/>
                    <a:gd name="connsiteX130" fmla="*/ 123333 w 126759"/>
                    <a:gd name="connsiteY130" fmla="*/ 45679 h 126759"/>
                    <a:gd name="connsiteX131" fmla="*/ 123333 w 126759"/>
                    <a:gd name="connsiteY131" fmla="*/ 43395 h 126759"/>
                    <a:gd name="connsiteX132" fmla="*/ 122191 w 126759"/>
                    <a:gd name="connsiteY132" fmla="*/ 42253 h 126759"/>
                    <a:gd name="connsiteX133" fmla="*/ 122191 w 126759"/>
                    <a:gd name="connsiteY133" fmla="*/ 39969 h 126759"/>
                    <a:gd name="connsiteX134" fmla="*/ 121050 w 126759"/>
                    <a:gd name="connsiteY134" fmla="*/ 38827 h 126759"/>
                    <a:gd name="connsiteX135" fmla="*/ 121050 w 126759"/>
                    <a:gd name="connsiteY135" fmla="*/ 37685 h 126759"/>
                    <a:gd name="connsiteX136" fmla="*/ 119908 w 126759"/>
                    <a:gd name="connsiteY136" fmla="*/ 36543 h 126759"/>
                    <a:gd name="connsiteX137" fmla="*/ 119908 w 126759"/>
                    <a:gd name="connsiteY137" fmla="*/ 35401 h 126759"/>
                    <a:gd name="connsiteX138" fmla="*/ 118766 w 126759"/>
                    <a:gd name="connsiteY138" fmla="*/ 34259 h 126759"/>
                    <a:gd name="connsiteX139" fmla="*/ 118766 w 126759"/>
                    <a:gd name="connsiteY139" fmla="*/ 33117 h 126759"/>
                    <a:gd name="connsiteX140" fmla="*/ 117624 w 126759"/>
                    <a:gd name="connsiteY140" fmla="*/ 31975 h 126759"/>
                    <a:gd name="connsiteX141" fmla="*/ 117624 w 126759"/>
                    <a:gd name="connsiteY141" fmla="*/ 30833 h 126759"/>
                    <a:gd name="connsiteX142" fmla="*/ 115340 w 126759"/>
                    <a:gd name="connsiteY142" fmla="*/ 28549 h 126759"/>
                    <a:gd name="connsiteX143" fmla="*/ 115340 w 126759"/>
                    <a:gd name="connsiteY143" fmla="*/ 27407 h 126759"/>
                    <a:gd name="connsiteX144" fmla="*/ 111914 w 126759"/>
                    <a:gd name="connsiteY144" fmla="*/ 23982 h 126759"/>
                    <a:gd name="connsiteX145" fmla="*/ 111914 w 126759"/>
                    <a:gd name="connsiteY145" fmla="*/ 22840 h 126759"/>
                    <a:gd name="connsiteX146" fmla="*/ 103920 w 126759"/>
                    <a:gd name="connsiteY146" fmla="*/ 14846 h 126759"/>
                    <a:gd name="connsiteX147" fmla="*/ 102778 w 126759"/>
                    <a:gd name="connsiteY147" fmla="*/ 14846 h 126759"/>
                    <a:gd name="connsiteX148" fmla="*/ 99352 w 126759"/>
                    <a:gd name="connsiteY148" fmla="*/ 11420 h 126759"/>
                    <a:gd name="connsiteX149" fmla="*/ 98210 w 126759"/>
                    <a:gd name="connsiteY149" fmla="*/ 11420 h 126759"/>
                    <a:gd name="connsiteX150" fmla="*/ 95926 w 126759"/>
                    <a:gd name="connsiteY150" fmla="*/ 9136 h 126759"/>
                    <a:gd name="connsiteX151" fmla="*/ 94784 w 126759"/>
                    <a:gd name="connsiteY151" fmla="*/ 9136 h 126759"/>
                    <a:gd name="connsiteX152" fmla="*/ 93642 w 126759"/>
                    <a:gd name="connsiteY152" fmla="*/ 7994 h 126759"/>
                    <a:gd name="connsiteX153" fmla="*/ 92500 w 126759"/>
                    <a:gd name="connsiteY153" fmla="*/ 7994 h 126759"/>
                    <a:gd name="connsiteX154" fmla="*/ 91358 w 126759"/>
                    <a:gd name="connsiteY154" fmla="*/ 6852 h 126759"/>
                    <a:gd name="connsiteX155" fmla="*/ 90216 w 126759"/>
                    <a:gd name="connsiteY155" fmla="*/ 6852 h 126759"/>
                    <a:gd name="connsiteX156" fmla="*/ 89074 w 126759"/>
                    <a:gd name="connsiteY156" fmla="*/ 5710 h 126759"/>
                    <a:gd name="connsiteX157" fmla="*/ 87932 w 126759"/>
                    <a:gd name="connsiteY157" fmla="*/ 5710 h 126759"/>
                    <a:gd name="connsiteX158" fmla="*/ 86790 w 126759"/>
                    <a:gd name="connsiteY158" fmla="*/ 4568 h 126759"/>
                    <a:gd name="connsiteX159" fmla="*/ 84506 w 126759"/>
                    <a:gd name="connsiteY159" fmla="*/ 4568 h 126759"/>
                    <a:gd name="connsiteX160" fmla="*/ 83364 w 126759"/>
                    <a:gd name="connsiteY160" fmla="*/ 3426 h 126759"/>
                    <a:gd name="connsiteX161" fmla="*/ 81080 w 126759"/>
                    <a:gd name="connsiteY161" fmla="*/ 3426 h 126759"/>
                    <a:gd name="connsiteX162" fmla="*/ 79938 w 126759"/>
                    <a:gd name="connsiteY162" fmla="*/ 2284 h 126759"/>
                    <a:gd name="connsiteX163" fmla="*/ 75370 w 126759"/>
                    <a:gd name="connsiteY163" fmla="*/ 2284 h 126759"/>
                    <a:gd name="connsiteX164" fmla="*/ 74228 w 126759"/>
                    <a:gd name="connsiteY164" fmla="*/ 1142 h 126759"/>
                    <a:gd name="connsiteX165" fmla="*/ 66235 w 126759"/>
                    <a:gd name="connsiteY165" fmla="*/ 1142 h 126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</a:cxnLst>
                  <a:rect l="l" t="t" r="r" b="b"/>
                  <a:pathLst>
                    <a:path w="126759" h="126759">
                      <a:moveTo>
                        <a:pt x="65093" y="0"/>
                      </a:moveTo>
                      <a:lnTo>
                        <a:pt x="62809" y="0"/>
                      </a:lnTo>
                      <a:lnTo>
                        <a:pt x="61667" y="1142"/>
                      </a:lnTo>
                      <a:lnTo>
                        <a:pt x="51389" y="1142"/>
                      </a:lnTo>
                      <a:lnTo>
                        <a:pt x="50247" y="2284"/>
                      </a:lnTo>
                      <a:lnTo>
                        <a:pt x="46821" y="2284"/>
                      </a:lnTo>
                      <a:lnTo>
                        <a:pt x="45679" y="3426"/>
                      </a:lnTo>
                      <a:lnTo>
                        <a:pt x="43395" y="3426"/>
                      </a:lnTo>
                      <a:lnTo>
                        <a:pt x="42253" y="4568"/>
                      </a:lnTo>
                      <a:lnTo>
                        <a:pt x="39969" y="4568"/>
                      </a:lnTo>
                      <a:lnTo>
                        <a:pt x="38827" y="5710"/>
                      </a:lnTo>
                      <a:lnTo>
                        <a:pt x="37685" y="5710"/>
                      </a:lnTo>
                      <a:lnTo>
                        <a:pt x="36543" y="6852"/>
                      </a:lnTo>
                      <a:lnTo>
                        <a:pt x="35401" y="6852"/>
                      </a:lnTo>
                      <a:lnTo>
                        <a:pt x="34259" y="7994"/>
                      </a:lnTo>
                      <a:lnTo>
                        <a:pt x="33117" y="7994"/>
                      </a:lnTo>
                      <a:lnTo>
                        <a:pt x="31975" y="9136"/>
                      </a:lnTo>
                      <a:lnTo>
                        <a:pt x="30833" y="9136"/>
                      </a:lnTo>
                      <a:lnTo>
                        <a:pt x="28549" y="11420"/>
                      </a:lnTo>
                      <a:lnTo>
                        <a:pt x="27407" y="11420"/>
                      </a:lnTo>
                      <a:lnTo>
                        <a:pt x="23982" y="14846"/>
                      </a:lnTo>
                      <a:lnTo>
                        <a:pt x="22840" y="14846"/>
                      </a:lnTo>
                      <a:lnTo>
                        <a:pt x="14846" y="22840"/>
                      </a:lnTo>
                      <a:lnTo>
                        <a:pt x="14846" y="23982"/>
                      </a:lnTo>
                      <a:lnTo>
                        <a:pt x="11420" y="27407"/>
                      </a:lnTo>
                      <a:lnTo>
                        <a:pt x="11420" y="28549"/>
                      </a:lnTo>
                      <a:lnTo>
                        <a:pt x="9136" y="30833"/>
                      </a:lnTo>
                      <a:lnTo>
                        <a:pt x="9136" y="31975"/>
                      </a:lnTo>
                      <a:lnTo>
                        <a:pt x="7994" y="33117"/>
                      </a:lnTo>
                      <a:lnTo>
                        <a:pt x="7994" y="34259"/>
                      </a:lnTo>
                      <a:lnTo>
                        <a:pt x="6852" y="35401"/>
                      </a:lnTo>
                      <a:lnTo>
                        <a:pt x="6852" y="36543"/>
                      </a:lnTo>
                      <a:lnTo>
                        <a:pt x="5710" y="37685"/>
                      </a:lnTo>
                      <a:lnTo>
                        <a:pt x="5710" y="38827"/>
                      </a:lnTo>
                      <a:lnTo>
                        <a:pt x="4568" y="39969"/>
                      </a:lnTo>
                      <a:lnTo>
                        <a:pt x="4568" y="42253"/>
                      </a:lnTo>
                      <a:lnTo>
                        <a:pt x="3426" y="43395"/>
                      </a:lnTo>
                      <a:lnTo>
                        <a:pt x="3426" y="45679"/>
                      </a:lnTo>
                      <a:lnTo>
                        <a:pt x="2284" y="46821"/>
                      </a:lnTo>
                      <a:lnTo>
                        <a:pt x="2284" y="51389"/>
                      </a:lnTo>
                      <a:lnTo>
                        <a:pt x="1142" y="52531"/>
                      </a:lnTo>
                      <a:lnTo>
                        <a:pt x="1142" y="62809"/>
                      </a:lnTo>
                      <a:lnTo>
                        <a:pt x="0" y="63951"/>
                      </a:lnTo>
                      <a:lnTo>
                        <a:pt x="0" y="65093"/>
                      </a:lnTo>
                      <a:lnTo>
                        <a:pt x="1142" y="66235"/>
                      </a:lnTo>
                      <a:lnTo>
                        <a:pt x="1142" y="74228"/>
                      </a:lnTo>
                      <a:lnTo>
                        <a:pt x="2284" y="75370"/>
                      </a:lnTo>
                      <a:lnTo>
                        <a:pt x="2284" y="79938"/>
                      </a:lnTo>
                      <a:lnTo>
                        <a:pt x="3426" y="81080"/>
                      </a:lnTo>
                      <a:lnTo>
                        <a:pt x="3426" y="83364"/>
                      </a:lnTo>
                      <a:lnTo>
                        <a:pt x="4568" y="84506"/>
                      </a:lnTo>
                      <a:lnTo>
                        <a:pt x="4568" y="86790"/>
                      </a:lnTo>
                      <a:lnTo>
                        <a:pt x="5710" y="87932"/>
                      </a:lnTo>
                      <a:lnTo>
                        <a:pt x="5710" y="89074"/>
                      </a:lnTo>
                      <a:lnTo>
                        <a:pt x="6852" y="90216"/>
                      </a:lnTo>
                      <a:lnTo>
                        <a:pt x="6852" y="91358"/>
                      </a:lnTo>
                      <a:lnTo>
                        <a:pt x="7994" y="92500"/>
                      </a:lnTo>
                      <a:lnTo>
                        <a:pt x="7994" y="93642"/>
                      </a:lnTo>
                      <a:lnTo>
                        <a:pt x="9136" y="94784"/>
                      </a:lnTo>
                      <a:lnTo>
                        <a:pt x="9136" y="95926"/>
                      </a:lnTo>
                      <a:lnTo>
                        <a:pt x="11420" y="98210"/>
                      </a:lnTo>
                      <a:lnTo>
                        <a:pt x="11420" y="99352"/>
                      </a:lnTo>
                      <a:lnTo>
                        <a:pt x="14846" y="102778"/>
                      </a:lnTo>
                      <a:lnTo>
                        <a:pt x="14846" y="103920"/>
                      </a:lnTo>
                      <a:lnTo>
                        <a:pt x="22840" y="111914"/>
                      </a:lnTo>
                      <a:lnTo>
                        <a:pt x="23982" y="111914"/>
                      </a:lnTo>
                      <a:lnTo>
                        <a:pt x="27407" y="115340"/>
                      </a:lnTo>
                      <a:lnTo>
                        <a:pt x="28549" y="115340"/>
                      </a:lnTo>
                      <a:lnTo>
                        <a:pt x="29691" y="116482"/>
                      </a:lnTo>
                      <a:lnTo>
                        <a:pt x="30833" y="116482"/>
                      </a:lnTo>
                      <a:lnTo>
                        <a:pt x="33117" y="118766"/>
                      </a:lnTo>
                      <a:lnTo>
                        <a:pt x="34259" y="118766"/>
                      </a:lnTo>
                      <a:lnTo>
                        <a:pt x="35401" y="119908"/>
                      </a:lnTo>
                      <a:lnTo>
                        <a:pt x="36543" y="119908"/>
                      </a:lnTo>
                      <a:lnTo>
                        <a:pt x="37685" y="121050"/>
                      </a:lnTo>
                      <a:lnTo>
                        <a:pt x="38827" y="121050"/>
                      </a:lnTo>
                      <a:lnTo>
                        <a:pt x="39969" y="122191"/>
                      </a:lnTo>
                      <a:lnTo>
                        <a:pt x="42253" y="122191"/>
                      </a:lnTo>
                      <a:lnTo>
                        <a:pt x="43395" y="123333"/>
                      </a:lnTo>
                      <a:lnTo>
                        <a:pt x="45679" y="123333"/>
                      </a:lnTo>
                      <a:lnTo>
                        <a:pt x="46821" y="124475"/>
                      </a:lnTo>
                      <a:lnTo>
                        <a:pt x="51389" y="124475"/>
                      </a:lnTo>
                      <a:lnTo>
                        <a:pt x="52531" y="125617"/>
                      </a:lnTo>
                      <a:lnTo>
                        <a:pt x="61667" y="125617"/>
                      </a:lnTo>
                      <a:lnTo>
                        <a:pt x="62809" y="126759"/>
                      </a:lnTo>
                      <a:lnTo>
                        <a:pt x="63951" y="125617"/>
                      </a:lnTo>
                      <a:lnTo>
                        <a:pt x="74228" y="125617"/>
                      </a:lnTo>
                      <a:lnTo>
                        <a:pt x="75370" y="124475"/>
                      </a:lnTo>
                      <a:lnTo>
                        <a:pt x="78796" y="124475"/>
                      </a:lnTo>
                      <a:lnTo>
                        <a:pt x="79938" y="123333"/>
                      </a:lnTo>
                      <a:lnTo>
                        <a:pt x="83364" y="123333"/>
                      </a:lnTo>
                      <a:lnTo>
                        <a:pt x="84506" y="122191"/>
                      </a:lnTo>
                      <a:lnTo>
                        <a:pt x="85648" y="122191"/>
                      </a:lnTo>
                      <a:lnTo>
                        <a:pt x="86790" y="121050"/>
                      </a:lnTo>
                      <a:lnTo>
                        <a:pt x="89074" y="121050"/>
                      </a:lnTo>
                      <a:lnTo>
                        <a:pt x="90216" y="119908"/>
                      </a:lnTo>
                      <a:lnTo>
                        <a:pt x="91358" y="119908"/>
                      </a:lnTo>
                      <a:lnTo>
                        <a:pt x="92500" y="118766"/>
                      </a:lnTo>
                      <a:lnTo>
                        <a:pt x="93642" y="118766"/>
                      </a:lnTo>
                      <a:lnTo>
                        <a:pt x="95926" y="116482"/>
                      </a:lnTo>
                      <a:lnTo>
                        <a:pt x="97068" y="116482"/>
                      </a:lnTo>
                      <a:lnTo>
                        <a:pt x="98210" y="115340"/>
                      </a:lnTo>
                      <a:lnTo>
                        <a:pt x="99352" y="115340"/>
                      </a:lnTo>
                      <a:lnTo>
                        <a:pt x="102778" y="111914"/>
                      </a:lnTo>
                      <a:lnTo>
                        <a:pt x="103920" y="111914"/>
                      </a:lnTo>
                      <a:lnTo>
                        <a:pt x="111914" y="103920"/>
                      </a:lnTo>
                      <a:lnTo>
                        <a:pt x="111914" y="102778"/>
                      </a:lnTo>
                      <a:lnTo>
                        <a:pt x="115340" y="99352"/>
                      </a:lnTo>
                      <a:lnTo>
                        <a:pt x="115340" y="98210"/>
                      </a:lnTo>
                      <a:lnTo>
                        <a:pt x="116482" y="97068"/>
                      </a:lnTo>
                      <a:lnTo>
                        <a:pt x="116482" y="95926"/>
                      </a:lnTo>
                      <a:lnTo>
                        <a:pt x="118766" y="93642"/>
                      </a:lnTo>
                      <a:lnTo>
                        <a:pt x="118766" y="92500"/>
                      </a:lnTo>
                      <a:lnTo>
                        <a:pt x="119908" y="91358"/>
                      </a:lnTo>
                      <a:lnTo>
                        <a:pt x="119908" y="90216"/>
                      </a:lnTo>
                      <a:lnTo>
                        <a:pt x="121050" y="89074"/>
                      </a:lnTo>
                      <a:lnTo>
                        <a:pt x="121050" y="86790"/>
                      </a:lnTo>
                      <a:lnTo>
                        <a:pt x="122191" y="85648"/>
                      </a:lnTo>
                      <a:lnTo>
                        <a:pt x="122191" y="84506"/>
                      </a:lnTo>
                      <a:lnTo>
                        <a:pt x="123333" y="83364"/>
                      </a:lnTo>
                      <a:lnTo>
                        <a:pt x="123333" y="79938"/>
                      </a:lnTo>
                      <a:lnTo>
                        <a:pt x="124475" y="78796"/>
                      </a:lnTo>
                      <a:lnTo>
                        <a:pt x="124475" y="75370"/>
                      </a:lnTo>
                      <a:lnTo>
                        <a:pt x="125617" y="74228"/>
                      </a:lnTo>
                      <a:lnTo>
                        <a:pt x="125617" y="63951"/>
                      </a:lnTo>
                      <a:lnTo>
                        <a:pt x="126759" y="62809"/>
                      </a:lnTo>
                      <a:lnTo>
                        <a:pt x="125617" y="61667"/>
                      </a:lnTo>
                      <a:lnTo>
                        <a:pt x="125617" y="52531"/>
                      </a:lnTo>
                      <a:lnTo>
                        <a:pt x="124475" y="51389"/>
                      </a:lnTo>
                      <a:lnTo>
                        <a:pt x="124475" y="46821"/>
                      </a:lnTo>
                      <a:lnTo>
                        <a:pt x="123333" y="45679"/>
                      </a:lnTo>
                      <a:lnTo>
                        <a:pt x="123333" y="43395"/>
                      </a:lnTo>
                      <a:lnTo>
                        <a:pt x="122191" y="42253"/>
                      </a:lnTo>
                      <a:lnTo>
                        <a:pt x="122191" y="39969"/>
                      </a:lnTo>
                      <a:lnTo>
                        <a:pt x="121050" y="38827"/>
                      </a:lnTo>
                      <a:lnTo>
                        <a:pt x="121050" y="37685"/>
                      </a:lnTo>
                      <a:lnTo>
                        <a:pt x="119908" y="36543"/>
                      </a:lnTo>
                      <a:lnTo>
                        <a:pt x="119908" y="35401"/>
                      </a:lnTo>
                      <a:lnTo>
                        <a:pt x="118766" y="34259"/>
                      </a:lnTo>
                      <a:lnTo>
                        <a:pt x="118766" y="33117"/>
                      </a:lnTo>
                      <a:lnTo>
                        <a:pt x="117624" y="31975"/>
                      </a:lnTo>
                      <a:lnTo>
                        <a:pt x="117624" y="30833"/>
                      </a:lnTo>
                      <a:lnTo>
                        <a:pt x="115340" y="28549"/>
                      </a:lnTo>
                      <a:lnTo>
                        <a:pt x="115340" y="27407"/>
                      </a:lnTo>
                      <a:lnTo>
                        <a:pt x="111914" y="23982"/>
                      </a:lnTo>
                      <a:lnTo>
                        <a:pt x="111914" y="22840"/>
                      </a:lnTo>
                      <a:lnTo>
                        <a:pt x="103920" y="14846"/>
                      </a:lnTo>
                      <a:lnTo>
                        <a:pt x="102778" y="14846"/>
                      </a:lnTo>
                      <a:lnTo>
                        <a:pt x="99352" y="11420"/>
                      </a:lnTo>
                      <a:lnTo>
                        <a:pt x="98210" y="11420"/>
                      </a:lnTo>
                      <a:lnTo>
                        <a:pt x="95926" y="9136"/>
                      </a:lnTo>
                      <a:lnTo>
                        <a:pt x="94784" y="9136"/>
                      </a:lnTo>
                      <a:lnTo>
                        <a:pt x="93642" y="7994"/>
                      </a:lnTo>
                      <a:lnTo>
                        <a:pt x="92500" y="7994"/>
                      </a:lnTo>
                      <a:lnTo>
                        <a:pt x="91358" y="6852"/>
                      </a:lnTo>
                      <a:lnTo>
                        <a:pt x="90216" y="6852"/>
                      </a:lnTo>
                      <a:lnTo>
                        <a:pt x="89074" y="5710"/>
                      </a:lnTo>
                      <a:lnTo>
                        <a:pt x="87932" y="5710"/>
                      </a:lnTo>
                      <a:lnTo>
                        <a:pt x="86790" y="4568"/>
                      </a:lnTo>
                      <a:lnTo>
                        <a:pt x="84506" y="4568"/>
                      </a:lnTo>
                      <a:lnTo>
                        <a:pt x="83364" y="3426"/>
                      </a:lnTo>
                      <a:lnTo>
                        <a:pt x="81080" y="3426"/>
                      </a:lnTo>
                      <a:lnTo>
                        <a:pt x="79938" y="2284"/>
                      </a:lnTo>
                      <a:lnTo>
                        <a:pt x="75370" y="2284"/>
                      </a:lnTo>
                      <a:lnTo>
                        <a:pt x="74228" y="1142"/>
                      </a:lnTo>
                      <a:lnTo>
                        <a:pt x="66235" y="1142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7" name="任意形状 7076">
                  <a:extLst>
                    <a:ext uri="{FF2B5EF4-FFF2-40B4-BE49-F238E27FC236}">
                      <a16:creationId xmlns:a16="http://schemas.microsoft.com/office/drawing/2014/main" id="{1890D67B-37C3-89D7-9AB6-5C42B8753823}"/>
                    </a:ext>
                  </a:extLst>
                </p:cNvPr>
                <p:cNvSpPr/>
                <p:nvPr/>
              </p:nvSpPr>
              <p:spPr>
                <a:xfrm>
                  <a:off x="5543499" y="5088484"/>
                  <a:ext cx="145031" cy="145031"/>
                </a:xfrm>
                <a:custGeom>
                  <a:avLst/>
                  <a:gdLst>
                    <a:gd name="connsiteX0" fmla="*/ 0 w 145031"/>
                    <a:gd name="connsiteY0" fmla="*/ 0 h 145031"/>
                    <a:gd name="connsiteX1" fmla="*/ 0 w 145031"/>
                    <a:gd name="connsiteY1" fmla="*/ 145031 h 145031"/>
                    <a:gd name="connsiteX2" fmla="*/ 145031 w 145031"/>
                    <a:gd name="connsiteY2" fmla="*/ 145031 h 145031"/>
                    <a:gd name="connsiteX3" fmla="*/ 145031 w 145031"/>
                    <a:gd name="connsiteY3" fmla="*/ 87932 h 145031"/>
                    <a:gd name="connsiteX4" fmla="*/ 116482 w 145031"/>
                    <a:gd name="connsiteY4" fmla="*/ 116482 h 145031"/>
                    <a:gd name="connsiteX5" fmla="*/ 115340 w 145031"/>
                    <a:gd name="connsiteY5" fmla="*/ 116482 h 145031"/>
                    <a:gd name="connsiteX6" fmla="*/ 101636 w 145031"/>
                    <a:gd name="connsiteY6" fmla="*/ 102778 h 145031"/>
                    <a:gd name="connsiteX7" fmla="*/ 101636 w 145031"/>
                    <a:gd name="connsiteY7" fmla="*/ 101636 h 145031"/>
                    <a:gd name="connsiteX8" fmla="*/ 130185 w 145031"/>
                    <a:gd name="connsiteY8" fmla="*/ 73087 h 145031"/>
                    <a:gd name="connsiteX9" fmla="*/ 130185 w 145031"/>
                    <a:gd name="connsiteY9" fmla="*/ 71945 h 145031"/>
                    <a:gd name="connsiteX10" fmla="*/ 101636 w 145031"/>
                    <a:gd name="connsiteY10" fmla="*/ 43395 h 145031"/>
                    <a:gd name="connsiteX11" fmla="*/ 101636 w 145031"/>
                    <a:gd name="connsiteY11" fmla="*/ 42253 h 145031"/>
                    <a:gd name="connsiteX12" fmla="*/ 115340 w 145031"/>
                    <a:gd name="connsiteY12" fmla="*/ 28549 h 145031"/>
                    <a:gd name="connsiteX13" fmla="*/ 116482 w 145031"/>
                    <a:gd name="connsiteY13" fmla="*/ 28549 h 145031"/>
                    <a:gd name="connsiteX14" fmla="*/ 145031 w 145031"/>
                    <a:gd name="connsiteY14" fmla="*/ 57099 h 145031"/>
                    <a:gd name="connsiteX15" fmla="*/ 145031 w 145031"/>
                    <a:gd name="connsiteY15" fmla="*/ 0 h 145031"/>
                    <a:gd name="connsiteX16" fmla="*/ 46821 w 145031"/>
                    <a:gd name="connsiteY16" fmla="*/ 28549 h 145031"/>
                    <a:gd name="connsiteX17" fmla="*/ 9136 w 145031"/>
                    <a:gd name="connsiteY17" fmla="*/ 66235 h 145031"/>
                    <a:gd name="connsiteX18" fmla="*/ 9136 w 145031"/>
                    <a:gd name="connsiteY18" fmla="*/ 67377 h 145031"/>
                    <a:gd name="connsiteX19" fmla="*/ 7994 w 145031"/>
                    <a:gd name="connsiteY19" fmla="*/ 68519 h 145031"/>
                    <a:gd name="connsiteX20" fmla="*/ 7994 w 145031"/>
                    <a:gd name="connsiteY20" fmla="*/ 76512 h 145031"/>
                    <a:gd name="connsiteX21" fmla="*/ 9136 w 145031"/>
                    <a:gd name="connsiteY21" fmla="*/ 77654 h 145031"/>
                    <a:gd name="connsiteX22" fmla="*/ 9136 w 145031"/>
                    <a:gd name="connsiteY22" fmla="*/ 78796 h 145031"/>
                    <a:gd name="connsiteX23" fmla="*/ 46821 w 145031"/>
                    <a:gd name="connsiteY23" fmla="*/ 116482 h 145031"/>
                    <a:gd name="connsiteX24" fmla="*/ 47963 w 145031"/>
                    <a:gd name="connsiteY24" fmla="*/ 116482 h 145031"/>
                    <a:gd name="connsiteX25" fmla="*/ 61667 w 145031"/>
                    <a:gd name="connsiteY25" fmla="*/ 102778 h 145031"/>
                    <a:gd name="connsiteX26" fmla="*/ 61667 w 145031"/>
                    <a:gd name="connsiteY26" fmla="*/ 101636 h 145031"/>
                    <a:gd name="connsiteX27" fmla="*/ 33117 w 145031"/>
                    <a:gd name="connsiteY27" fmla="*/ 73087 h 145031"/>
                    <a:gd name="connsiteX28" fmla="*/ 33117 w 145031"/>
                    <a:gd name="connsiteY28" fmla="*/ 71945 h 145031"/>
                    <a:gd name="connsiteX29" fmla="*/ 61667 w 145031"/>
                    <a:gd name="connsiteY29" fmla="*/ 43395 h 145031"/>
                    <a:gd name="connsiteX30" fmla="*/ 61667 w 145031"/>
                    <a:gd name="connsiteY30" fmla="*/ 42253 h 145031"/>
                    <a:gd name="connsiteX31" fmla="*/ 47963 w 145031"/>
                    <a:gd name="connsiteY31" fmla="*/ 28549 h 145031"/>
                    <a:gd name="connsiteX32" fmla="*/ 89074 w 145031"/>
                    <a:gd name="connsiteY32" fmla="*/ 15988 h 145031"/>
                    <a:gd name="connsiteX33" fmla="*/ 82222 w 145031"/>
                    <a:gd name="connsiteY33" fmla="*/ 15988 h 145031"/>
                    <a:gd name="connsiteX34" fmla="*/ 79938 w 145031"/>
                    <a:gd name="connsiteY34" fmla="*/ 18272 h 145031"/>
                    <a:gd name="connsiteX35" fmla="*/ 79938 w 145031"/>
                    <a:gd name="connsiteY35" fmla="*/ 23982 h 145031"/>
                    <a:gd name="connsiteX36" fmla="*/ 78796 w 145031"/>
                    <a:gd name="connsiteY36" fmla="*/ 25123 h 145031"/>
                    <a:gd name="connsiteX37" fmla="*/ 78796 w 145031"/>
                    <a:gd name="connsiteY37" fmla="*/ 30833 h 145031"/>
                    <a:gd name="connsiteX38" fmla="*/ 77654 w 145031"/>
                    <a:gd name="connsiteY38" fmla="*/ 31975 h 145031"/>
                    <a:gd name="connsiteX39" fmla="*/ 77654 w 145031"/>
                    <a:gd name="connsiteY39" fmla="*/ 37685 h 145031"/>
                    <a:gd name="connsiteX40" fmla="*/ 76512 w 145031"/>
                    <a:gd name="connsiteY40" fmla="*/ 38827 h 145031"/>
                    <a:gd name="connsiteX41" fmla="*/ 76512 w 145031"/>
                    <a:gd name="connsiteY41" fmla="*/ 44537 h 145031"/>
                    <a:gd name="connsiteX42" fmla="*/ 75370 w 145031"/>
                    <a:gd name="connsiteY42" fmla="*/ 45679 h 145031"/>
                    <a:gd name="connsiteX43" fmla="*/ 75370 w 145031"/>
                    <a:gd name="connsiteY43" fmla="*/ 51389 h 145031"/>
                    <a:gd name="connsiteX44" fmla="*/ 74228 w 145031"/>
                    <a:gd name="connsiteY44" fmla="*/ 52531 h 145031"/>
                    <a:gd name="connsiteX45" fmla="*/ 74228 w 145031"/>
                    <a:gd name="connsiteY45" fmla="*/ 58241 h 145031"/>
                    <a:gd name="connsiteX46" fmla="*/ 73087 w 145031"/>
                    <a:gd name="connsiteY46" fmla="*/ 59383 h 145031"/>
                    <a:gd name="connsiteX47" fmla="*/ 73087 w 145031"/>
                    <a:gd name="connsiteY47" fmla="*/ 65093 h 145031"/>
                    <a:gd name="connsiteX48" fmla="*/ 71945 w 145031"/>
                    <a:gd name="connsiteY48" fmla="*/ 66235 h 145031"/>
                    <a:gd name="connsiteX49" fmla="*/ 71945 w 145031"/>
                    <a:gd name="connsiteY49" fmla="*/ 71945 h 145031"/>
                    <a:gd name="connsiteX50" fmla="*/ 70803 w 145031"/>
                    <a:gd name="connsiteY50" fmla="*/ 73087 h 145031"/>
                    <a:gd name="connsiteX51" fmla="*/ 70803 w 145031"/>
                    <a:gd name="connsiteY51" fmla="*/ 78796 h 145031"/>
                    <a:gd name="connsiteX52" fmla="*/ 69661 w 145031"/>
                    <a:gd name="connsiteY52" fmla="*/ 79938 h 145031"/>
                    <a:gd name="connsiteX53" fmla="*/ 69661 w 145031"/>
                    <a:gd name="connsiteY53" fmla="*/ 85648 h 145031"/>
                    <a:gd name="connsiteX54" fmla="*/ 68519 w 145031"/>
                    <a:gd name="connsiteY54" fmla="*/ 86790 h 145031"/>
                    <a:gd name="connsiteX55" fmla="*/ 68519 w 145031"/>
                    <a:gd name="connsiteY55" fmla="*/ 92500 h 145031"/>
                    <a:gd name="connsiteX56" fmla="*/ 67377 w 145031"/>
                    <a:gd name="connsiteY56" fmla="*/ 93642 h 145031"/>
                    <a:gd name="connsiteX57" fmla="*/ 67377 w 145031"/>
                    <a:gd name="connsiteY57" fmla="*/ 99352 h 145031"/>
                    <a:gd name="connsiteX58" fmla="*/ 66235 w 145031"/>
                    <a:gd name="connsiteY58" fmla="*/ 100494 h 145031"/>
                    <a:gd name="connsiteX59" fmla="*/ 66235 w 145031"/>
                    <a:gd name="connsiteY59" fmla="*/ 106204 h 145031"/>
                    <a:gd name="connsiteX60" fmla="*/ 65093 w 145031"/>
                    <a:gd name="connsiteY60" fmla="*/ 107346 h 145031"/>
                    <a:gd name="connsiteX61" fmla="*/ 65093 w 145031"/>
                    <a:gd name="connsiteY61" fmla="*/ 113056 h 145031"/>
                    <a:gd name="connsiteX62" fmla="*/ 63951 w 145031"/>
                    <a:gd name="connsiteY62" fmla="*/ 114198 h 145031"/>
                    <a:gd name="connsiteX63" fmla="*/ 63951 w 145031"/>
                    <a:gd name="connsiteY63" fmla="*/ 119908 h 145031"/>
                    <a:gd name="connsiteX64" fmla="*/ 62809 w 145031"/>
                    <a:gd name="connsiteY64" fmla="*/ 121050 h 145031"/>
                    <a:gd name="connsiteX65" fmla="*/ 62809 w 145031"/>
                    <a:gd name="connsiteY65" fmla="*/ 125617 h 145031"/>
                    <a:gd name="connsiteX66" fmla="*/ 65093 w 145031"/>
                    <a:gd name="connsiteY66" fmla="*/ 127901 h 145031"/>
                    <a:gd name="connsiteX67" fmla="*/ 70803 w 145031"/>
                    <a:gd name="connsiteY67" fmla="*/ 127901 h 145031"/>
                    <a:gd name="connsiteX68" fmla="*/ 71945 w 145031"/>
                    <a:gd name="connsiteY68" fmla="*/ 129043 h 145031"/>
                    <a:gd name="connsiteX69" fmla="*/ 77654 w 145031"/>
                    <a:gd name="connsiteY69" fmla="*/ 129043 h 145031"/>
                    <a:gd name="connsiteX70" fmla="*/ 78796 w 145031"/>
                    <a:gd name="connsiteY70" fmla="*/ 130185 h 145031"/>
                    <a:gd name="connsiteX71" fmla="*/ 81080 w 145031"/>
                    <a:gd name="connsiteY71" fmla="*/ 130185 h 145031"/>
                    <a:gd name="connsiteX72" fmla="*/ 83364 w 145031"/>
                    <a:gd name="connsiteY72" fmla="*/ 127901 h 145031"/>
                    <a:gd name="connsiteX73" fmla="*/ 83364 w 145031"/>
                    <a:gd name="connsiteY73" fmla="*/ 122191 h 145031"/>
                    <a:gd name="connsiteX74" fmla="*/ 84506 w 145031"/>
                    <a:gd name="connsiteY74" fmla="*/ 121050 h 145031"/>
                    <a:gd name="connsiteX75" fmla="*/ 84506 w 145031"/>
                    <a:gd name="connsiteY75" fmla="*/ 115340 h 145031"/>
                    <a:gd name="connsiteX76" fmla="*/ 85648 w 145031"/>
                    <a:gd name="connsiteY76" fmla="*/ 114198 h 145031"/>
                    <a:gd name="connsiteX77" fmla="*/ 85648 w 145031"/>
                    <a:gd name="connsiteY77" fmla="*/ 108488 h 145031"/>
                    <a:gd name="connsiteX78" fmla="*/ 86790 w 145031"/>
                    <a:gd name="connsiteY78" fmla="*/ 107346 h 145031"/>
                    <a:gd name="connsiteX79" fmla="*/ 86790 w 145031"/>
                    <a:gd name="connsiteY79" fmla="*/ 101636 h 145031"/>
                    <a:gd name="connsiteX80" fmla="*/ 87932 w 145031"/>
                    <a:gd name="connsiteY80" fmla="*/ 100494 h 145031"/>
                    <a:gd name="connsiteX81" fmla="*/ 87932 w 145031"/>
                    <a:gd name="connsiteY81" fmla="*/ 94784 h 145031"/>
                    <a:gd name="connsiteX82" fmla="*/ 89074 w 145031"/>
                    <a:gd name="connsiteY82" fmla="*/ 93642 h 145031"/>
                    <a:gd name="connsiteX83" fmla="*/ 89074 w 145031"/>
                    <a:gd name="connsiteY83" fmla="*/ 87932 h 145031"/>
                    <a:gd name="connsiteX84" fmla="*/ 90216 w 145031"/>
                    <a:gd name="connsiteY84" fmla="*/ 86790 h 145031"/>
                    <a:gd name="connsiteX85" fmla="*/ 90216 w 145031"/>
                    <a:gd name="connsiteY85" fmla="*/ 81080 h 145031"/>
                    <a:gd name="connsiteX86" fmla="*/ 91358 w 145031"/>
                    <a:gd name="connsiteY86" fmla="*/ 79938 h 145031"/>
                    <a:gd name="connsiteX87" fmla="*/ 91358 w 145031"/>
                    <a:gd name="connsiteY87" fmla="*/ 74228 h 145031"/>
                    <a:gd name="connsiteX88" fmla="*/ 92500 w 145031"/>
                    <a:gd name="connsiteY88" fmla="*/ 73087 h 145031"/>
                    <a:gd name="connsiteX89" fmla="*/ 92500 w 145031"/>
                    <a:gd name="connsiteY89" fmla="*/ 67377 h 145031"/>
                    <a:gd name="connsiteX90" fmla="*/ 93642 w 145031"/>
                    <a:gd name="connsiteY90" fmla="*/ 66235 h 145031"/>
                    <a:gd name="connsiteX91" fmla="*/ 93642 w 145031"/>
                    <a:gd name="connsiteY91" fmla="*/ 60525 h 145031"/>
                    <a:gd name="connsiteX92" fmla="*/ 94784 w 145031"/>
                    <a:gd name="connsiteY92" fmla="*/ 59383 h 145031"/>
                    <a:gd name="connsiteX93" fmla="*/ 94784 w 145031"/>
                    <a:gd name="connsiteY93" fmla="*/ 53673 h 145031"/>
                    <a:gd name="connsiteX94" fmla="*/ 95926 w 145031"/>
                    <a:gd name="connsiteY94" fmla="*/ 52531 h 145031"/>
                    <a:gd name="connsiteX95" fmla="*/ 95926 w 145031"/>
                    <a:gd name="connsiteY95" fmla="*/ 46821 h 145031"/>
                    <a:gd name="connsiteX96" fmla="*/ 97068 w 145031"/>
                    <a:gd name="connsiteY96" fmla="*/ 45679 h 145031"/>
                    <a:gd name="connsiteX97" fmla="*/ 97068 w 145031"/>
                    <a:gd name="connsiteY97" fmla="*/ 39969 h 145031"/>
                    <a:gd name="connsiteX98" fmla="*/ 98210 w 145031"/>
                    <a:gd name="connsiteY98" fmla="*/ 38827 h 145031"/>
                    <a:gd name="connsiteX99" fmla="*/ 98210 w 145031"/>
                    <a:gd name="connsiteY99" fmla="*/ 33117 h 145031"/>
                    <a:gd name="connsiteX100" fmla="*/ 99352 w 145031"/>
                    <a:gd name="connsiteY100" fmla="*/ 31975 h 145031"/>
                    <a:gd name="connsiteX101" fmla="*/ 99352 w 145031"/>
                    <a:gd name="connsiteY101" fmla="*/ 26265 h 145031"/>
                    <a:gd name="connsiteX102" fmla="*/ 100494 w 145031"/>
                    <a:gd name="connsiteY102" fmla="*/ 25123 h 145031"/>
                    <a:gd name="connsiteX103" fmla="*/ 100494 w 145031"/>
                    <a:gd name="connsiteY103" fmla="*/ 20556 h 145031"/>
                    <a:gd name="connsiteX104" fmla="*/ 98210 w 145031"/>
                    <a:gd name="connsiteY104" fmla="*/ 18272 h 145031"/>
                    <a:gd name="connsiteX105" fmla="*/ 97068 w 145031"/>
                    <a:gd name="connsiteY105" fmla="*/ 18272 h 145031"/>
                    <a:gd name="connsiteX106" fmla="*/ 95926 w 145031"/>
                    <a:gd name="connsiteY106" fmla="*/ 17130 h 145031"/>
                    <a:gd name="connsiteX107" fmla="*/ 90216 w 145031"/>
                    <a:gd name="connsiteY107" fmla="*/ 1713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</a:cxnLst>
                  <a:rect l="l" t="t" r="r" b="b"/>
                  <a:pathLst>
                    <a:path w="145031" h="145031">
                      <a:moveTo>
                        <a:pt x="0" y="0"/>
                      </a:moveTo>
                      <a:lnTo>
                        <a:pt x="0" y="145031"/>
                      </a:lnTo>
                      <a:lnTo>
                        <a:pt x="145031" y="145031"/>
                      </a:lnTo>
                      <a:lnTo>
                        <a:pt x="145031" y="87932"/>
                      </a:lnTo>
                      <a:lnTo>
                        <a:pt x="116482" y="116482"/>
                      </a:lnTo>
                      <a:lnTo>
                        <a:pt x="115340" y="116482"/>
                      </a:lnTo>
                      <a:lnTo>
                        <a:pt x="101636" y="102778"/>
                      </a:lnTo>
                      <a:lnTo>
                        <a:pt x="101636" y="101636"/>
                      </a:lnTo>
                      <a:lnTo>
                        <a:pt x="130185" y="73087"/>
                      </a:lnTo>
                      <a:lnTo>
                        <a:pt x="130185" y="71945"/>
                      </a:lnTo>
                      <a:lnTo>
                        <a:pt x="101636" y="43395"/>
                      </a:lnTo>
                      <a:lnTo>
                        <a:pt x="101636" y="42253"/>
                      </a:lnTo>
                      <a:lnTo>
                        <a:pt x="115340" y="28549"/>
                      </a:lnTo>
                      <a:lnTo>
                        <a:pt x="116482" y="28549"/>
                      </a:lnTo>
                      <a:lnTo>
                        <a:pt x="145031" y="57099"/>
                      </a:lnTo>
                      <a:lnTo>
                        <a:pt x="145031" y="0"/>
                      </a:lnTo>
                      <a:close/>
                      <a:moveTo>
                        <a:pt x="46821" y="28549"/>
                      </a:moveTo>
                      <a:lnTo>
                        <a:pt x="9136" y="66235"/>
                      </a:lnTo>
                      <a:lnTo>
                        <a:pt x="9136" y="67377"/>
                      </a:lnTo>
                      <a:lnTo>
                        <a:pt x="7994" y="68519"/>
                      </a:lnTo>
                      <a:lnTo>
                        <a:pt x="7994" y="76512"/>
                      </a:lnTo>
                      <a:lnTo>
                        <a:pt x="9136" y="77654"/>
                      </a:lnTo>
                      <a:lnTo>
                        <a:pt x="9136" y="78796"/>
                      </a:lnTo>
                      <a:lnTo>
                        <a:pt x="46821" y="116482"/>
                      </a:lnTo>
                      <a:lnTo>
                        <a:pt x="47963" y="116482"/>
                      </a:lnTo>
                      <a:lnTo>
                        <a:pt x="61667" y="102778"/>
                      </a:lnTo>
                      <a:lnTo>
                        <a:pt x="61667" y="101636"/>
                      </a:lnTo>
                      <a:lnTo>
                        <a:pt x="33117" y="73087"/>
                      </a:lnTo>
                      <a:lnTo>
                        <a:pt x="33117" y="71945"/>
                      </a:lnTo>
                      <a:lnTo>
                        <a:pt x="61667" y="43395"/>
                      </a:lnTo>
                      <a:lnTo>
                        <a:pt x="61667" y="42253"/>
                      </a:lnTo>
                      <a:lnTo>
                        <a:pt x="47963" y="28549"/>
                      </a:lnTo>
                      <a:close/>
                      <a:moveTo>
                        <a:pt x="89074" y="15988"/>
                      </a:moveTo>
                      <a:lnTo>
                        <a:pt x="82222" y="15988"/>
                      </a:lnTo>
                      <a:lnTo>
                        <a:pt x="79938" y="18272"/>
                      </a:lnTo>
                      <a:lnTo>
                        <a:pt x="79938" y="23982"/>
                      </a:lnTo>
                      <a:lnTo>
                        <a:pt x="78796" y="25123"/>
                      </a:lnTo>
                      <a:lnTo>
                        <a:pt x="78796" y="30833"/>
                      </a:lnTo>
                      <a:lnTo>
                        <a:pt x="77654" y="31975"/>
                      </a:lnTo>
                      <a:lnTo>
                        <a:pt x="77654" y="37685"/>
                      </a:lnTo>
                      <a:lnTo>
                        <a:pt x="76512" y="38827"/>
                      </a:lnTo>
                      <a:lnTo>
                        <a:pt x="76512" y="44537"/>
                      </a:lnTo>
                      <a:lnTo>
                        <a:pt x="75370" y="45679"/>
                      </a:lnTo>
                      <a:lnTo>
                        <a:pt x="75370" y="51389"/>
                      </a:lnTo>
                      <a:lnTo>
                        <a:pt x="74228" y="52531"/>
                      </a:lnTo>
                      <a:lnTo>
                        <a:pt x="74228" y="58241"/>
                      </a:lnTo>
                      <a:lnTo>
                        <a:pt x="73087" y="59383"/>
                      </a:lnTo>
                      <a:lnTo>
                        <a:pt x="73087" y="65093"/>
                      </a:lnTo>
                      <a:lnTo>
                        <a:pt x="71945" y="66235"/>
                      </a:lnTo>
                      <a:lnTo>
                        <a:pt x="71945" y="71945"/>
                      </a:lnTo>
                      <a:lnTo>
                        <a:pt x="70803" y="73087"/>
                      </a:lnTo>
                      <a:lnTo>
                        <a:pt x="70803" y="78796"/>
                      </a:lnTo>
                      <a:lnTo>
                        <a:pt x="69661" y="79938"/>
                      </a:lnTo>
                      <a:lnTo>
                        <a:pt x="69661" y="85648"/>
                      </a:lnTo>
                      <a:lnTo>
                        <a:pt x="68519" y="86790"/>
                      </a:lnTo>
                      <a:lnTo>
                        <a:pt x="68519" y="92500"/>
                      </a:lnTo>
                      <a:lnTo>
                        <a:pt x="67377" y="93642"/>
                      </a:lnTo>
                      <a:lnTo>
                        <a:pt x="67377" y="99352"/>
                      </a:lnTo>
                      <a:lnTo>
                        <a:pt x="66235" y="100494"/>
                      </a:lnTo>
                      <a:lnTo>
                        <a:pt x="66235" y="106204"/>
                      </a:lnTo>
                      <a:lnTo>
                        <a:pt x="65093" y="107346"/>
                      </a:lnTo>
                      <a:lnTo>
                        <a:pt x="65093" y="113056"/>
                      </a:lnTo>
                      <a:lnTo>
                        <a:pt x="63951" y="114198"/>
                      </a:lnTo>
                      <a:lnTo>
                        <a:pt x="63951" y="119908"/>
                      </a:lnTo>
                      <a:lnTo>
                        <a:pt x="62809" y="121050"/>
                      </a:lnTo>
                      <a:lnTo>
                        <a:pt x="62809" y="125617"/>
                      </a:lnTo>
                      <a:lnTo>
                        <a:pt x="65093" y="127901"/>
                      </a:lnTo>
                      <a:lnTo>
                        <a:pt x="70803" y="127901"/>
                      </a:lnTo>
                      <a:lnTo>
                        <a:pt x="71945" y="129043"/>
                      </a:lnTo>
                      <a:lnTo>
                        <a:pt x="77654" y="129043"/>
                      </a:lnTo>
                      <a:lnTo>
                        <a:pt x="78796" y="130185"/>
                      </a:lnTo>
                      <a:lnTo>
                        <a:pt x="81080" y="130185"/>
                      </a:lnTo>
                      <a:lnTo>
                        <a:pt x="83364" y="127901"/>
                      </a:lnTo>
                      <a:lnTo>
                        <a:pt x="83364" y="122191"/>
                      </a:lnTo>
                      <a:lnTo>
                        <a:pt x="84506" y="121050"/>
                      </a:lnTo>
                      <a:lnTo>
                        <a:pt x="84506" y="115340"/>
                      </a:lnTo>
                      <a:lnTo>
                        <a:pt x="85648" y="114198"/>
                      </a:lnTo>
                      <a:lnTo>
                        <a:pt x="85648" y="108488"/>
                      </a:lnTo>
                      <a:lnTo>
                        <a:pt x="86790" y="107346"/>
                      </a:lnTo>
                      <a:lnTo>
                        <a:pt x="86790" y="101636"/>
                      </a:lnTo>
                      <a:lnTo>
                        <a:pt x="87932" y="100494"/>
                      </a:lnTo>
                      <a:lnTo>
                        <a:pt x="87932" y="94784"/>
                      </a:lnTo>
                      <a:lnTo>
                        <a:pt x="89074" y="93642"/>
                      </a:lnTo>
                      <a:lnTo>
                        <a:pt x="89074" y="87932"/>
                      </a:lnTo>
                      <a:lnTo>
                        <a:pt x="90216" y="86790"/>
                      </a:lnTo>
                      <a:lnTo>
                        <a:pt x="90216" y="81080"/>
                      </a:lnTo>
                      <a:lnTo>
                        <a:pt x="91358" y="79938"/>
                      </a:lnTo>
                      <a:lnTo>
                        <a:pt x="91358" y="74228"/>
                      </a:lnTo>
                      <a:lnTo>
                        <a:pt x="92500" y="73087"/>
                      </a:lnTo>
                      <a:lnTo>
                        <a:pt x="92500" y="67377"/>
                      </a:lnTo>
                      <a:lnTo>
                        <a:pt x="93642" y="66235"/>
                      </a:lnTo>
                      <a:lnTo>
                        <a:pt x="93642" y="60525"/>
                      </a:lnTo>
                      <a:lnTo>
                        <a:pt x="94784" y="59383"/>
                      </a:lnTo>
                      <a:lnTo>
                        <a:pt x="94784" y="53673"/>
                      </a:lnTo>
                      <a:lnTo>
                        <a:pt x="95926" y="52531"/>
                      </a:lnTo>
                      <a:lnTo>
                        <a:pt x="95926" y="46821"/>
                      </a:lnTo>
                      <a:lnTo>
                        <a:pt x="97068" y="45679"/>
                      </a:lnTo>
                      <a:lnTo>
                        <a:pt x="97068" y="39969"/>
                      </a:lnTo>
                      <a:lnTo>
                        <a:pt x="98210" y="38827"/>
                      </a:lnTo>
                      <a:lnTo>
                        <a:pt x="98210" y="33117"/>
                      </a:lnTo>
                      <a:lnTo>
                        <a:pt x="99352" y="31975"/>
                      </a:lnTo>
                      <a:lnTo>
                        <a:pt x="99352" y="26265"/>
                      </a:lnTo>
                      <a:lnTo>
                        <a:pt x="100494" y="25123"/>
                      </a:lnTo>
                      <a:lnTo>
                        <a:pt x="100494" y="20556"/>
                      </a:lnTo>
                      <a:lnTo>
                        <a:pt x="98210" y="18272"/>
                      </a:lnTo>
                      <a:lnTo>
                        <a:pt x="97068" y="18272"/>
                      </a:lnTo>
                      <a:lnTo>
                        <a:pt x="95926" y="17130"/>
                      </a:lnTo>
                      <a:lnTo>
                        <a:pt x="90216" y="17130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8" name="任意形状 7077">
                  <a:extLst>
                    <a:ext uri="{FF2B5EF4-FFF2-40B4-BE49-F238E27FC236}">
                      <a16:creationId xmlns:a16="http://schemas.microsoft.com/office/drawing/2014/main" id="{22CDB3D9-6720-FB39-E890-1BA17074CB69}"/>
                    </a:ext>
                  </a:extLst>
                </p:cNvPr>
                <p:cNvSpPr/>
                <p:nvPr/>
              </p:nvSpPr>
              <p:spPr>
                <a:xfrm>
                  <a:off x="5753623" y="5289472"/>
                  <a:ext cx="135895" cy="272932"/>
                </a:xfrm>
                <a:custGeom>
                  <a:avLst/>
                  <a:gdLst>
                    <a:gd name="connsiteX0" fmla="*/ 0 w 135895"/>
                    <a:gd name="connsiteY0" fmla="*/ 0 h 272932"/>
                    <a:gd name="connsiteX1" fmla="*/ 0 w 135895"/>
                    <a:gd name="connsiteY1" fmla="*/ 44537 h 272932"/>
                    <a:gd name="connsiteX2" fmla="*/ 12562 w 135895"/>
                    <a:gd name="connsiteY2" fmla="*/ 44537 h 272932"/>
                    <a:gd name="connsiteX3" fmla="*/ 13704 w 135895"/>
                    <a:gd name="connsiteY3" fmla="*/ 45679 h 272932"/>
                    <a:gd name="connsiteX4" fmla="*/ 18272 w 135895"/>
                    <a:gd name="connsiteY4" fmla="*/ 45679 h 272932"/>
                    <a:gd name="connsiteX5" fmla="*/ 19414 w 135895"/>
                    <a:gd name="connsiteY5" fmla="*/ 46821 h 272932"/>
                    <a:gd name="connsiteX6" fmla="*/ 22840 w 135895"/>
                    <a:gd name="connsiteY6" fmla="*/ 46821 h 272932"/>
                    <a:gd name="connsiteX7" fmla="*/ 23982 w 135895"/>
                    <a:gd name="connsiteY7" fmla="*/ 47963 h 272932"/>
                    <a:gd name="connsiteX8" fmla="*/ 27407 w 135895"/>
                    <a:gd name="connsiteY8" fmla="*/ 47963 h 272932"/>
                    <a:gd name="connsiteX9" fmla="*/ 28549 w 135895"/>
                    <a:gd name="connsiteY9" fmla="*/ 49105 h 272932"/>
                    <a:gd name="connsiteX10" fmla="*/ 30833 w 135895"/>
                    <a:gd name="connsiteY10" fmla="*/ 49105 h 272932"/>
                    <a:gd name="connsiteX11" fmla="*/ 36543 w 135895"/>
                    <a:gd name="connsiteY11" fmla="*/ 52531 h 272932"/>
                    <a:gd name="connsiteX12" fmla="*/ 38827 w 135895"/>
                    <a:gd name="connsiteY12" fmla="*/ 52531 h 272932"/>
                    <a:gd name="connsiteX13" fmla="*/ 39969 w 135895"/>
                    <a:gd name="connsiteY13" fmla="*/ 53673 h 272932"/>
                    <a:gd name="connsiteX14" fmla="*/ 43395 w 135895"/>
                    <a:gd name="connsiteY14" fmla="*/ 54815 h 272932"/>
                    <a:gd name="connsiteX15" fmla="*/ 45679 w 135895"/>
                    <a:gd name="connsiteY15" fmla="*/ 57099 h 272932"/>
                    <a:gd name="connsiteX16" fmla="*/ 49105 w 135895"/>
                    <a:gd name="connsiteY16" fmla="*/ 58241 h 272932"/>
                    <a:gd name="connsiteX17" fmla="*/ 55957 w 135895"/>
                    <a:gd name="connsiteY17" fmla="*/ 63951 h 272932"/>
                    <a:gd name="connsiteX18" fmla="*/ 57099 w 135895"/>
                    <a:gd name="connsiteY18" fmla="*/ 63951 h 272932"/>
                    <a:gd name="connsiteX19" fmla="*/ 70803 w 135895"/>
                    <a:gd name="connsiteY19" fmla="*/ 77654 h 272932"/>
                    <a:gd name="connsiteX20" fmla="*/ 70803 w 135895"/>
                    <a:gd name="connsiteY20" fmla="*/ 78796 h 272932"/>
                    <a:gd name="connsiteX21" fmla="*/ 75370 w 135895"/>
                    <a:gd name="connsiteY21" fmla="*/ 83364 h 272932"/>
                    <a:gd name="connsiteX22" fmla="*/ 75370 w 135895"/>
                    <a:gd name="connsiteY22" fmla="*/ 84506 h 272932"/>
                    <a:gd name="connsiteX23" fmla="*/ 77654 w 135895"/>
                    <a:gd name="connsiteY23" fmla="*/ 86790 h 272932"/>
                    <a:gd name="connsiteX24" fmla="*/ 78796 w 135895"/>
                    <a:gd name="connsiteY24" fmla="*/ 90216 h 272932"/>
                    <a:gd name="connsiteX25" fmla="*/ 81080 w 135895"/>
                    <a:gd name="connsiteY25" fmla="*/ 92500 h 272932"/>
                    <a:gd name="connsiteX26" fmla="*/ 81080 w 135895"/>
                    <a:gd name="connsiteY26" fmla="*/ 93642 h 272932"/>
                    <a:gd name="connsiteX27" fmla="*/ 83364 w 135895"/>
                    <a:gd name="connsiteY27" fmla="*/ 97068 h 272932"/>
                    <a:gd name="connsiteX28" fmla="*/ 83364 w 135895"/>
                    <a:gd name="connsiteY28" fmla="*/ 99352 h 272932"/>
                    <a:gd name="connsiteX29" fmla="*/ 86790 w 135895"/>
                    <a:gd name="connsiteY29" fmla="*/ 105062 h 272932"/>
                    <a:gd name="connsiteX30" fmla="*/ 86790 w 135895"/>
                    <a:gd name="connsiteY30" fmla="*/ 107346 h 272932"/>
                    <a:gd name="connsiteX31" fmla="*/ 87932 w 135895"/>
                    <a:gd name="connsiteY31" fmla="*/ 108488 h 272932"/>
                    <a:gd name="connsiteX32" fmla="*/ 87932 w 135895"/>
                    <a:gd name="connsiteY32" fmla="*/ 111914 h 272932"/>
                    <a:gd name="connsiteX33" fmla="*/ 89074 w 135895"/>
                    <a:gd name="connsiteY33" fmla="*/ 113056 h 272932"/>
                    <a:gd name="connsiteX34" fmla="*/ 89074 w 135895"/>
                    <a:gd name="connsiteY34" fmla="*/ 116482 h 272932"/>
                    <a:gd name="connsiteX35" fmla="*/ 90216 w 135895"/>
                    <a:gd name="connsiteY35" fmla="*/ 117624 h 272932"/>
                    <a:gd name="connsiteX36" fmla="*/ 90216 w 135895"/>
                    <a:gd name="connsiteY36" fmla="*/ 122191 h 272932"/>
                    <a:gd name="connsiteX37" fmla="*/ 91358 w 135895"/>
                    <a:gd name="connsiteY37" fmla="*/ 123333 h 272932"/>
                    <a:gd name="connsiteX38" fmla="*/ 91358 w 135895"/>
                    <a:gd name="connsiteY38" fmla="*/ 149599 h 272932"/>
                    <a:gd name="connsiteX39" fmla="*/ 90216 w 135895"/>
                    <a:gd name="connsiteY39" fmla="*/ 150741 h 272932"/>
                    <a:gd name="connsiteX40" fmla="*/ 90216 w 135895"/>
                    <a:gd name="connsiteY40" fmla="*/ 155309 h 272932"/>
                    <a:gd name="connsiteX41" fmla="*/ 89074 w 135895"/>
                    <a:gd name="connsiteY41" fmla="*/ 156451 h 272932"/>
                    <a:gd name="connsiteX42" fmla="*/ 87932 w 135895"/>
                    <a:gd name="connsiteY42" fmla="*/ 164445 h 272932"/>
                    <a:gd name="connsiteX43" fmla="*/ 86790 w 135895"/>
                    <a:gd name="connsiteY43" fmla="*/ 165587 h 272932"/>
                    <a:gd name="connsiteX44" fmla="*/ 86790 w 135895"/>
                    <a:gd name="connsiteY44" fmla="*/ 167871 h 272932"/>
                    <a:gd name="connsiteX45" fmla="*/ 83364 w 135895"/>
                    <a:gd name="connsiteY45" fmla="*/ 173580 h 272932"/>
                    <a:gd name="connsiteX46" fmla="*/ 83364 w 135895"/>
                    <a:gd name="connsiteY46" fmla="*/ 175864 h 272932"/>
                    <a:gd name="connsiteX47" fmla="*/ 82222 w 135895"/>
                    <a:gd name="connsiteY47" fmla="*/ 177006 h 272932"/>
                    <a:gd name="connsiteX48" fmla="*/ 81080 w 135895"/>
                    <a:gd name="connsiteY48" fmla="*/ 180432 h 272932"/>
                    <a:gd name="connsiteX49" fmla="*/ 78796 w 135895"/>
                    <a:gd name="connsiteY49" fmla="*/ 182716 h 272932"/>
                    <a:gd name="connsiteX50" fmla="*/ 78796 w 135895"/>
                    <a:gd name="connsiteY50" fmla="*/ 183858 h 272932"/>
                    <a:gd name="connsiteX51" fmla="*/ 75370 w 135895"/>
                    <a:gd name="connsiteY51" fmla="*/ 188426 h 272932"/>
                    <a:gd name="connsiteX52" fmla="*/ 75370 w 135895"/>
                    <a:gd name="connsiteY52" fmla="*/ 189568 h 272932"/>
                    <a:gd name="connsiteX53" fmla="*/ 70803 w 135895"/>
                    <a:gd name="connsiteY53" fmla="*/ 194136 h 272932"/>
                    <a:gd name="connsiteX54" fmla="*/ 70803 w 135895"/>
                    <a:gd name="connsiteY54" fmla="*/ 195278 h 272932"/>
                    <a:gd name="connsiteX55" fmla="*/ 58241 w 135895"/>
                    <a:gd name="connsiteY55" fmla="*/ 207840 h 272932"/>
                    <a:gd name="connsiteX56" fmla="*/ 57099 w 135895"/>
                    <a:gd name="connsiteY56" fmla="*/ 207840 h 272932"/>
                    <a:gd name="connsiteX57" fmla="*/ 52531 w 135895"/>
                    <a:gd name="connsiteY57" fmla="*/ 212408 h 272932"/>
                    <a:gd name="connsiteX58" fmla="*/ 51389 w 135895"/>
                    <a:gd name="connsiteY58" fmla="*/ 212408 h 272932"/>
                    <a:gd name="connsiteX59" fmla="*/ 49105 w 135895"/>
                    <a:gd name="connsiteY59" fmla="*/ 214692 h 272932"/>
                    <a:gd name="connsiteX60" fmla="*/ 45679 w 135895"/>
                    <a:gd name="connsiteY60" fmla="*/ 215834 h 272932"/>
                    <a:gd name="connsiteX61" fmla="*/ 43395 w 135895"/>
                    <a:gd name="connsiteY61" fmla="*/ 218118 h 272932"/>
                    <a:gd name="connsiteX62" fmla="*/ 42253 w 135895"/>
                    <a:gd name="connsiteY62" fmla="*/ 218118 h 272932"/>
                    <a:gd name="connsiteX63" fmla="*/ 38827 w 135895"/>
                    <a:gd name="connsiteY63" fmla="*/ 220401 h 272932"/>
                    <a:gd name="connsiteX64" fmla="*/ 36543 w 135895"/>
                    <a:gd name="connsiteY64" fmla="*/ 220401 h 272932"/>
                    <a:gd name="connsiteX65" fmla="*/ 30833 w 135895"/>
                    <a:gd name="connsiteY65" fmla="*/ 223827 h 272932"/>
                    <a:gd name="connsiteX66" fmla="*/ 28549 w 135895"/>
                    <a:gd name="connsiteY66" fmla="*/ 223827 h 272932"/>
                    <a:gd name="connsiteX67" fmla="*/ 27407 w 135895"/>
                    <a:gd name="connsiteY67" fmla="*/ 224969 h 272932"/>
                    <a:gd name="connsiteX68" fmla="*/ 23982 w 135895"/>
                    <a:gd name="connsiteY68" fmla="*/ 224969 h 272932"/>
                    <a:gd name="connsiteX69" fmla="*/ 22840 w 135895"/>
                    <a:gd name="connsiteY69" fmla="*/ 226111 h 272932"/>
                    <a:gd name="connsiteX70" fmla="*/ 19414 w 135895"/>
                    <a:gd name="connsiteY70" fmla="*/ 226111 h 272932"/>
                    <a:gd name="connsiteX71" fmla="*/ 18272 w 135895"/>
                    <a:gd name="connsiteY71" fmla="*/ 227253 h 272932"/>
                    <a:gd name="connsiteX72" fmla="*/ 13704 w 135895"/>
                    <a:gd name="connsiteY72" fmla="*/ 227253 h 272932"/>
                    <a:gd name="connsiteX73" fmla="*/ 12562 w 135895"/>
                    <a:gd name="connsiteY73" fmla="*/ 228395 h 272932"/>
                    <a:gd name="connsiteX74" fmla="*/ 0 w 135895"/>
                    <a:gd name="connsiteY74" fmla="*/ 228395 h 272932"/>
                    <a:gd name="connsiteX75" fmla="*/ 0 w 135895"/>
                    <a:gd name="connsiteY75" fmla="*/ 272932 h 272932"/>
                    <a:gd name="connsiteX76" fmla="*/ 18272 w 135895"/>
                    <a:gd name="connsiteY76" fmla="*/ 272932 h 272932"/>
                    <a:gd name="connsiteX77" fmla="*/ 18272 w 135895"/>
                    <a:gd name="connsiteY77" fmla="*/ 264939 h 272932"/>
                    <a:gd name="connsiteX78" fmla="*/ 19414 w 135895"/>
                    <a:gd name="connsiteY78" fmla="*/ 263797 h 272932"/>
                    <a:gd name="connsiteX79" fmla="*/ 19414 w 135895"/>
                    <a:gd name="connsiteY79" fmla="*/ 254661 h 272932"/>
                    <a:gd name="connsiteX80" fmla="*/ 20556 w 135895"/>
                    <a:gd name="connsiteY80" fmla="*/ 253519 h 272932"/>
                    <a:gd name="connsiteX81" fmla="*/ 20556 w 135895"/>
                    <a:gd name="connsiteY81" fmla="*/ 245525 h 272932"/>
                    <a:gd name="connsiteX82" fmla="*/ 21698 w 135895"/>
                    <a:gd name="connsiteY82" fmla="*/ 244383 h 272932"/>
                    <a:gd name="connsiteX83" fmla="*/ 21698 w 135895"/>
                    <a:gd name="connsiteY83" fmla="*/ 238673 h 272932"/>
                    <a:gd name="connsiteX84" fmla="*/ 22840 w 135895"/>
                    <a:gd name="connsiteY84" fmla="*/ 237531 h 272932"/>
                    <a:gd name="connsiteX85" fmla="*/ 22840 w 135895"/>
                    <a:gd name="connsiteY85" fmla="*/ 236389 h 272932"/>
                    <a:gd name="connsiteX86" fmla="*/ 27407 w 135895"/>
                    <a:gd name="connsiteY86" fmla="*/ 231821 h 272932"/>
                    <a:gd name="connsiteX87" fmla="*/ 28549 w 135895"/>
                    <a:gd name="connsiteY87" fmla="*/ 231821 h 272932"/>
                    <a:gd name="connsiteX88" fmla="*/ 29691 w 135895"/>
                    <a:gd name="connsiteY88" fmla="*/ 230679 h 272932"/>
                    <a:gd name="connsiteX89" fmla="*/ 31975 w 135895"/>
                    <a:gd name="connsiteY89" fmla="*/ 230679 h 272932"/>
                    <a:gd name="connsiteX90" fmla="*/ 33117 w 135895"/>
                    <a:gd name="connsiteY90" fmla="*/ 229537 h 272932"/>
                    <a:gd name="connsiteX91" fmla="*/ 35401 w 135895"/>
                    <a:gd name="connsiteY91" fmla="*/ 229537 h 272932"/>
                    <a:gd name="connsiteX92" fmla="*/ 45679 w 135895"/>
                    <a:gd name="connsiteY92" fmla="*/ 223827 h 272932"/>
                    <a:gd name="connsiteX93" fmla="*/ 49105 w 135895"/>
                    <a:gd name="connsiteY93" fmla="*/ 223827 h 272932"/>
                    <a:gd name="connsiteX94" fmla="*/ 50247 w 135895"/>
                    <a:gd name="connsiteY94" fmla="*/ 222685 h 272932"/>
                    <a:gd name="connsiteX95" fmla="*/ 51389 w 135895"/>
                    <a:gd name="connsiteY95" fmla="*/ 222685 h 272932"/>
                    <a:gd name="connsiteX96" fmla="*/ 52531 w 135895"/>
                    <a:gd name="connsiteY96" fmla="*/ 223827 h 272932"/>
                    <a:gd name="connsiteX97" fmla="*/ 54815 w 135895"/>
                    <a:gd name="connsiteY97" fmla="*/ 223827 h 272932"/>
                    <a:gd name="connsiteX98" fmla="*/ 57099 w 135895"/>
                    <a:gd name="connsiteY98" fmla="*/ 226111 h 272932"/>
                    <a:gd name="connsiteX99" fmla="*/ 58241 w 135895"/>
                    <a:gd name="connsiteY99" fmla="*/ 226111 h 272932"/>
                    <a:gd name="connsiteX100" fmla="*/ 62809 w 135895"/>
                    <a:gd name="connsiteY100" fmla="*/ 230679 h 272932"/>
                    <a:gd name="connsiteX101" fmla="*/ 63951 w 135895"/>
                    <a:gd name="connsiteY101" fmla="*/ 230679 h 272932"/>
                    <a:gd name="connsiteX102" fmla="*/ 67377 w 135895"/>
                    <a:gd name="connsiteY102" fmla="*/ 234105 h 272932"/>
                    <a:gd name="connsiteX103" fmla="*/ 68519 w 135895"/>
                    <a:gd name="connsiteY103" fmla="*/ 234105 h 272932"/>
                    <a:gd name="connsiteX104" fmla="*/ 73087 w 135895"/>
                    <a:gd name="connsiteY104" fmla="*/ 238673 h 272932"/>
                    <a:gd name="connsiteX105" fmla="*/ 74228 w 135895"/>
                    <a:gd name="connsiteY105" fmla="*/ 238673 h 272932"/>
                    <a:gd name="connsiteX106" fmla="*/ 82222 w 135895"/>
                    <a:gd name="connsiteY106" fmla="*/ 245525 h 272932"/>
                    <a:gd name="connsiteX107" fmla="*/ 107346 w 135895"/>
                    <a:gd name="connsiteY107" fmla="*/ 220401 h 272932"/>
                    <a:gd name="connsiteX108" fmla="*/ 108488 w 135895"/>
                    <a:gd name="connsiteY108" fmla="*/ 220401 h 272932"/>
                    <a:gd name="connsiteX109" fmla="*/ 108488 w 135895"/>
                    <a:gd name="connsiteY109" fmla="*/ 219260 h 272932"/>
                    <a:gd name="connsiteX110" fmla="*/ 106204 w 135895"/>
                    <a:gd name="connsiteY110" fmla="*/ 216976 h 272932"/>
                    <a:gd name="connsiteX111" fmla="*/ 106204 w 135895"/>
                    <a:gd name="connsiteY111" fmla="*/ 215834 h 272932"/>
                    <a:gd name="connsiteX112" fmla="*/ 101636 w 135895"/>
                    <a:gd name="connsiteY112" fmla="*/ 211266 h 272932"/>
                    <a:gd name="connsiteX113" fmla="*/ 101636 w 135895"/>
                    <a:gd name="connsiteY113" fmla="*/ 210124 h 272932"/>
                    <a:gd name="connsiteX114" fmla="*/ 98210 w 135895"/>
                    <a:gd name="connsiteY114" fmla="*/ 206698 h 272932"/>
                    <a:gd name="connsiteX115" fmla="*/ 98210 w 135895"/>
                    <a:gd name="connsiteY115" fmla="*/ 205556 h 272932"/>
                    <a:gd name="connsiteX116" fmla="*/ 93642 w 135895"/>
                    <a:gd name="connsiteY116" fmla="*/ 200988 h 272932"/>
                    <a:gd name="connsiteX117" fmla="*/ 93642 w 135895"/>
                    <a:gd name="connsiteY117" fmla="*/ 199846 h 272932"/>
                    <a:gd name="connsiteX118" fmla="*/ 86790 w 135895"/>
                    <a:gd name="connsiteY118" fmla="*/ 191852 h 272932"/>
                    <a:gd name="connsiteX119" fmla="*/ 86790 w 135895"/>
                    <a:gd name="connsiteY119" fmla="*/ 183858 h 272932"/>
                    <a:gd name="connsiteX120" fmla="*/ 87932 w 135895"/>
                    <a:gd name="connsiteY120" fmla="*/ 182716 h 272932"/>
                    <a:gd name="connsiteX121" fmla="*/ 87932 w 135895"/>
                    <a:gd name="connsiteY121" fmla="*/ 181574 h 272932"/>
                    <a:gd name="connsiteX122" fmla="*/ 89074 w 135895"/>
                    <a:gd name="connsiteY122" fmla="*/ 180432 h 272932"/>
                    <a:gd name="connsiteX123" fmla="*/ 89074 w 135895"/>
                    <a:gd name="connsiteY123" fmla="*/ 178148 h 272932"/>
                    <a:gd name="connsiteX124" fmla="*/ 92500 w 135895"/>
                    <a:gd name="connsiteY124" fmla="*/ 172438 h 272932"/>
                    <a:gd name="connsiteX125" fmla="*/ 92500 w 135895"/>
                    <a:gd name="connsiteY125" fmla="*/ 170155 h 272932"/>
                    <a:gd name="connsiteX126" fmla="*/ 93642 w 135895"/>
                    <a:gd name="connsiteY126" fmla="*/ 169013 h 272932"/>
                    <a:gd name="connsiteX127" fmla="*/ 93642 w 135895"/>
                    <a:gd name="connsiteY127" fmla="*/ 166729 h 272932"/>
                    <a:gd name="connsiteX128" fmla="*/ 94784 w 135895"/>
                    <a:gd name="connsiteY128" fmla="*/ 165587 h 272932"/>
                    <a:gd name="connsiteX129" fmla="*/ 94784 w 135895"/>
                    <a:gd name="connsiteY129" fmla="*/ 164445 h 272932"/>
                    <a:gd name="connsiteX130" fmla="*/ 99352 w 135895"/>
                    <a:gd name="connsiteY130" fmla="*/ 159877 h 272932"/>
                    <a:gd name="connsiteX131" fmla="*/ 100494 w 135895"/>
                    <a:gd name="connsiteY131" fmla="*/ 159877 h 272932"/>
                    <a:gd name="connsiteX132" fmla="*/ 101636 w 135895"/>
                    <a:gd name="connsiteY132" fmla="*/ 158735 h 272932"/>
                    <a:gd name="connsiteX133" fmla="*/ 108488 w 135895"/>
                    <a:gd name="connsiteY133" fmla="*/ 158735 h 272932"/>
                    <a:gd name="connsiteX134" fmla="*/ 109630 w 135895"/>
                    <a:gd name="connsiteY134" fmla="*/ 157593 h 272932"/>
                    <a:gd name="connsiteX135" fmla="*/ 117624 w 135895"/>
                    <a:gd name="connsiteY135" fmla="*/ 157593 h 272932"/>
                    <a:gd name="connsiteX136" fmla="*/ 118766 w 135895"/>
                    <a:gd name="connsiteY136" fmla="*/ 156451 h 272932"/>
                    <a:gd name="connsiteX137" fmla="*/ 126759 w 135895"/>
                    <a:gd name="connsiteY137" fmla="*/ 156451 h 272932"/>
                    <a:gd name="connsiteX138" fmla="*/ 127901 w 135895"/>
                    <a:gd name="connsiteY138" fmla="*/ 155309 h 272932"/>
                    <a:gd name="connsiteX139" fmla="*/ 135895 w 135895"/>
                    <a:gd name="connsiteY139" fmla="*/ 155309 h 272932"/>
                    <a:gd name="connsiteX140" fmla="*/ 135895 w 135895"/>
                    <a:gd name="connsiteY140" fmla="*/ 117624 h 272932"/>
                    <a:gd name="connsiteX141" fmla="*/ 127901 w 135895"/>
                    <a:gd name="connsiteY141" fmla="*/ 117624 h 272932"/>
                    <a:gd name="connsiteX142" fmla="*/ 126759 w 135895"/>
                    <a:gd name="connsiteY142" fmla="*/ 116482 h 272932"/>
                    <a:gd name="connsiteX143" fmla="*/ 118766 w 135895"/>
                    <a:gd name="connsiteY143" fmla="*/ 116482 h 272932"/>
                    <a:gd name="connsiteX144" fmla="*/ 117624 w 135895"/>
                    <a:gd name="connsiteY144" fmla="*/ 115340 h 272932"/>
                    <a:gd name="connsiteX145" fmla="*/ 108488 w 135895"/>
                    <a:gd name="connsiteY145" fmla="*/ 115340 h 272932"/>
                    <a:gd name="connsiteX146" fmla="*/ 107346 w 135895"/>
                    <a:gd name="connsiteY146" fmla="*/ 114198 h 272932"/>
                    <a:gd name="connsiteX147" fmla="*/ 101636 w 135895"/>
                    <a:gd name="connsiteY147" fmla="*/ 114198 h 272932"/>
                    <a:gd name="connsiteX148" fmla="*/ 100494 w 135895"/>
                    <a:gd name="connsiteY148" fmla="*/ 113056 h 272932"/>
                    <a:gd name="connsiteX149" fmla="*/ 99352 w 135895"/>
                    <a:gd name="connsiteY149" fmla="*/ 113056 h 272932"/>
                    <a:gd name="connsiteX150" fmla="*/ 94784 w 135895"/>
                    <a:gd name="connsiteY150" fmla="*/ 108488 h 272932"/>
                    <a:gd name="connsiteX151" fmla="*/ 94784 w 135895"/>
                    <a:gd name="connsiteY151" fmla="*/ 107346 h 272932"/>
                    <a:gd name="connsiteX152" fmla="*/ 93642 w 135895"/>
                    <a:gd name="connsiteY152" fmla="*/ 106204 h 272932"/>
                    <a:gd name="connsiteX153" fmla="*/ 93642 w 135895"/>
                    <a:gd name="connsiteY153" fmla="*/ 103920 h 272932"/>
                    <a:gd name="connsiteX154" fmla="*/ 92500 w 135895"/>
                    <a:gd name="connsiteY154" fmla="*/ 102778 h 272932"/>
                    <a:gd name="connsiteX155" fmla="*/ 92500 w 135895"/>
                    <a:gd name="connsiteY155" fmla="*/ 100494 h 272932"/>
                    <a:gd name="connsiteX156" fmla="*/ 86790 w 135895"/>
                    <a:gd name="connsiteY156" fmla="*/ 90216 h 272932"/>
                    <a:gd name="connsiteX157" fmla="*/ 86790 w 135895"/>
                    <a:gd name="connsiteY157" fmla="*/ 86790 h 272932"/>
                    <a:gd name="connsiteX158" fmla="*/ 85648 w 135895"/>
                    <a:gd name="connsiteY158" fmla="*/ 85648 h 272932"/>
                    <a:gd name="connsiteX159" fmla="*/ 86790 w 135895"/>
                    <a:gd name="connsiteY159" fmla="*/ 84506 h 272932"/>
                    <a:gd name="connsiteX160" fmla="*/ 86790 w 135895"/>
                    <a:gd name="connsiteY160" fmla="*/ 81080 h 272932"/>
                    <a:gd name="connsiteX161" fmla="*/ 89074 w 135895"/>
                    <a:gd name="connsiteY161" fmla="*/ 78796 h 272932"/>
                    <a:gd name="connsiteX162" fmla="*/ 89074 w 135895"/>
                    <a:gd name="connsiteY162" fmla="*/ 77654 h 272932"/>
                    <a:gd name="connsiteX163" fmla="*/ 93642 w 135895"/>
                    <a:gd name="connsiteY163" fmla="*/ 73087 h 272932"/>
                    <a:gd name="connsiteX164" fmla="*/ 93642 w 135895"/>
                    <a:gd name="connsiteY164" fmla="*/ 71945 h 272932"/>
                    <a:gd name="connsiteX165" fmla="*/ 97068 w 135895"/>
                    <a:gd name="connsiteY165" fmla="*/ 68519 h 272932"/>
                    <a:gd name="connsiteX166" fmla="*/ 97068 w 135895"/>
                    <a:gd name="connsiteY166" fmla="*/ 67377 h 272932"/>
                    <a:gd name="connsiteX167" fmla="*/ 101636 w 135895"/>
                    <a:gd name="connsiteY167" fmla="*/ 62809 h 272932"/>
                    <a:gd name="connsiteX168" fmla="*/ 101636 w 135895"/>
                    <a:gd name="connsiteY168" fmla="*/ 61667 h 272932"/>
                    <a:gd name="connsiteX169" fmla="*/ 108488 w 135895"/>
                    <a:gd name="connsiteY169" fmla="*/ 53673 h 272932"/>
                    <a:gd name="connsiteX170" fmla="*/ 87932 w 135895"/>
                    <a:gd name="connsiteY170" fmla="*/ 33117 h 272932"/>
                    <a:gd name="connsiteX171" fmla="*/ 87932 w 135895"/>
                    <a:gd name="connsiteY171" fmla="*/ 31975 h 272932"/>
                    <a:gd name="connsiteX172" fmla="*/ 85648 w 135895"/>
                    <a:gd name="connsiteY172" fmla="*/ 29691 h 272932"/>
                    <a:gd name="connsiteX173" fmla="*/ 84506 w 135895"/>
                    <a:gd name="connsiteY173" fmla="*/ 29691 h 272932"/>
                    <a:gd name="connsiteX174" fmla="*/ 82222 w 135895"/>
                    <a:gd name="connsiteY174" fmla="*/ 27407 h 272932"/>
                    <a:gd name="connsiteX175" fmla="*/ 74228 w 135895"/>
                    <a:gd name="connsiteY175" fmla="*/ 34259 h 272932"/>
                    <a:gd name="connsiteX176" fmla="*/ 73087 w 135895"/>
                    <a:gd name="connsiteY176" fmla="*/ 34259 h 272932"/>
                    <a:gd name="connsiteX177" fmla="*/ 69661 w 135895"/>
                    <a:gd name="connsiteY177" fmla="*/ 37685 h 272932"/>
                    <a:gd name="connsiteX178" fmla="*/ 68519 w 135895"/>
                    <a:gd name="connsiteY178" fmla="*/ 37685 h 272932"/>
                    <a:gd name="connsiteX179" fmla="*/ 63951 w 135895"/>
                    <a:gd name="connsiteY179" fmla="*/ 42253 h 272932"/>
                    <a:gd name="connsiteX180" fmla="*/ 62809 w 135895"/>
                    <a:gd name="connsiteY180" fmla="*/ 42253 h 272932"/>
                    <a:gd name="connsiteX181" fmla="*/ 59383 w 135895"/>
                    <a:gd name="connsiteY181" fmla="*/ 45679 h 272932"/>
                    <a:gd name="connsiteX182" fmla="*/ 58241 w 135895"/>
                    <a:gd name="connsiteY182" fmla="*/ 45679 h 272932"/>
                    <a:gd name="connsiteX183" fmla="*/ 54815 w 135895"/>
                    <a:gd name="connsiteY183" fmla="*/ 49105 h 272932"/>
                    <a:gd name="connsiteX184" fmla="*/ 45679 w 135895"/>
                    <a:gd name="connsiteY184" fmla="*/ 49105 h 272932"/>
                    <a:gd name="connsiteX185" fmla="*/ 43395 w 135895"/>
                    <a:gd name="connsiteY185" fmla="*/ 46821 h 272932"/>
                    <a:gd name="connsiteX186" fmla="*/ 41111 w 135895"/>
                    <a:gd name="connsiteY186" fmla="*/ 46821 h 272932"/>
                    <a:gd name="connsiteX187" fmla="*/ 35401 w 135895"/>
                    <a:gd name="connsiteY187" fmla="*/ 43395 h 272932"/>
                    <a:gd name="connsiteX188" fmla="*/ 33117 w 135895"/>
                    <a:gd name="connsiteY188" fmla="*/ 43395 h 272932"/>
                    <a:gd name="connsiteX189" fmla="*/ 31975 w 135895"/>
                    <a:gd name="connsiteY189" fmla="*/ 42253 h 272932"/>
                    <a:gd name="connsiteX190" fmla="*/ 29691 w 135895"/>
                    <a:gd name="connsiteY190" fmla="*/ 42253 h 272932"/>
                    <a:gd name="connsiteX191" fmla="*/ 28549 w 135895"/>
                    <a:gd name="connsiteY191" fmla="*/ 41111 h 272932"/>
                    <a:gd name="connsiteX192" fmla="*/ 27407 w 135895"/>
                    <a:gd name="connsiteY192" fmla="*/ 41111 h 272932"/>
                    <a:gd name="connsiteX193" fmla="*/ 22840 w 135895"/>
                    <a:gd name="connsiteY193" fmla="*/ 36543 h 272932"/>
                    <a:gd name="connsiteX194" fmla="*/ 22840 w 135895"/>
                    <a:gd name="connsiteY194" fmla="*/ 35401 h 272932"/>
                    <a:gd name="connsiteX195" fmla="*/ 21698 w 135895"/>
                    <a:gd name="connsiteY195" fmla="*/ 34259 h 272932"/>
                    <a:gd name="connsiteX196" fmla="*/ 21698 w 135895"/>
                    <a:gd name="connsiteY196" fmla="*/ 27407 h 272932"/>
                    <a:gd name="connsiteX197" fmla="*/ 20556 w 135895"/>
                    <a:gd name="connsiteY197" fmla="*/ 26265 h 272932"/>
                    <a:gd name="connsiteX198" fmla="*/ 20556 w 135895"/>
                    <a:gd name="connsiteY198" fmla="*/ 18272 h 272932"/>
                    <a:gd name="connsiteX199" fmla="*/ 19414 w 135895"/>
                    <a:gd name="connsiteY199" fmla="*/ 17130 h 272932"/>
                    <a:gd name="connsiteX200" fmla="*/ 19414 w 135895"/>
                    <a:gd name="connsiteY200" fmla="*/ 9136 h 272932"/>
                    <a:gd name="connsiteX201" fmla="*/ 18272 w 135895"/>
                    <a:gd name="connsiteY201" fmla="*/ 7994 h 272932"/>
                    <a:gd name="connsiteX202" fmla="*/ 18272 w 135895"/>
                    <a:gd name="connsiteY202" fmla="*/ 0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</a:cxnLst>
                  <a:rect l="l" t="t" r="r" b="b"/>
                  <a:pathLst>
                    <a:path w="135895" h="272932">
                      <a:moveTo>
                        <a:pt x="0" y="0"/>
                      </a:moveTo>
                      <a:lnTo>
                        <a:pt x="0" y="44537"/>
                      </a:lnTo>
                      <a:lnTo>
                        <a:pt x="12562" y="44537"/>
                      </a:lnTo>
                      <a:lnTo>
                        <a:pt x="13704" y="45679"/>
                      </a:lnTo>
                      <a:lnTo>
                        <a:pt x="18272" y="45679"/>
                      </a:lnTo>
                      <a:lnTo>
                        <a:pt x="19414" y="46821"/>
                      </a:lnTo>
                      <a:lnTo>
                        <a:pt x="22840" y="46821"/>
                      </a:lnTo>
                      <a:lnTo>
                        <a:pt x="23982" y="47963"/>
                      </a:lnTo>
                      <a:lnTo>
                        <a:pt x="27407" y="47963"/>
                      </a:lnTo>
                      <a:lnTo>
                        <a:pt x="28549" y="49105"/>
                      </a:lnTo>
                      <a:lnTo>
                        <a:pt x="30833" y="49105"/>
                      </a:lnTo>
                      <a:lnTo>
                        <a:pt x="36543" y="52531"/>
                      </a:lnTo>
                      <a:lnTo>
                        <a:pt x="38827" y="52531"/>
                      </a:lnTo>
                      <a:lnTo>
                        <a:pt x="39969" y="53673"/>
                      </a:lnTo>
                      <a:lnTo>
                        <a:pt x="43395" y="54815"/>
                      </a:lnTo>
                      <a:lnTo>
                        <a:pt x="45679" y="57099"/>
                      </a:lnTo>
                      <a:lnTo>
                        <a:pt x="49105" y="58241"/>
                      </a:lnTo>
                      <a:lnTo>
                        <a:pt x="55957" y="63951"/>
                      </a:lnTo>
                      <a:lnTo>
                        <a:pt x="57099" y="63951"/>
                      </a:lnTo>
                      <a:lnTo>
                        <a:pt x="70803" y="77654"/>
                      </a:lnTo>
                      <a:lnTo>
                        <a:pt x="70803" y="78796"/>
                      </a:lnTo>
                      <a:lnTo>
                        <a:pt x="75370" y="83364"/>
                      </a:lnTo>
                      <a:lnTo>
                        <a:pt x="75370" y="84506"/>
                      </a:lnTo>
                      <a:lnTo>
                        <a:pt x="77654" y="86790"/>
                      </a:lnTo>
                      <a:lnTo>
                        <a:pt x="78796" y="90216"/>
                      </a:lnTo>
                      <a:lnTo>
                        <a:pt x="81080" y="92500"/>
                      </a:lnTo>
                      <a:lnTo>
                        <a:pt x="81080" y="93642"/>
                      </a:lnTo>
                      <a:lnTo>
                        <a:pt x="83364" y="97068"/>
                      </a:lnTo>
                      <a:lnTo>
                        <a:pt x="83364" y="99352"/>
                      </a:lnTo>
                      <a:lnTo>
                        <a:pt x="86790" y="105062"/>
                      </a:lnTo>
                      <a:lnTo>
                        <a:pt x="86790" y="107346"/>
                      </a:lnTo>
                      <a:lnTo>
                        <a:pt x="87932" y="108488"/>
                      </a:lnTo>
                      <a:lnTo>
                        <a:pt x="87932" y="111914"/>
                      </a:lnTo>
                      <a:lnTo>
                        <a:pt x="89074" y="113056"/>
                      </a:lnTo>
                      <a:lnTo>
                        <a:pt x="89074" y="116482"/>
                      </a:lnTo>
                      <a:lnTo>
                        <a:pt x="90216" y="117624"/>
                      </a:lnTo>
                      <a:lnTo>
                        <a:pt x="90216" y="122191"/>
                      </a:lnTo>
                      <a:lnTo>
                        <a:pt x="91358" y="123333"/>
                      </a:lnTo>
                      <a:lnTo>
                        <a:pt x="91358" y="149599"/>
                      </a:lnTo>
                      <a:lnTo>
                        <a:pt x="90216" y="150741"/>
                      </a:lnTo>
                      <a:lnTo>
                        <a:pt x="90216" y="155309"/>
                      </a:lnTo>
                      <a:lnTo>
                        <a:pt x="89074" y="156451"/>
                      </a:lnTo>
                      <a:lnTo>
                        <a:pt x="87932" y="164445"/>
                      </a:lnTo>
                      <a:lnTo>
                        <a:pt x="86790" y="165587"/>
                      </a:lnTo>
                      <a:lnTo>
                        <a:pt x="86790" y="167871"/>
                      </a:lnTo>
                      <a:lnTo>
                        <a:pt x="83364" y="173580"/>
                      </a:lnTo>
                      <a:lnTo>
                        <a:pt x="83364" y="175864"/>
                      </a:lnTo>
                      <a:lnTo>
                        <a:pt x="82222" y="177006"/>
                      </a:lnTo>
                      <a:lnTo>
                        <a:pt x="81080" y="180432"/>
                      </a:lnTo>
                      <a:lnTo>
                        <a:pt x="78796" y="182716"/>
                      </a:lnTo>
                      <a:lnTo>
                        <a:pt x="78796" y="183858"/>
                      </a:lnTo>
                      <a:lnTo>
                        <a:pt x="75370" y="188426"/>
                      </a:lnTo>
                      <a:lnTo>
                        <a:pt x="75370" y="189568"/>
                      </a:lnTo>
                      <a:lnTo>
                        <a:pt x="70803" y="194136"/>
                      </a:lnTo>
                      <a:lnTo>
                        <a:pt x="70803" y="195278"/>
                      </a:lnTo>
                      <a:lnTo>
                        <a:pt x="58241" y="207840"/>
                      </a:lnTo>
                      <a:lnTo>
                        <a:pt x="57099" y="207840"/>
                      </a:lnTo>
                      <a:lnTo>
                        <a:pt x="52531" y="212408"/>
                      </a:lnTo>
                      <a:lnTo>
                        <a:pt x="51389" y="212408"/>
                      </a:lnTo>
                      <a:lnTo>
                        <a:pt x="49105" y="214692"/>
                      </a:lnTo>
                      <a:lnTo>
                        <a:pt x="45679" y="215834"/>
                      </a:lnTo>
                      <a:lnTo>
                        <a:pt x="43395" y="218118"/>
                      </a:lnTo>
                      <a:lnTo>
                        <a:pt x="42253" y="218118"/>
                      </a:lnTo>
                      <a:lnTo>
                        <a:pt x="38827" y="220401"/>
                      </a:lnTo>
                      <a:lnTo>
                        <a:pt x="36543" y="220401"/>
                      </a:lnTo>
                      <a:lnTo>
                        <a:pt x="30833" y="223827"/>
                      </a:lnTo>
                      <a:lnTo>
                        <a:pt x="28549" y="223827"/>
                      </a:lnTo>
                      <a:lnTo>
                        <a:pt x="27407" y="224969"/>
                      </a:lnTo>
                      <a:lnTo>
                        <a:pt x="23982" y="224969"/>
                      </a:lnTo>
                      <a:lnTo>
                        <a:pt x="22840" y="226111"/>
                      </a:lnTo>
                      <a:lnTo>
                        <a:pt x="19414" y="226111"/>
                      </a:lnTo>
                      <a:lnTo>
                        <a:pt x="18272" y="227253"/>
                      </a:lnTo>
                      <a:lnTo>
                        <a:pt x="13704" y="227253"/>
                      </a:lnTo>
                      <a:lnTo>
                        <a:pt x="12562" y="228395"/>
                      </a:lnTo>
                      <a:lnTo>
                        <a:pt x="0" y="228395"/>
                      </a:lnTo>
                      <a:lnTo>
                        <a:pt x="0" y="272932"/>
                      </a:lnTo>
                      <a:lnTo>
                        <a:pt x="18272" y="272932"/>
                      </a:lnTo>
                      <a:lnTo>
                        <a:pt x="18272" y="264939"/>
                      </a:lnTo>
                      <a:lnTo>
                        <a:pt x="19414" y="263797"/>
                      </a:lnTo>
                      <a:lnTo>
                        <a:pt x="19414" y="254661"/>
                      </a:lnTo>
                      <a:lnTo>
                        <a:pt x="20556" y="253519"/>
                      </a:lnTo>
                      <a:lnTo>
                        <a:pt x="20556" y="245525"/>
                      </a:lnTo>
                      <a:lnTo>
                        <a:pt x="21698" y="244383"/>
                      </a:lnTo>
                      <a:lnTo>
                        <a:pt x="21698" y="238673"/>
                      </a:lnTo>
                      <a:lnTo>
                        <a:pt x="22840" y="237531"/>
                      </a:lnTo>
                      <a:lnTo>
                        <a:pt x="22840" y="236389"/>
                      </a:lnTo>
                      <a:lnTo>
                        <a:pt x="27407" y="231821"/>
                      </a:lnTo>
                      <a:lnTo>
                        <a:pt x="28549" y="231821"/>
                      </a:lnTo>
                      <a:lnTo>
                        <a:pt x="29691" y="230679"/>
                      </a:lnTo>
                      <a:lnTo>
                        <a:pt x="31975" y="230679"/>
                      </a:lnTo>
                      <a:lnTo>
                        <a:pt x="33117" y="229537"/>
                      </a:lnTo>
                      <a:lnTo>
                        <a:pt x="35401" y="229537"/>
                      </a:lnTo>
                      <a:lnTo>
                        <a:pt x="45679" y="223827"/>
                      </a:lnTo>
                      <a:lnTo>
                        <a:pt x="49105" y="223827"/>
                      </a:lnTo>
                      <a:lnTo>
                        <a:pt x="50247" y="222685"/>
                      </a:lnTo>
                      <a:lnTo>
                        <a:pt x="51389" y="222685"/>
                      </a:lnTo>
                      <a:lnTo>
                        <a:pt x="52531" y="223827"/>
                      </a:lnTo>
                      <a:lnTo>
                        <a:pt x="54815" y="223827"/>
                      </a:lnTo>
                      <a:lnTo>
                        <a:pt x="57099" y="226111"/>
                      </a:lnTo>
                      <a:lnTo>
                        <a:pt x="58241" y="226111"/>
                      </a:lnTo>
                      <a:lnTo>
                        <a:pt x="62809" y="230679"/>
                      </a:lnTo>
                      <a:lnTo>
                        <a:pt x="63951" y="230679"/>
                      </a:lnTo>
                      <a:lnTo>
                        <a:pt x="67377" y="234105"/>
                      </a:lnTo>
                      <a:lnTo>
                        <a:pt x="68519" y="234105"/>
                      </a:lnTo>
                      <a:lnTo>
                        <a:pt x="73087" y="238673"/>
                      </a:lnTo>
                      <a:lnTo>
                        <a:pt x="74228" y="238673"/>
                      </a:lnTo>
                      <a:lnTo>
                        <a:pt x="82222" y="245525"/>
                      </a:lnTo>
                      <a:lnTo>
                        <a:pt x="107346" y="220401"/>
                      </a:lnTo>
                      <a:lnTo>
                        <a:pt x="108488" y="220401"/>
                      </a:lnTo>
                      <a:lnTo>
                        <a:pt x="108488" y="219260"/>
                      </a:lnTo>
                      <a:lnTo>
                        <a:pt x="106204" y="216976"/>
                      </a:lnTo>
                      <a:lnTo>
                        <a:pt x="106204" y="215834"/>
                      </a:lnTo>
                      <a:lnTo>
                        <a:pt x="101636" y="211266"/>
                      </a:lnTo>
                      <a:lnTo>
                        <a:pt x="101636" y="210124"/>
                      </a:lnTo>
                      <a:lnTo>
                        <a:pt x="98210" y="206698"/>
                      </a:lnTo>
                      <a:lnTo>
                        <a:pt x="98210" y="205556"/>
                      </a:lnTo>
                      <a:lnTo>
                        <a:pt x="93642" y="200988"/>
                      </a:lnTo>
                      <a:lnTo>
                        <a:pt x="93642" y="199846"/>
                      </a:lnTo>
                      <a:lnTo>
                        <a:pt x="86790" y="191852"/>
                      </a:lnTo>
                      <a:lnTo>
                        <a:pt x="86790" y="183858"/>
                      </a:lnTo>
                      <a:lnTo>
                        <a:pt x="87932" y="182716"/>
                      </a:lnTo>
                      <a:lnTo>
                        <a:pt x="87932" y="181574"/>
                      </a:lnTo>
                      <a:lnTo>
                        <a:pt x="89074" y="180432"/>
                      </a:lnTo>
                      <a:lnTo>
                        <a:pt x="89074" y="178148"/>
                      </a:lnTo>
                      <a:lnTo>
                        <a:pt x="92500" y="172438"/>
                      </a:lnTo>
                      <a:lnTo>
                        <a:pt x="92500" y="170155"/>
                      </a:lnTo>
                      <a:lnTo>
                        <a:pt x="93642" y="169013"/>
                      </a:lnTo>
                      <a:lnTo>
                        <a:pt x="93642" y="166729"/>
                      </a:lnTo>
                      <a:lnTo>
                        <a:pt x="94784" y="165587"/>
                      </a:lnTo>
                      <a:lnTo>
                        <a:pt x="94784" y="164445"/>
                      </a:lnTo>
                      <a:lnTo>
                        <a:pt x="99352" y="159877"/>
                      </a:lnTo>
                      <a:lnTo>
                        <a:pt x="100494" y="159877"/>
                      </a:lnTo>
                      <a:lnTo>
                        <a:pt x="101636" y="158735"/>
                      </a:lnTo>
                      <a:lnTo>
                        <a:pt x="108488" y="158735"/>
                      </a:lnTo>
                      <a:lnTo>
                        <a:pt x="109630" y="157593"/>
                      </a:lnTo>
                      <a:lnTo>
                        <a:pt x="117624" y="157593"/>
                      </a:lnTo>
                      <a:lnTo>
                        <a:pt x="118766" y="156451"/>
                      </a:lnTo>
                      <a:lnTo>
                        <a:pt x="126759" y="156451"/>
                      </a:lnTo>
                      <a:lnTo>
                        <a:pt x="127901" y="155309"/>
                      </a:lnTo>
                      <a:lnTo>
                        <a:pt x="135895" y="155309"/>
                      </a:lnTo>
                      <a:lnTo>
                        <a:pt x="135895" y="117624"/>
                      </a:lnTo>
                      <a:lnTo>
                        <a:pt x="127901" y="117624"/>
                      </a:lnTo>
                      <a:lnTo>
                        <a:pt x="126759" y="116482"/>
                      </a:lnTo>
                      <a:lnTo>
                        <a:pt x="118766" y="116482"/>
                      </a:lnTo>
                      <a:lnTo>
                        <a:pt x="117624" y="115340"/>
                      </a:lnTo>
                      <a:lnTo>
                        <a:pt x="108488" y="115340"/>
                      </a:lnTo>
                      <a:lnTo>
                        <a:pt x="107346" y="114198"/>
                      </a:lnTo>
                      <a:lnTo>
                        <a:pt x="101636" y="114198"/>
                      </a:lnTo>
                      <a:lnTo>
                        <a:pt x="100494" y="113056"/>
                      </a:lnTo>
                      <a:lnTo>
                        <a:pt x="99352" y="113056"/>
                      </a:lnTo>
                      <a:lnTo>
                        <a:pt x="94784" y="108488"/>
                      </a:lnTo>
                      <a:lnTo>
                        <a:pt x="94784" y="107346"/>
                      </a:lnTo>
                      <a:lnTo>
                        <a:pt x="93642" y="106204"/>
                      </a:lnTo>
                      <a:lnTo>
                        <a:pt x="93642" y="103920"/>
                      </a:lnTo>
                      <a:lnTo>
                        <a:pt x="92500" y="102778"/>
                      </a:lnTo>
                      <a:lnTo>
                        <a:pt x="92500" y="100494"/>
                      </a:lnTo>
                      <a:lnTo>
                        <a:pt x="86790" y="90216"/>
                      </a:lnTo>
                      <a:lnTo>
                        <a:pt x="86790" y="86790"/>
                      </a:lnTo>
                      <a:lnTo>
                        <a:pt x="85648" y="85648"/>
                      </a:lnTo>
                      <a:lnTo>
                        <a:pt x="86790" y="84506"/>
                      </a:lnTo>
                      <a:lnTo>
                        <a:pt x="86790" y="81080"/>
                      </a:lnTo>
                      <a:lnTo>
                        <a:pt x="89074" y="78796"/>
                      </a:lnTo>
                      <a:lnTo>
                        <a:pt x="89074" y="77654"/>
                      </a:lnTo>
                      <a:lnTo>
                        <a:pt x="93642" y="73087"/>
                      </a:lnTo>
                      <a:lnTo>
                        <a:pt x="93642" y="71945"/>
                      </a:lnTo>
                      <a:lnTo>
                        <a:pt x="97068" y="68519"/>
                      </a:lnTo>
                      <a:lnTo>
                        <a:pt x="97068" y="67377"/>
                      </a:lnTo>
                      <a:lnTo>
                        <a:pt x="101636" y="62809"/>
                      </a:lnTo>
                      <a:lnTo>
                        <a:pt x="101636" y="61667"/>
                      </a:lnTo>
                      <a:lnTo>
                        <a:pt x="108488" y="53673"/>
                      </a:lnTo>
                      <a:lnTo>
                        <a:pt x="87932" y="33117"/>
                      </a:lnTo>
                      <a:lnTo>
                        <a:pt x="87932" y="31975"/>
                      </a:lnTo>
                      <a:lnTo>
                        <a:pt x="85648" y="29691"/>
                      </a:lnTo>
                      <a:lnTo>
                        <a:pt x="84506" y="29691"/>
                      </a:lnTo>
                      <a:lnTo>
                        <a:pt x="82222" y="27407"/>
                      </a:lnTo>
                      <a:lnTo>
                        <a:pt x="74228" y="34259"/>
                      </a:lnTo>
                      <a:lnTo>
                        <a:pt x="73087" y="34259"/>
                      </a:lnTo>
                      <a:lnTo>
                        <a:pt x="69661" y="37685"/>
                      </a:lnTo>
                      <a:lnTo>
                        <a:pt x="68519" y="37685"/>
                      </a:lnTo>
                      <a:lnTo>
                        <a:pt x="63951" y="42253"/>
                      </a:lnTo>
                      <a:lnTo>
                        <a:pt x="62809" y="42253"/>
                      </a:lnTo>
                      <a:lnTo>
                        <a:pt x="59383" y="45679"/>
                      </a:lnTo>
                      <a:lnTo>
                        <a:pt x="58241" y="45679"/>
                      </a:lnTo>
                      <a:lnTo>
                        <a:pt x="54815" y="49105"/>
                      </a:lnTo>
                      <a:lnTo>
                        <a:pt x="45679" y="49105"/>
                      </a:lnTo>
                      <a:lnTo>
                        <a:pt x="43395" y="46821"/>
                      </a:lnTo>
                      <a:lnTo>
                        <a:pt x="41111" y="46821"/>
                      </a:lnTo>
                      <a:lnTo>
                        <a:pt x="35401" y="43395"/>
                      </a:lnTo>
                      <a:lnTo>
                        <a:pt x="33117" y="43395"/>
                      </a:lnTo>
                      <a:lnTo>
                        <a:pt x="31975" y="42253"/>
                      </a:lnTo>
                      <a:lnTo>
                        <a:pt x="29691" y="42253"/>
                      </a:lnTo>
                      <a:lnTo>
                        <a:pt x="28549" y="41111"/>
                      </a:lnTo>
                      <a:lnTo>
                        <a:pt x="27407" y="41111"/>
                      </a:lnTo>
                      <a:lnTo>
                        <a:pt x="22840" y="36543"/>
                      </a:lnTo>
                      <a:lnTo>
                        <a:pt x="22840" y="35401"/>
                      </a:lnTo>
                      <a:lnTo>
                        <a:pt x="21698" y="34259"/>
                      </a:lnTo>
                      <a:lnTo>
                        <a:pt x="21698" y="27407"/>
                      </a:lnTo>
                      <a:lnTo>
                        <a:pt x="20556" y="26265"/>
                      </a:lnTo>
                      <a:lnTo>
                        <a:pt x="20556" y="18272"/>
                      </a:lnTo>
                      <a:lnTo>
                        <a:pt x="19414" y="17130"/>
                      </a:lnTo>
                      <a:lnTo>
                        <a:pt x="19414" y="9136"/>
                      </a:lnTo>
                      <a:lnTo>
                        <a:pt x="18272" y="7994"/>
                      </a:lnTo>
                      <a:lnTo>
                        <a:pt x="18272" y="0"/>
                      </a:lnTo>
                      <a:close/>
                    </a:path>
                  </a:pathLst>
                </a:custGeom>
                <a:solidFill>
                  <a:srgbClr val="7F674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9" name="任意形状 7078">
                  <a:extLst>
                    <a:ext uri="{FF2B5EF4-FFF2-40B4-BE49-F238E27FC236}">
                      <a16:creationId xmlns:a16="http://schemas.microsoft.com/office/drawing/2014/main" id="{96D9A973-C597-CE6E-6081-1F88BA736A3F}"/>
                    </a:ext>
                  </a:extLst>
                </p:cNvPr>
                <p:cNvSpPr/>
                <p:nvPr/>
              </p:nvSpPr>
              <p:spPr>
                <a:xfrm>
                  <a:off x="5760475" y="5051941"/>
                  <a:ext cx="19413" cy="218117"/>
                </a:xfrm>
                <a:custGeom>
                  <a:avLst/>
                  <a:gdLst>
                    <a:gd name="connsiteX0" fmla="*/ 0 w 19413"/>
                    <a:gd name="connsiteY0" fmla="*/ 0 h 218117"/>
                    <a:gd name="connsiteX1" fmla="*/ 1142 w 19413"/>
                    <a:gd name="connsiteY1" fmla="*/ 1142 h 218117"/>
                    <a:gd name="connsiteX2" fmla="*/ 1142 w 19413"/>
                    <a:gd name="connsiteY2" fmla="*/ 3426 h 218117"/>
                    <a:gd name="connsiteX3" fmla="*/ 2284 w 19413"/>
                    <a:gd name="connsiteY3" fmla="*/ 4568 h 218117"/>
                    <a:gd name="connsiteX4" fmla="*/ 2284 w 19413"/>
                    <a:gd name="connsiteY4" fmla="*/ 218118 h 218117"/>
                    <a:gd name="connsiteX5" fmla="*/ 19414 w 19413"/>
                    <a:gd name="connsiteY5" fmla="*/ 218118 h 218117"/>
                    <a:gd name="connsiteX6" fmla="*/ 19414 w 19413"/>
                    <a:gd name="connsiteY6" fmla="*/ 7994 h 218117"/>
                    <a:gd name="connsiteX7" fmla="*/ 18272 w 19413"/>
                    <a:gd name="connsiteY7" fmla="*/ 6852 h 218117"/>
                    <a:gd name="connsiteX8" fmla="*/ 18272 w 19413"/>
                    <a:gd name="connsiteY8" fmla="*/ 4568 h 218117"/>
                    <a:gd name="connsiteX9" fmla="*/ 14846 w 19413"/>
                    <a:gd name="connsiteY9" fmla="*/ 1142 h 218117"/>
                    <a:gd name="connsiteX10" fmla="*/ 12562 w 19413"/>
                    <a:gd name="connsiteY10" fmla="*/ 1142 h 218117"/>
                    <a:gd name="connsiteX11" fmla="*/ 11420 w 19413"/>
                    <a:gd name="connsiteY11" fmla="*/ 0 h 21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9413" h="218117">
                      <a:moveTo>
                        <a:pt x="0" y="0"/>
                      </a:moveTo>
                      <a:lnTo>
                        <a:pt x="1142" y="1142"/>
                      </a:lnTo>
                      <a:lnTo>
                        <a:pt x="1142" y="3426"/>
                      </a:lnTo>
                      <a:lnTo>
                        <a:pt x="2284" y="4568"/>
                      </a:lnTo>
                      <a:lnTo>
                        <a:pt x="2284" y="218118"/>
                      </a:lnTo>
                      <a:lnTo>
                        <a:pt x="19414" y="218118"/>
                      </a:lnTo>
                      <a:lnTo>
                        <a:pt x="19414" y="7994"/>
                      </a:lnTo>
                      <a:lnTo>
                        <a:pt x="18272" y="6852"/>
                      </a:lnTo>
                      <a:lnTo>
                        <a:pt x="18272" y="4568"/>
                      </a:lnTo>
                      <a:lnTo>
                        <a:pt x="14846" y="1142"/>
                      </a:lnTo>
                      <a:lnTo>
                        <a:pt x="12562" y="1142"/>
                      </a:lnTo>
                      <a:lnTo>
                        <a:pt x="11420" y="0"/>
                      </a:lnTo>
                      <a:close/>
                    </a:path>
                  </a:pathLst>
                </a:custGeom>
                <a:solidFill>
                  <a:srgbClr val="FEDD5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80" name="任意形状 7079">
                  <a:extLst>
                    <a:ext uri="{FF2B5EF4-FFF2-40B4-BE49-F238E27FC236}">
                      <a16:creationId xmlns:a16="http://schemas.microsoft.com/office/drawing/2014/main" id="{38DAE68F-DC35-7A5A-4FB4-517D4472954D}"/>
                    </a:ext>
                  </a:extLst>
                </p:cNvPr>
                <p:cNvSpPr/>
                <p:nvPr/>
              </p:nvSpPr>
              <p:spPr>
                <a:xfrm>
                  <a:off x="5689672" y="5088484"/>
                  <a:ext cx="17129" cy="145031"/>
                </a:xfrm>
                <a:custGeom>
                  <a:avLst/>
                  <a:gdLst>
                    <a:gd name="connsiteX0" fmla="*/ 0 w 17129"/>
                    <a:gd name="connsiteY0" fmla="*/ 0 h 145031"/>
                    <a:gd name="connsiteX1" fmla="*/ 0 w 17129"/>
                    <a:gd name="connsiteY1" fmla="*/ 59383 h 145031"/>
                    <a:gd name="connsiteX2" fmla="*/ 9136 w 17129"/>
                    <a:gd name="connsiteY2" fmla="*/ 68519 h 145031"/>
                    <a:gd name="connsiteX3" fmla="*/ 9136 w 17129"/>
                    <a:gd name="connsiteY3" fmla="*/ 76512 h 145031"/>
                    <a:gd name="connsiteX4" fmla="*/ 0 w 17129"/>
                    <a:gd name="connsiteY4" fmla="*/ 85648 h 145031"/>
                    <a:gd name="connsiteX5" fmla="*/ 0 w 17129"/>
                    <a:gd name="connsiteY5" fmla="*/ 145031 h 145031"/>
                    <a:gd name="connsiteX6" fmla="*/ 17130 w 17129"/>
                    <a:gd name="connsiteY6" fmla="*/ 145031 h 145031"/>
                    <a:gd name="connsiteX7" fmla="*/ 17130 w 17129"/>
                    <a:gd name="connsiteY7" fmla="*/ 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7129" h="145031">
                      <a:moveTo>
                        <a:pt x="0" y="0"/>
                      </a:moveTo>
                      <a:lnTo>
                        <a:pt x="0" y="59383"/>
                      </a:lnTo>
                      <a:lnTo>
                        <a:pt x="9136" y="68519"/>
                      </a:lnTo>
                      <a:lnTo>
                        <a:pt x="9136" y="76512"/>
                      </a:lnTo>
                      <a:lnTo>
                        <a:pt x="0" y="85648"/>
                      </a:lnTo>
                      <a:lnTo>
                        <a:pt x="0" y="145031"/>
                      </a:lnTo>
                      <a:lnTo>
                        <a:pt x="17130" y="145031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88888F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82" name="任意形状 7081">
                  <a:extLst>
                    <a:ext uri="{FF2B5EF4-FFF2-40B4-BE49-F238E27FC236}">
                      <a16:creationId xmlns:a16="http://schemas.microsoft.com/office/drawing/2014/main" id="{CFE83208-2735-2FE4-D286-F7BAE966C849}"/>
                    </a:ext>
                  </a:extLst>
                </p:cNvPr>
                <p:cNvSpPr/>
                <p:nvPr/>
              </p:nvSpPr>
              <p:spPr>
                <a:xfrm>
                  <a:off x="5397325" y="5051940"/>
                  <a:ext cx="53674" cy="510464"/>
                </a:xfrm>
                <a:custGeom>
                  <a:avLst/>
                  <a:gdLst>
                    <a:gd name="connsiteX0" fmla="*/ 36544 w 53674"/>
                    <a:gd name="connsiteY0" fmla="*/ 0 h 510464"/>
                    <a:gd name="connsiteX1" fmla="*/ 53674 w 53674"/>
                    <a:gd name="connsiteY1" fmla="*/ 0 h 510464"/>
                    <a:gd name="connsiteX2" fmla="*/ 53674 w 53674"/>
                    <a:gd name="connsiteY2" fmla="*/ 510464 h 510464"/>
                    <a:gd name="connsiteX3" fmla="*/ 36544 w 53674"/>
                    <a:gd name="connsiteY3" fmla="*/ 510464 h 510464"/>
                    <a:gd name="connsiteX4" fmla="*/ 7994 w 53674"/>
                    <a:gd name="connsiteY4" fmla="*/ 0 h 510464"/>
                    <a:gd name="connsiteX5" fmla="*/ 35401 w 53674"/>
                    <a:gd name="connsiteY5" fmla="*/ 0 h 510464"/>
                    <a:gd name="connsiteX6" fmla="*/ 35401 w 53674"/>
                    <a:gd name="connsiteY6" fmla="*/ 510464 h 510464"/>
                    <a:gd name="connsiteX7" fmla="*/ 7994 w 53674"/>
                    <a:gd name="connsiteY7" fmla="*/ 510464 h 510464"/>
                    <a:gd name="connsiteX8" fmla="*/ 6852 w 53674"/>
                    <a:gd name="connsiteY8" fmla="*/ 509322 h 510464"/>
                    <a:gd name="connsiteX9" fmla="*/ 4568 w 53674"/>
                    <a:gd name="connsiteY9" fmla="*/ 509322 h 510464"/>
                    <a:gd name="connsiteX10" fmla="*/ 1142 w 53674"/>
                    <a:gd name="connsiteY10" fmla="*/ 505896 h 510464"/>
                    <a:gd name="connsiteX11" fmla="*/ 1142 w 53674"/>
                    <a:gd name="connsiteY11" fmla="*/ 503612 h 510464"/>
                    <a:gd name="connsiteX12" fmla="*/ 0 w 53674"/>
                    <a:gd name="connsiteY12" fmla="*/ 502470 h 510464"/>
                    <a:gd name="connsiteX13" fmla="*/ 0 w 53674"/>
                    <a:gd name="connsiteY13" fmla="*/ 484198 h 510464"/>
                    <a:gd name="connsiteX14" fmla="*/ 15988 w 53674"/>
                    <a:gd name="connsiteY14" fmla="*/ 484198 h 510464"/>
                    <a:gd name="connsiteX15" fmla="*/ 18272 w 53674"/>
                    <a:gd name="connsiteY15" fmla="*/ 481914 h 510464"/>
                    <a:gd name="connsiteX16" fmla="*/ 18272 w 53674"/>
                    <a:gd name="connsiteY16" fmla="*/ 467068 h 510464"/>
                    <a:gd name="connsiteX17" fmla="*/ 15988 w 53674"/>
                    <a:gd name="connsiteY17" fmla="*/ 464784 h 510464"/>
                    <a:gd name="connsiteX18" fmla="*/ 0 w 53674"/>
                    <a:gd name="connsiteY18" fmla="*/ 464784 h 510464"/>
                    <a:gd name="connsiteX19" fmla="*/ 0 w 53674"/>
                    <a:gd name="connsiteY19" fmla="*/ 429383 h 510464"/>
                    <a:gd name="connsiteX20" fmla="*/ 15988 w 53674"/>
                    <a:gd name="connsiteY20" fmla="*/ 429383 h 510464"/>
                    <a:gd name="connsiteX21" fmla="*/ 18272 w 53674"/>
                    <a:gd name="connsiteY21" fmla="*/ 427099 h 510464"/>
                    <a:gd name="connsiteX22" fmla="*/ 18272 w 53674"/>
                    <a:gd name="connsiteY22" fmla="*/ 412254 h 510464"/>
                    <a:gd name="connsiteX23" fmla="*/ 15988 w 53674"/>
                    <a:gd name="connsiteY23" fmla="*/ 409970 h 510464"/>
                    <a:gd name="connsiteX24" fmla="*/ 0 w 53674"/>
                    <a:gd name="connsiteY24" fmla="*/ 409970 h 510464"/>
                    <a:gd name="connsiteX25" fmla="*/ 0 w 53674"/>
                    <a:gd name="connsiteY25" fmla="*/ 374568 h 510464"/>
                    <a:gd name="connsiteX26" fmla="*/ 15988 w 53674"/>
                    <a:gd name="connsiteY26" fmla="*/ 374568 h 510464"/>
                    <a:gd name="connsiteX27" fmla="*/ 18272 w 53674"/>
                    <a:gd name="connsiteY27" fmla="*/ 372284 h 510464"/>
                    <a:gd name="connsiteX28" fmla="*/ 18272 w 53674"/>
                    <a:gd name="connsiteY28" fmla="*/ 357439 h 510464"/>
                    <a:gd name="connsiteX29" fmla="*/ 15988 w 53674"/>
                    <a:gd name="connsiteY29" fmla="*/ 355155 h 510464"/>
                    <a:gd name="connsiteX30" fmla="*/ 0 w 53674"/>
                    <a:gd name="connsiteY30" fmla="*/ 355155 h 510464"/>
                    <a:gd name="connsiteX31" fmla="*/ 0 w 53674"/>
                    <a:gd name="connsiteY31" fmla="*/ 319753 h 510464"/>
                    <a:gd name="connsiteX32" fmla="*/ 15988 w 53674"/>
                    <a:gd name="connsiteY32" fmla="*/ 319753 h 510464"/>
                    <a:gd name="connsiteX33" fmla="*/ 18272 w 53674"/>
                    <a:gd name="connsiteY33" fmla="*/ 317470 h 510464"/>
                    <a:gd name="connsiteX34" fmla="*/ 18272 w 53674"/>
                    <a:gd name="connsiteY34" fmla="*/ 302624 h 510464"/>
                    <a:gd name="connsiteX35" fmla="*/ 15988 w 53674"/>
                    <a:gd name="connsiteY35" fmla="*/ 300340 h 510464"/>
                    <a:gd name="connsiteX36" fmla="*/ 0 w 53674"/>
                    <a:gd name="connsiteY36" fmla="*/ 300340 h 510464"/>
                    <a:gd name="connsiteX37" fmla="*/ 0 w 53674"/>
                    <a:gd name="connsiteY37" fmla="*/ 264939 h 510464"/>
                    <a:gd name="connsiteX38" fmla="*/ 15988 w 53674"/>
                    <a:gd name="connsiteY38" fmla="*/ 264939 h 510464"/>
                    <a:gd name="connsiteX39" fmla="*/ 18272 w 53674"/>
                    <a:gd name="connsiteY39" fmla="*/ 262655 h 510464"/>
                    <a:gd name="connsiteX40" fmla="*/ 18272 w 53674"/>
                    <a:gd name="connsiteY40" fmla="*/ 247809 h 510464"/>
                    <a:gd name="connsiteX41" fmla="*/ 15988 w 53674"/>
                    <a:gd name="connsiteY41" fmla="*/ 245525 h 510464"/>
                    <a:gd name="connsiteX42" fmla="*/ 0 w 53674"/>
                    <a:gd name="connsiteY42" fmla="*/ 245525 h 510464"/>
                    <a:gd name="connsiteX43" fmla="*/ 0 w 53674"/>
                    <a:gd name="connsiteY43" fmla="*/ 210124 h 510464"/>
                    <a:gd name="connsiteX44" fmla="*/ 15988 w 53674"/>
                    <a:gd name="connsiteY44" fmla="*/ 210124 h 510464"/>
                    <a:gd name="connsiteX45" fmla="*/ 18272 w 53674"/>
                    <a:gd name="connsiteY45" fmla="*/ 207840 h 510464"/>
                    <a:gd name="connsiteX46" fmla="*/ 18272 w 53674"/>
                    <a:gd name="connsiteY46" fmla="*/ 192994 h 510464"/>
                    <a:gd name="connsiteX47" fmla="*/ 15988 w 53674"/>
                    <a:gd name="connsiteY47" fmla="*/ 190710 h 510464"/>
                    <a:gd name="connsiteX48" fmla="*/ 0 w 53674"/>
                    <a:gd name="connsiteY48" fmla="*/ 190710 h 510464"/>
                    <a:gd name="connsiteX49" fmla="*/ 0 w 53674"/>
                    <a:gd name="connsiteY49" fmla="*/ 155309 h 510464"/>
                    <a:gd name="connsiteX50" fmla="*/ 15988 w 53674"/>
                    <a:gd name="connsiteY50" fmla="*/ 155309 h 510464"/>
                    <a:gd name="connsiteX51" fmla="*/ 18272 w 53674"/>
                    <a:gd name="connsiteY51" fmla="*/ 153025 h 510464"/>
                    <a:gd name="connsiteX52" fmla="*/ 18272 w 53674"/>
                    <a:gd name="connsiteY52" fmla="*/ 138179 h 510464"/>
                    <a:gd name="connsiteX53" fmla="*/ 15988 w 53674"/>
                    <a:gd name="connsiteY53" fmla="*/ 135895 h 510464"/>
                    <a:gd name="connsiteX54" fmla="*/ 0 w 53674"/>
                    <a:gd name="connsiteY54" fmla="*/ 135895 h 510464"/>
                    <a:gd name="connsiteX55" fmla="*/ 0 w 53674"/>
                    <a:gd name="connsiteY55" fmla="*/ 100494 h 510464"/>
                    <a:gd name="connsiteX56" fmla="*/ 15988 w 53674"/>
                    <a:gd name="connsiteY56" fmla="*/ 100494 h 510464"/>
                    <a:gd name="connsiteX57" fmla="*/ 18272 w 53674"/>
                    <a:gd name="connsiteY57" fmla="*/ 98210 h 510464"/>
                    <a:gd name="connsiteX58" fmla="*/ 18272 w 53674"/>
                    <a:gd name="connsiteY58" fmla="*/ 83364 h 510464"/>
                    <a:gd name="connsiteX59" fmla="*/ 15988 w 53674"/>
                    <a:gd name="connsiteY59" fmla="*/ 81080 h 510464"/>
                    <a:gd name="connsiteX60" fmla="*/ 0 w 53674"/>
                    <a:gd name="connsiteY60" fmla="*/ 81080 h 510464"/>
                    <a:gd name="connsiteX61" fmla="*/ 0 w 53674"/>
                    <a:gd name="connsiteY61" fmla="*/ 45679 h 510464"/>
                    <a:gd name="connsiteX62" fmla="*/ 15988 w 53674"/>
                    <a:gd name="connsiteY62" fmla="*/ 45679 h 510464"/>
                    <a:gd name="connsiteX63" fmla="*/ 18272 w 53674"/>
                    <a:gd name="connsiteY63" fmla="*/ 43395 h 510464"/>
                    <a:gd name="connsiteX64" fmla="*/ 18272 w 53674"/>
                    <a:gd name="connsiteY64" fmla="*/ 28549 h 510464"/>
                    <a:gd name="connsiteX65" fmla="*/ 15988 w 53674"/>
                    <a:gd name="connsiteY65" fmla="*/ 26265 h 510464"/>
                    <a:gd name="connsiteX66" fmla="*/ 0 w 53674"/>
                    <a:gd name="connsiteY66" fmla="*/ 26265 h 510464"/>
                    <a:gd name="connsiteX67" fmla="*/ 0 w 53674"/>
                    <a:gd name="connsiteY67" fmla="*/ 7994 h 510464"/>
                    <a:gd name="connsiteX68" fmla="*/ 1142 w 53674"/>
                    <a:gd name="connsiteY68" fmla="*/ 6852 h 510464"/>
                    <a:gd name="connsiteX69" fmla="*/ 1142 w 53674"/>
                    <a:gd name="connsiteY69" fmla="*/ 4568 h 510464"/>
                    <a:gd name="connsiteX70" fmla="*/ 4568 w 53674"/>
                    <a:gd name="connsiteY70" fmla="*/ 1142 h 510464"/>
                    <a:gd name="connsiteX71" fmla="*/ 6852 w 53674"/>
                    <a:gd name="connsiteY71" fmla="*/ 1142 h 510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</a:cxnLst>
                  <a:rect l="l" t="t" r="r" b="b"/>
                  <a:pathLst>
                    <a:path w="53674" h="510464">
                      <a:moveTo>
                        <a:pt x="36544" y="0"/>
                      </a:moveTo>
                      <a:lnTo>
                        <a:pt x="53674" y="0"/>
                      </a:lnTo>
                      <a:lnTo>
                        <a:pt x="53674" y="510464"/>
                      </a:lnTo>
                      <a:lnTo>
                        <a:pt x="36544" y="510464"/>
                      </a:lnTo>
                      <a:close/>
                      <a:moveTo>
                        <a:pt x="7994" y="0"/>
                      </a:moveTo>
                      <a:lnTo>
                        <a:pt x="35401" y="0"/>
                      </a:lnTo>
                      <a:lnTo>
                        <a:pt x="35401" y="510464"/>
                      </a:lnTo>
                      <a:lnTo>
                        <a:pt x="7994" y="510464"/>
                      </a:lnTo>
                      <a:lnTo>
                        <a:pt x="6852" y="509322"/>
                      </a:lnTo>
                      <a:lnTo>
                        <a:pt x="4568" y="509322"/>
                      </a:lnTo>
                      <a:lnTo>
                        <a:pt x="1142" y="505896"/>
                      </a:lnTo>
                      <a:lnTo>
                        <a:pt x="1142" y="503612"/>
                      </a:lnTo>
                      <a:lnTo>
                        <a:pt x="0" y="502470"/>
                      </a:lnTo>
                      <a:lnTo>
                        <a:pt x="0" y="484198"/>
                      </a:lnTo>
                      <a:lnTo>
                        <a:pt x="15988" y="484198"/>
                      </a:lnTo>
                      <a:lnTo>
                        <a:pt x="18272" y="481914"/>
                      </a:lnTo>
                      <a:lnTo>
                        <a:pt x="18272" y="467068"/>
                      </a:lnTo>
                      <a:lnTo>
                        <a:pt x="15988" y="464784"/>
                      </a:lnTo>
                      <a:lnTo>
                        <a:pt x="0" y="464784"/>
                      </a:lnTo>
                      <a:lnTo>
                        <a:pt x="0" y="429383"/>
                      </a:lnTo>
                      <a:lnTo>
                        <a:pt x="15988" y="429383"/>
                      </a:lnTo>
                      <a:lnTo>
                        <a:pt x="18272" y="427099"/>
                      </a:lnTo>
                      <a:lnTo>
                        <a:pt x="18272" y="412254"/>
                      </a:lnTo>
                      <a:lnTo>
                        <a:pt x="15988" y="409970"/>
                      </a:lnTo>
                      <a:lnTo>
                        <a:pt x="0" y="409970"/>
                      </a:lnTo>
                      <a:lnTo>
                        <a:pt x="0" y="374568"/>
                      </a:lnTo>
                      <a:lnTo>
                        <a:pt x="15988" y="374568"/>
                      </a:lnTo>
                      <a:lnTo>
                        <a:pt x="18272" y="372284"/>
                      </a:lnTo>
                      <a:lnTo>
                        <a:pt x="18272" y="357439"/>
                      </a:lnTo>
                      <a:lnTo>
                        <a:pt x="15988" y="355155"/>
                      </a:lnTo>
                      <a:lnTo>
                        <a:pt x="0" y="355155"/>
                      </a:lnTo>
                      <a:lnTo>
                        <a:pt x="0" y="319753"/>
                      </a:lnTo>
                      <a:lnTo>
                        <a:pt x="15988" y="319753"/>
                      </a:lnTo>
                      <a:lnTo>
                        <a:pt x="18272" y="317470"/>
                      </a:lnTo>
                      <a:lnTo>
                        <a:pt x="18272" y="302624"/>
                      </a:lnTo>
                      <a:lnTo>
                        <a:pt x="15988" y="300340"/>
                      </a:lnTo>
                      <a:lnTo>
                        <a:pt x="0" y="300340"/>
                      </a:lnTo>
                      <a:lnTo>
                        <a:pt x="0" y="264939"/>
                      </a:lnTo>
                      <a:lnTo>
                        <a:pt x="15988" y="264939"/>
                      </a:lnTo>
                      <a:lnTo>
                        <a:pt x="18272" y="262655"/>
                      </a:lnTo>
                      <a:lnTo>
                        <a:pt x="18272" y="247809"/>
                      </a:lnTo>
                      <a:lnTo>
                        <a:pt x="15988" y="245525"/>
                      </a:lnTo>
                      <a:lnTo>
                        <a:pt x="0" y="245525"/>
                      </a:lnTo>
                      <a:lnTo>
                        <a:pt x="0" y="210124"/>
                      </a:lnTo>
                      <a:lnTo>
                        <a:pt x="15988" y="210124"/>
                      </a:lnTo>
                      <a:lnTo>
                        <a:pt x="18272" y="207840"/>
                      </a:lnTo>
                      <a:lnTo>
                        <a:pt x="18272" y="192994"/>
                      </a:lnTo>
                      <a:lnTo>
                        <a:pt x="15988" y="190710"/>
                      </a:lnTo>
                      <a:lnTo>
                        <a:pt x="0" y="190710"/>
                      </a:lnTo>
                      <a:lnTo>
                        <a:pt x="0" y="155309"/>
                      </a:lnTo>
                      <a:lnTo>
                        <a:pt x="15988" y="155309"/>
                      </a:lnTo>
                      <a:lnTo>
                        <a:pt x="18272" y="153025"/>
                      </a:lnTo>
                      <a:lnTo>
                        <a:pt x="18272" y="138179"/>
                      </a:lnTo>
                      <a:lnTo>
                        <a:pt x="15988" y="135895"/>
                      </a:lnTo>
                      <a:lnTo>
                        <a:pt x="0" y="135895"/>
                      </a:lnTo>
                      <a:lnTo>
                        <a:pt x="0" y="100494"/>
                      </a:lnTo>
                      <a:lnTo>
                        <a:pt x="15988" y="100494"/>
                      </a:lnTo>
                      <a:lnTo>
                        <a:pt x="18272" y="98210"/>
                      </a:lnTo>
                      <a:lnTo>
                        <a:pt x="18272" y="83364"/>
                      </a:lnTo>
                      <a:lnTo>
                        <a:pt x="15988" y="81080"/>
                      </a:lnTo>
                      <a:lnTo>
                        <a:pt x="0" y="81080"/>
                      </a:lnTo>
                      <a:lnTo>
                        <a:pt x="0" y="45679"/>
                      </a:lnTo>
                      <a:lnTo>
                        <a:pt x="15988" y="45679"/>
                      </a:lnTo>
                      <a:lnTo>
                        <a:pt x="18272" y="43395"/>
                      </a:lnTo>
                      <a:lnTo>
                        <a:pt x="18272" y="28549"/>
                      </a:lnTo>
                      <a:lnTo>
                        <a:pt x="15988" y="26265"/>
                      </a:lnTo>
                      <a:lnTo>
                        <a:pt x="0" y="26265"/>
                      </a:lnTo>
                      <a:lnTo>
                        <a:pt x="0" y="7994"/>
                      </a:lnTo>
                      <a:lnTo>
                        <a:pt x="1142" y="6852"/>
                      </a:lnTo>
                      <a:lnTo>
                        <a:pt x="1142" y="4568"/>
                      </a:lnTo>
                      <a:lnTo>
                        <a:pt x="4568" y="1142"/>
                      </a:lnTo>
                      <a:lnTo>
                        <a:pt x="6852" y="1142"/>
                      </a:lnTo>
                      <a:close/>
                    </a:path>
                  </a:pathLst>
                </a:custGeom>
                <a:solidFill>
                  <a:srgbClr val="92D05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pic>
          <p:nvPicPr>
            <p:cNvPr id="7117" name="图形 7116">
              <a:extLst>
                <a:ext uri="{FF2B5EF4-FFF2-40B4-BE49-F238E27FC236}">
                  <a16:creationId xmlns:a16="http://schemas.microsoft.com/office/drawing/2014/main" id="{53900CA5-B2B4-4CB5-59E2-234487A7E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970788" y="5317209"/>
              <a:ext cx="510943" cy="510943"/>
            </a:xfrm>
            <a:prstGeom prst="rect">
              <a:avLst/>
            </a:prstGeom>
          </p:spPr>
        </p:pic>
        <p:sp>
          <p:nvSpPr>
            <p:cNvPr id="7118" name="文本框 7117">
              <a:extLst>
                <a:ext uri="{FF2B5EF4-FFF2-40B4-BE49-F238E27FC236}">
                  <a16:creationId xmlns:a16="http://schemas.microsoft.com/office/drawing/2014/main" id="{4AFA922A-6A0E-8BA8-B258-0ABF42689720}"/>
                </a:ext>
              </a:extLst>
            </p:cNvPr>
            <p:cNvSpPr txBox="1"/>
            <p:nvPr/>
          </p:nvSpPr>
          <p:spPr>
            <a:xfrm>
              <a:off x="4788598" y="6636948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(×16)</a:t>
              </a:r>
              <a:endParaRPr lang="zh-CN" altLang="en-US" sz="700" b="1" dirty="0"/>
            </a:p>
          </p:txBody>
        </p:sp>
        <p:grpSp>
          <p:nvGrpSpPr>
            <p:cNvPr id="7178" name="组合 7177">
              <a:extLst>
                <a:ext uri="{FF2B5EF4-FFF2-40B4-BE49-F238E27FC236}">
                  <a16:creationId xmlns:a16="http://schemas.microsoft.com/office/drawing/2014/main" id="{82C645FB-ACFE-2D8E-174B-8E591DF01013}"/>
                </a:ext>
              </a:extLst>
            </p:cNvPr>
            <p:cNvGrpSpPr/>
            <p:nvPr/>
          </p:nvGrpSpPr>
          <p:grpSpPr>
            <a:xfrm>
              <a:off x="4971287" y="6159568"/>
              <a:ext cx="509944" cy="509944"/>
              <a:chOff x="5117681" y="6159568"/>
              <a:chExt cx="509944" cy="509944"/>
            </a:xfrm>
          </p:grpSpPr>
          <p:sp>
            <p:nvSpPr>
              <p:cNvPr id="7125" name="任意形状 7124">
                <a:extLst>
                  <a:ext uri="{FF2B5EF4-FFF2-40B4-BE49-F238E27FC236}">
                    <a16:creationId xmlns:a16="http://schemas.microsoft.com/office/drawing/2014/main" id="{13142DB3-0348-B50E-C31C-3F540CDCD5D6}"/>
                  </a:ext>
                </a:extLst>
              </p:cNvPr>
              <p:cNvSpPr/>
              <p:nvPr/>
            </p:nvSpPr>
            <p:spPr>
              <a:xfrm>
                <a:off x="5558768" y="6175534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92D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00FF00"/>
                  </a:highlight>
                </a:endParaRPr>
              </a:p>
            </p:txBody>
          </p:sp>
          <p:sp>
            <p:nvSpPr>
              <p:cNvPr id="7126" name="任意形状 7125">
                <a:extLst>
                  <a:ext uri="{FF2B5EF4-FFF2-40B4-BE49-F238E27FC236}">
                    <a16:creationId xmlns:a16="http://schemas.microsoft.com/office/drawing/2014/main" id="{77E73433-5679-0E44-6648-68058E420831}"/>
                  </a:ext>
                </a:extLst>
              </p:cNvPr>
              <p:cNvSpPr/>
              <p:nvPr/>
            </p:nvSpPr>
            <p:spPr>
              <a:xfrm>
                <a:off x="5483923" y="6525810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7" name="任意形状 7126">
                <a:extLst>
                  <a:ext uri="{FF2B5EF4-FFF2-40B4-BE49-F238E27FC236}">
                    <a16:creationId xmlns:a16="http://schemas.microsoft.com/office/drawing/2014/main" id="{4AA3BD22-92AB-79D1-F829-F5BF65DE67F4}"/>
                  </a:ext>
                </a:extLst>
              </p:cNvPr>
              <p:cNvSpPr/>
              <p:nvPr/>
            </p:nvSpPr>
            <p:spPr>
              <a:xfrm>
                <a:off x="5410076" y="6514833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8" name="任意形状 7127">
                <a:extLst>
                  <a:ext uri="{FF2B5EF4-FFF2-40B4-BE49-F238E27FC236}">
                    <a16:creationId xmlns:a16="http://schemas.microsoft.com/office/drawing/2014/main" id="{07B41566-8D16-60C6-51D3-D879C705CA44}"/>
                  </a:ext>
                </a:extLst>
              </p:cNvPr>
              <p:cNvSpPr/>
              <p:nvPr/>
            </p:nvSpPr>
            <p:spPr>
              <a:xfrm>
                <a:off x="5410076" y="6488886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9" name="任意形状 7128">
                <a:extLst>
                  <a:ext uri="{FF2B5EF4-FFF2-40B4-BE49-F238E27FC236}">
                    <a16:creationId xmlns:a16="http://schemas.microsoft.com/office/drawing/2014/main" id="{F6746E11-4476-2B7F-D92F-D371446F7C64}"/>
                  </a:ext>
                </a:extLst>
              </p:cNvPr>
              <p:cNvSpPr/>
              <p:nvPr/>
            </p:nvSpPr>
            <p:spPr>
              <a:xfrm>
                <a:off x="5117681" y="6357159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0" name="任意形状 7129">
                <a:extLst>
                  <a:ext uri="{FF2B5EF4-FFF2-40B4-BE49-F238E27FC236}">
                    <a16:creationId xmlns:a16="http://schemas.microsoft.com/office/drawing/2014/main" id="{79077DC1-6E1F-B1D3-BBCD-61DB6186E1D8}"/>
                  </a:ext>
                </a:extLst>
              </p:cNvPr>
              <p:cNvSpPr/>
              <p:nvPr/>
            </p:nvSpPr>
            <p:spPr>
              <a:xfrm>
                <a:off x="5483923" y="6342190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1" name="任意形状 7130">
                <a:extLst>
                  <a:ext uri="{FF2B5EF4-FFF2-40B4-BE49-F238E27FC236}">
                    <a16:creationId xmlns:a16="http://schemas.microsoft.com/office/drawing/2014/main" id="{687084A1-D50C-306C-2F16-354A96F630FD}"/>
                  </a:ext>
                </a:extLst>
              </p:cNvPr>
              <p:cNvSpPr/>
              <p:nvPr/>
            </p:nvSpPr>
            <p:spPr>
              <a:xfrm>
                <a:off x="5410076" y="6325225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2" name="任意形状 7131">
                <a:extLst>
                  <a:ext uri="{FF2B5EF4-FFF2-40B4-BE49-F238E27FC236}">
                    <a16:creationId xmlns:a16="http://schemas.microsoft.com/office/drawing/2014/main" id="{357DD2F3-3C40-B79A-F819-505CB6D9EF4C}"/>
                  </a:ext>
                </a:extLst>
              </p:cNvPr>
              <p:cNvSpPr/>
              <p:nvPr/>
            </p:nvSpPr>
            <p:spPr>
              <a:xfrm>
                <a:off x="5410076" y="6299278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3" name="任意形状 7132">
                <a:extLst>
                  <a:ext uri="{FF2B5EF4-FFF2-40B4-BE49-F238E27FC236}">
                    <a16:creationId xmlns:a16="http://schemas.microsoft.com/office/drawing/2014/main" id="{0DE71664-653D-DE56-A88E-32F141532952}"/>
                  </a:ext>
                </a:extLst>
              </p:cNvPr>
              <p:cNvSpPr/>
              <p:nvPr/>
            </p:nvSpPr>
            <p:spPr>
              <a:xfrm>
                <a:off x="5312278" y="6205473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4" name="任意形状 7133">
                <a:extLst>
                  <a:ext uri="{FF2B5EF4-FFF2-40B4-BE49-F238E27FC236}">
                    <a16:creationId xmlns:a16="http://schemas.microsoft.com/office/drawing/2014/main" id="{7808EEE8-B8EF-41C1-30F1-FED3CE4ECF37}"/>
                  </a:ext>
                </a:extLst>
              </p:cNvPr>
              <p:cNvSpPr/>
              <p:nvPr/>
            </p:nvSpPr>
            <p:spPr>
              <a:xfrm>
                <a:off x="5483923" y="6159568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5" name="任意形状 7134">
                <a:extLst>
                  <a:ext uri="{FF2B5EF4-FFF2-40B4-BE49-F238E27FC236}">
                    <a16:creationId xmlns:a16="http://schemas.microsoft.com/office/drawing/2014/main" id="{A0802D62-2888-6BDB-76D5-37356C020290}"/>
                  </a:ext>
                </a:extLst>
              </p:cNvPr>
              <p:cNvSpPr/>
              <p:nvPr/>
            </p:nvSpPr>
            <p:spPr>
              <a:xfrm>
                <a:off x="5257391" y="6373126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6" name="任意形状 7135">
                <a:extLst>
                  <a:ext uri="{FF2B5EF4-FFF2-40B4-BE49-F238E27FC236}">
                    <a16:creationId xmlns:a16="http://schemas.microsoft.com/office/drawing/2014/main" id="{48FE5B0D-CB0F-C81B-CB8C-7688CC13FD8E}"/>
                  </a:ext>
                </a:extLst>
              </p:cNvPr>
              <p:cNvSpPr/>
              <p:nvPr/>
            </p:nvSpPr>
            <p:spPr>
              <a:xfrm>
                <a:off x="5499890" y="6541777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627FDB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7" name="任意形状 7136">
                <a:extLst>
                  <a:ext uri="{FF2B5EF4-FFF2-40B4-BE49-F238E27FC236}">
                    <a16:creationId xmlns:a16="http://schemas.microsoft.com/office/drawing/2014/main" id="{DD1823CA-6D21-1217-25A0-086DED0F7D3F}"/>
                  </a:ext>
                </a:extLst>
              </p:cNvPr>
              <p:cNvSpPr/>
              <p:nvPr/>
            </p:nvSpPr>
            <p:spPr>
              <a:xfrm>
                <a:off x="5499890" y="6358157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F83E5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FFC0E2"/>
                  </a:highlight>
                </a:endParaRPr>
              </a:p>
            </p:txBody>
          </p:sp>
          <p:sp>
            <p:nvSpPr>
              <p:cNvPr id="7138" name="任意形状 7137">
                <a:extLst>
                  <a:ext uri="{FF2B5EF4-FFF2-40B4-BE49-F238E27FC236}">
                    <a16:creationId xmlns:a16="http://schemas.microsoft.com/office/drawing/2014/main" id="{91A336D7-CFDF-AEDC-DAE6-1A0FB07B499C}"/>
                  </a:ext>
                </a:extLst>
              </p:cNvPr>
              <p:cNvSpPr/>
              <p:nvPr/>
            </p:nvSpPr>
            <p:spPr>
              <a:xfrm>
                <a:off x="5499890" y="6174537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92D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00FF00"/>
                  </a:highlight>
                </a:endParaRPr>
              </a:p>
            </p:txBody>
          </p:sp>
          <p:sp>
            <p:nvSpPr>
              <p:cNvPr id="7139" name="任意形状 7138">
                <a:extLst>
                  <a:ext uri="{FF2B5EF4-FFF2-40B4-BE49-F238E27FC236}">
                    <a16:creationId xmlns:a16="http://schemas.microsoft.com/office/drawing/2014/main" id="{064A3345-060D-0DC7-5239-AE87D0086FF6}"/>
                  </a:ext>
                </a:extLst>
              </p:cNvPr>
              <p:cNvSpPr/>
              <p:nvPr/>
            </p:nvSpPr>
            <p:spPr>
              <a:xfrm>
                <a:off x="5133647" y="6365142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0" name="任意形状 7139">
                <a:extLst>
                  <a:ext uri="{FF2B5EF4-FFF2-40B4-BE49-F238E27FC236}">
                    <a16:creationId xmlns:a16="http://schemas.microsoft.com/office/drawing/2014/main" id="{18F28560-BE2C-E03F-41AE-05AEDA223BF9}"/>
                  </a:ext>
                </a:extLst>
              </p:cNvPr>
              <p:cNvSpPr/>
              <p:nvPr/>
            </p:nvSpPr>
            <p:spPr>
              <a:xfrm>
                <a:off x="5557770" y="6541777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4165D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1" name="任意形状 7140">
                <a:extLst>
                  <a:ext uri="{FF2B5EF4-FFF2-40B4-BE49-F238E27FC236}">
                    <a16:creationId xmlns:a16="http://schemas.microsoft.com/office/drawing/2014/main" id="{7A6B949B-2959-2D16-3400-BD80DD14C124}"/>
                  </a:ext>
                </a:extLst>
              </p:cNvPr>
              <p:cNvSpPr/>
              <p:nvPr/>
            </p:nvSpPr>
            <p:spPr>
              <a:xfrm>
                <a:off x="5558768" y="6358157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F83E5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FFC0E2"/>
                  </a:highlight>
                </a:endParaRPr>
              </a:p>
            </p:txBody>
          </p:sp>
        </p:grpSp>
        <p:sp>
          <p:nvSpPr>
            <p:cNvPr id="7120" name="文本框 7119">
              <a:extLst>
                <a:ext uri="{FF2B5EF4-FFF2-40B4-BE49-F238E27FC236}">
                  <a16:creationId xmlns:a16="http://schemas.microsoft.com/office/drawing/2014/main" id="{F17F5A59-9B90-67BE-5F2B-A7DCC968DC5E}"/>
                </a:ext>
              </a:extLst>
            </p:cNvPr>
            <p:cNvSpPr txBox="1"/>
            <p:nvPr/>
          </p:nvSpPr>
          <p:spPr>
            <a:xfrm>
              <a:off x="4788598" y="7482322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(×16)</a:t>
              </a:r>
              <a:endParaRPr lang="zh-CN" altLang="en-US" sz="700" b="1" dirty="0"/>
            </a:p>
          </p:txBody>
        </p:sp>
        <p:grpSp>
          <p:nvGrpSpPr>
            <p:cNvPr id="7179" name="组合 7178">
              <a:extLst>
                <a:ext uri="{FF2B5EF4-FFF2-40B4-BE49-F238E27FC236}">
                  <a16:creationId xmlns:a16="http://schemas.microsoft.com/office/drawing/2014/main" id="{D414A3D3-1040-8266-292F-FB90B58AB1B1}"/>
                </a:ext>
              </a:extLst>
            </p:cNvPr>
            <p:cNvGrpSpPr/>
            <p:nvPr/>
          </p:nvGrpSpPr>
          <p:grpSpPr>
            <a:xfrm>
              <a:off x="4971287" y="7004942"/>
              <a:ext cx="509944" cy="509944"/>
              <a:chOff x="5127403" y="7004942"/>
              <a:chExt cx="509944" cy="509944"/>
            </a:xfrm>
          </p:grpSpPr>
          <p:sp>
            <p:nvSpPr>
              <p:cNvPr id="7143" name="任意形状 7142">
                <a:extLst>
                  <a:ext uri="{FF2B5EF4-FFF2-40B4-BE49-F238E27FC236}">
                    <a16:creationId xmlns:a16="http://schemas.microsoft.com/office/drawing/2014/main" id="{A32C9E13-4830-3932-63E9-BED78E37C554}"/>
                  </a:ext>
                </a:extLst>
              </p:cNvPr>
              <p:cNvSpPr/>
              <p:nvPr/>
            </p:nvSpPr>
            <p:spPr>
              <a:xfrm>
                <a:off x="5568490" y="7020908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00B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4" name="任意形状 7143">
                <a:extLst>
                  <a:ext uri="{FF2B5EF4-FFF2-40B4-BE49-F238E27FC236}">
                    <a16:creationId xmlns:a16="http://schemas.microsoft.com/office/drawing/2014/main" id="{9914F159-EA80-ECD1-F36C-32933C3AFE64}"/>
                  </a:ext>
                </a:extLst>
              </p:cNvPr>
              <p:cNvSpPr/>
              <p:nvPr/>
            </p:nvSpPr>
            <p:spPr>
              <a:xfrm>
                <a:off x="5493645" y="7371184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5" name="任意形状 7144">
                <a:extLst>
                  <a:ext uri="{FF2B5EF4-FFF2-40B4-BE49-F238E27FC236}">
                    <a16:creationId xmlns:a16="http://schemas.microsoft.com/office/drawing/2014/main" id="{E5929DD1-10BC-9E49-B803-8D861377B992}"/>
                  </a:ext>
                </a:extLst>
              </p:cNvPr>
              <p:cNvSpPr/>
              <p:nvPr/>
            </p:nvSpPr>
            <p:spPr>
              <a:xfrm>
                <a:off x="5419798" y="7360207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6" name="任意形状 7145">
                <a:extLst>
                  <a:ext uri="{FF2B5EF4-FFF2-40B4-BE49-F238E27FC236}">
                    <a16:creationId xmlns:a16="http://schemas.microsoft.com/office/drawing/2014/main" id="{3F696F91-5656-B89D-0CB9-495581134E90}"/>
                  </a:ext>
                </a:extLst>
              </p:cNvPr>
              <p:cNvSpPr/>
              <p:nvPr/>
            </p:nvSpPr>
            <p:spPr>
              <a:xfrm>
                <a:off x="5419798" y="7334260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7" name="任意形状 7146">
                <a:extLst>
                  <a:ext uri="{FF2B5EF4-FFF2-40B4-BE49-F238E27FC236}">
                    <a16:creationId xmlns:a16="http://schemas.microsoft.com/office/drawing/2014/main" id="{C2C2A591-A8F0-ACE8-A9F8-EC74B8065730}"/>
                  </a:ext>
                </a:extLst>
              </p:cNvPr>
              <p:cNvSpPr/>
              <p:nvPr/>
            </p:nvSpPr>
            <p:spPr>
              <a:xfrm>
                <a:off x="5127403" y="7202533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8" name="任意形状 7147">
                <a:extLst>
                  <a:ext uri="{FF2B5EF4-FFF2-40B4-BE49-F238E27FC236}">
                    <a16:creationId xmlns:a16="http://schemas.microsoft.com/office/drawing/2014/main" id="{BDBAC83F-D240-D48C-6707-B6ABE86C0C02}"/>
                  </a:ext>
                </a:extLst>
              </p:cNvPr>
              <p:cNvSpPr/>
              <p:nvPr/>
            </p:nvSpPr>
            <p:spPr>
              <a:xfrm>
                <a:off x="5493645" y="7187564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9" name="任意形状 7148">
                <a:extLst>
                  <a:ext uri="{FF2B5EF4-FFF2-40B4-BE49-F238E27FC236}">
                    <a16:creationId xmlns:a16="http://schemas.microsoft.com/office/drawing/2014/main" id="{0EFC28DE-F756-87CA-7F5C-8E5FD39BCA90}"/>
                  </a:ext>
                </a:extLst>
              </p:cNvPr>
              <p:cNvSpPr/>
              <p:nvPr/>
            </p:nvSpPr>
            <p:spPr>
              <a:xfrm>
                <a:off x="5419798" y="7170599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0" name="任意形状 7149">
                <a:extLst>
                  <a:ext uri="{FF2B5EF4-FFF2-40B4-BE49-F238E27FC236}">
                    <a16:creationId xmlns:a16="http://schemas.microsoft.com/office/drawing/2014/main" id="{B75F3387-75DB-92AA-0670-8BFBD0CE4C5B}"/>
                  </a:ext>
                </a:extLst>
              </p:cNvPr>
              <p:cNvSpPr/>
              <p:nvPr/>
            </p:nvSpPr>
            <p:spPr>
              <a:xfrm>
                <a:off x="5419798" y="7144652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1" name="任意形状 7150">
                <a:extLst>
                  <a:ext uri="{FF2B5EF4-FFF2-40B4-BE49-F238E27FC236}">
                    <a16:creationId xmlns:a16="http://schemas.microsoft.com/office/drawing/2014/main" id="{0B1FCB3C-E78E-6F74-4916-E41159F56990}"/>
                  </a:ext>
                </a:extLst>
              </p:cNvPr>
              <p:cNvSpPr/>
              <p:nvPr/>
            </p:nvSpPr>
            <p:spPr>
              <a:xfrm>
                <a:off x="5322000" y="7050847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2" name="任意形状 7151">
                <a:extLst>
                  <a:ext uri="{FF2B5EF4-FFF2-40B4-BE49-F238E27FC236}">
                    <a16:creationId xmlns:a16="http://schemas.microsoft.com/office/drawing/2014/main" id="{3F2B9965-6C42-A17D-D565-7F05577C31CE}"/>
                  </a:ext>
                </a:extLst>
              </p:cNvPr>
              <p:cNvSpPr/>
              <p:nvPr/>
            </p:nvSpPr>
            <p:spPr>
              <a:xfrm>
                <a:off x="5493645" y="7004942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3" name="任意形状 7152">
                <a:extLst>
                  <a:ext uri="{FF2B5EF4-FFF2-40B4-BE49-F238E27FC236}">
                    <a16:creationId xmlns:a16="http://schemas.microsoft.com/office/drawing/2014/main" id="{B589EB42-091F-886E-C0F4-1496249F872B}"/>
                  </a:ext>
                </a:extLst>
              </p:cNvPr>
              <p:cNvSpPr/>
              <p:nvPr/>
            </p:nvSpPr>
            <p:spPr>
              <a:xfrm>
                <a:off x="5267113" y="7218500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solidFill>
                <a:srgbClr val="FFC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4" name="任意形状 7153">
                <a:extLst>
                  <a:ext uri="{FF2B5EF4-FFF2-40B4-BE49-F238E27FC236}">
                    <a16:creationId xmlns:a16="http://schemas.microsoft.com/office/drawing/2014/main" id="{F829D9F8-643A-FEEA-32F4-CEA4AE9414F8}"/>
                  </a:ext>
                </a:extLst>
              </p:cNvPr>
              <p:cNvSpPr/>
              <p:nvPr/>
            </p:nvSpPr>
            <p:spPr>
              <a:xfrm>
                <a:off x="5509612" y="7387151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E4CEF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5" name="任意形状 7154">
                <a:extLst>
                  <a:ext uri="{FF2B5EF4-FFF2-40B4-BE49-F238E27FC236}">
                    <a16:creationId xmlns:a16="http://schemas.microsoft.com/office/drawing/2014/main" id="{BFA56233-0CEB-FB05-C4C8-764F99B44396}"/>
                  </a:ext>
                </a:extLst>
              </p:cNvPr>
              <p:cNvSpPr/>
              <p:nvPr/>
            </p:nvSpPr>
            <p:spPr>
              <a:xfrm>
                <a:off x="5509612" y="7203531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E5369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6" name="任意形状 7155">
                <a:extLst>
                  <a:ext uri="{FF2B5EF4-FFF2-40B4-BE49-F238E27FC236}">
                    <a16:creationId xmlns:a16="http://schemas.microsoft.com/office/drawing/2014/main" id="{AB8CBC62-4584-FA12-14AE-B8DF4512AAD2}"/>
                  </a:ext>
                </a:extLst>
              </p:cNvPr>
              <p:cNvSpPr/>
              <p:nvPr/>
            </p:nvSpPr>
            <p:spPr>
              <a:xfrm>
                <a:off x="5509612" y="7019911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00B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7" name="任意形状 7156">
                <a:extLst>
                  <a:ext uri="{FF2B5EF4-FFF2-40B4-BE49-F238E27FC236}">
                    <a16:creationId xmlns:a16="http://schemas.microsoft.com/office/drawing/2014/main" id="{9AB97933-A2D9-7ABA-3E34-00CE62058D5D}"/>
                  </a:ext>
                </a:extLst>
              </p:cNvPr>
              <p:cNvSpPr/>
              <p:nvPr/>
            </p:nvSpPr>
            <p:spPr>
              <a:xfrm>
                <a:off x="5143369" y="7210516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solidFill>
                <a:srgbClr val="FFC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8" name="任意形状 7157">
                <a:extLst>
                  <a:ext uri="{FF2B5EF4-FFF2-40B4-BE49-F238E27FC236}">
                    <a16:creationId xmlns:a16="http://schemas.microsoft.com/office/drawing/2014/main" id="{A9FF1A44-940B-14D1-1A75-AEB84F07968B}"/>
                  </a:ext>
                </a:extLst>
              </p:cNvPr>
              <p:cNvSpPr/>
              <p:nvPr/>
            </p:nvSpPr>
            <p:spPr>
              <a:xfrm>
                <a:off x="5567492" y="7387151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E4CEF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9" name="任意形状 7158">
                <a:extLst>
                  <a:ext uri="{FF2B5EF4-FFF2-40B4-BE49-F238E27FC236}">
                    <a16:creationId xmlns:a16="http://schemas.microsoft.com/office/drawing/2014/main" id="{50D48AC0-45BA-554C-F0DB-2CBD117600C3}"/>
                  </a:ext>
                </a:extLst>
              </p:cNvPr>
              <p:cNvSpPr/>
              <p:nvPr/>
            </p:nvSpPr>
            <p:spPr>
              <a:xfrm>
                <a:off x="5568490" y="7203531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E36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</p:grpSp>
        <p:sp>
          <p:nvSpPr>
            <p:cNvPr id="7122" name="文本框 7121">
              <a:extLst>
                <a:ext uri="{FF2B5EF4-FFF2-40B4-BE49-F238E27FC236}">
                  <a16:creationId xmlns:a16="http://schemas.microsoft.com/office/drawing/2014/main" id="{3243C955-C9BF-1DC5-0212-ACC5EA80C71F}"/>
                </a:ext>
              </a:extLst>
            </p:cNvPr>
            <p:cNvSpPr txBox="1"/>
            <p:nvPr/>
          </p:nvSpPr>
          <p:spPr>
            <a:xfrm>
              <a:off x="4788598" y="8321666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(×16)</a:t>
              </a:r>
              <a:endParaRPr lang="zh-CN" altLang="en-US" sz="700" b="1" dirty="0"/>
            </a:p>
          </p:txBody>
        </p:sp>
        <p:grpSp>
          <p:nvGrpSpPr>
            <p:cNvPr id="7180" name="组合 7179">
              <a:extLst>
                <a:ext uri="{FF2B5EF4-FFF2-40B4-BE49-F238E27FC236}">
                  <a16:creationId xmlns:a16="http://schemas.microsoft.com/office/drawing/2014/main" id="{3FC08892-A627-3B84-BD11-C07EEF8981F1}"/>
                </a:ext>
              </a:extLst>
            </p:cNvPr>
            <p:cNvGrpSpPr/>
            <p:nvPr/>
          </p:nvGrpSpPr>
          <p:grpSpPr>
            <a:xfrm>
              <a:off x="4971287" y="7844286"/>
              <a:ext cx="509944" cy="509944"/>
              <a:chOff x="5117681" y="7844286"/>
              <a:chExt cx="509944" cy="509944"/>
            </a:xfrm>
          </p:grpSpPr>
          <p:sp>
            <p:nvSpPr>
              <p:cNvPr id="7161" name="任意形状 7160">
                <a:extLst>
                  <a:ext uri="{FF2B5EF4-FFF2-40B4-BE49-F238E27FC236}">
                    <a16:creationId xmlns:a16="http://schemas.microsoft.com/office/drawing/2014/main" id="{51FEC40B-F11F-C18E-EE3D-94E0B9551BC3}"/>
                  </a:ext>
                </a:extLst>
              </p:cNvPr>
              <p:cNvSpPr/>
              <p:nvPr/>
            </p:nvSpPr>
            <p:spPr>
              <a:xfrm>
                <a:off x="5558768" y="7860252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D883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2" name="任意形状 7161">
                <a:extLst>
                  <a:ext uri="{FF2B5EF4-FFF2-40B4-BE49-F238E27FC236}">
                    <a16:creationId xmlns:a16="http://schemas.microsoft.com/office/drawing/2014/main" id="{4BCD0DA9-A2E9-7ABB-FCA5-6D459FFA3269}"/>
                  </a:ext>
                </a:extLst>
              </p:cNvPr>
              <p:cNvSpPr/>
              <p:nvPr/>
            </p:nvSpPr>
            <p:spPr>
              <a:xfrm>
                <a:off x="5483923" y="8210528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3" name="任意形状 7162">
                <a:extLst>
                  <a:ext uri="{FF2B5EF4-FFF2-40B4-BE49-F238E27FC236}">
                    <a16:creationId xmlns:a16="http://schemas.microsoft.com/office/drawing/2014/main" id="{46CE87EC-969B-CB9E-EDBA-6D2C519E756E}"/>
                  </a:ext>
                </a:extLst>
              </p:cNvPr>
              <p:cNvSpPr/>
              <p:nvPr/>
            </p:nvSpPr>
            <p:spPr>
              <a:xfrm>
                <a:off x="5410076" y="8199551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4" name="任意形状 7163">
                <a:extLst>
                  <a:ext uri="{FF2B5EF4-FFF2-40B4-BE49-F238E27FC236}">
                    <a16:creationId xmlns:a16="http://schemas.microsoft.com/office/drawing/2014/main" id="{4FD66AA7-8657-AFAE-A03A-85E28BCDF2C5}"/>
                  </a:ext>
                </a:extLst>
              </p:cNvPr>
              <p:cNvSpPr/>
              <p:nvPr/>
            </p:nvSpPr>
            <p:spPr>
              <a:xfrm>
                <a:off x="5410076" y="8173604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5" name="任意形状 7164">
                <a:extLst>
                  <a:ext uri="{FF2B5EF4-FFF2-40B4-BE49-F238E27FC236}">
                    <a16:creationId xmlns:a16="http://schemas.microsoft.com/office/drawing/2014/main" id="{809F1DD4-2904-20D6-9D3C-141AFB246E08}"/>
                  </a:ext>
                </a:extLst>
              </p:cNvPr>
              <p:cNvSpPr/>
              <p:nvPr/>
            </p:nvSpPr>
            <p:spPr>
              <a:xfrm>
                <a:off x="5117681" y="8041877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6" name="任意形状 7165">
                <a:extLst>
                  <a:ext uri="{FF2B5EF4-FFF2-40B4-BE49-F238E27FC236}">
                    <a16:creationId xmlns:a16="http://schemas.microsoft.com/office/drawing/2014/main" id="{20C9F964-5C5F-E08A-0394-84075849893A}"/>
                  </a:ext>
                </a:extLst>
              </p:cNvPr>
              <p:cNvSpPr/>
              <p:nvPr/>
            </p:nvSpPr>
            <p:spPr>
              <a:xfrm>
                <a:off x="5483923" y="8026908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7" name="任意形状 7166">
                <a:extLst>
                  <a:ext uri="{FF2B5EF4-FFF2-40B4-BE49-F238E27FC236}">
                    <a16:creationId xmlns:a16="http://schemas.microsoft.com/office/drawing/2014/main" id="{C88DCE5E-78FB-8FBF-5D82-3104A58D00E3}"/>
                  </a:ext>
                </a:extLst>
              </p:cNvPr>
              <p:cNvSpPr/>
              <p:nvPr/>
            </p:nvSpPr>
            <p:spPr>
              <a:xfrm>
                <a:off x="5410076" y="8009943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8" name="任意形状 7167">
                <a:extLst>
                  <a:ext uri="{FF2B5EF4-FFF2-40B4-BE49-F238E27FC236}">
                    <a16:creationId xmlns:a16="http://schemas.microsoft.com/office/drawing/2014/main" id="{1DBA911F-8EA8-A897-CE40-27F3FAB4448B}"/>
                  </a:ext>
                </a:extLst>
              </p:cNvPr>
              <p:cNvSpPr/>
              <p:nvPr/>
            </p:nvSpPr>
            <p:spPr>
              <a:xfrm>
                <a:off x="5410076" y="7983996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9" name="任意形状 7168">
                <a:extLst>
                  <a:ext uri="{FF2B5EF4-FFF2-40B4-BE49-F238E27FC236}">
                    <a16:creationId xmlns:a16="http://schemas.microsoft.com/office/drawing/2014/main" id="{C9C621B8-3B07-B167-FE9F-CCDF43E635E5}"/>
                  </a:ext>
                </a:extLst>
              </p:cNvPr>
              <p:cNvSpPr/>
              <p:nvPr/>
            </p:nvSpPr>
            <p:spPr>
              <a:xfrm>
                <a:off x="5312278" y="7890191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0" name="任意形状 7169">
                <a:extLst>
                  <a:ext uri="{FF2B5EF4-FFF2-40B4-BE49-F238E27FC236}">
                    <a16:creationId xmlns:a16="http://schemas.microsoft.com/office/drawing/2014/main" id="{E7880DC9-8734-3180-D989-749C4108FC4A}"/>
                  </a:ext>
                </a:extLst>
              </p:cNvPr>
              <p:cNvSpPr/>
              <p:nvPr/>
            </p:nvSpPr>
            <p:spPr>
              <a:xfrm>
                <a:off x="5483923" y="7844286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1" name="任意形状 7170">
                <a:extLst>
                  <a:ext uri="{FF2B5EF4-FFF2-40B4-BE49-F238E27FC236}">
                    <a16:creationId xmlns:a16="http://schemas.microsoft.com/office/drawing/2014/main" id="{B9863F1B-EA55-A89B-D6D0-D95134245093}"/>
                  </a:ext>
                </a:extLst>
              </p:cNvPr>
              <p:cNvSpPr/>
              <p:nvPr/>
            </p:nvSpPr>
            <p:spPr>
              <a:xfrm>
                <a:off x="5257391" y="8057844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5400000" scaled="1"/>
                <a:tileRect/>
              </a:gra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2" name="任意形状 7171">
                <a:extLst>
                  <a:ext uri="{FF2B5EF4-FFF2-40B4-BE49-F238E27FC236}">
                    <a16:creationId xmlns:a16="http://schemas.microsoft.com/office/drawing/2014/main" id="{4A932D76-3DA5-D179-4354-DCE5D44359F8}"/>
                  </a:ext>
                </a:extLst>
              </p:cNvPr>
              <p:cNvSpPr/>
              <p:nvPr/>
            </p:nvSpPr>
            <p:spPr>
              <a:xfrm>
                <a:off x="5499890" y="8226495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76D6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3" name="任意形状 7172">
                <a:extLst>
                  <a:ext uri="{FF2B5EF4-FFF2-40B4-BE49-F238E27FC236}">
                    <a16:creationId xmlns:a16="http://schemas.microsoft.com/office/drawing/2014/main" id="{20D3A900-3615-4CEF-F75F-4D1C22237143}"/>
                  </a:ext>
                </a:extLst>
              </p:cNvPr>
              <p:cNvSpPr/>
              <p:nvPr/>
            </p:nvSpPr>
            <p:spPr>
              <a:xfrm>
                <a:off x="5499890" y="8042875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E5369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4" name="任意形状 7173">
                <a:extLst>
                  <a:ext uri="{FF2B5EF4-FFF2-40B4-BE49-F238E27FC236}">
                    <a16:creationId xmlns:a16="http://schemas.microsoft.com/office/drawing/2014/main" id="{24C14F4F-04E9-B560-570B-8A8F03B05B1D}"/>
                  </a:ext>
                </a:extLst>
              </p:cNvPr>
              <p:cNvSpPr/>
              <p:nvPr/>
            </p:nvSpPr>
            <p:spPr>
              <a:xfrm>
                <a:off x="5499890" y="7859255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D883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5" name="任意形状 7174">
                <a:extLst>
                  <a:ext uri="{FF2B5EF4-FFF2-40B4-BE49-F238E27FC236}">
                    <a16:creationId xmlns:a16="http://schemas.microsoft.com/office/drawing/2014/main" id="{44E802BD-D4A5-669D-7BD7-39E970F1FE84}"/>
                  </a:ext>
                </a:extLst>
              </p:cNvPr>
              <p:cNvSpPr/>
              <p:nvPr/>
            </p:nvSpPr>
            <p:spPr>
              <a:xfrm>
                <a:off x="5133647" y="8049860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5400000" scaled="1"/>
                <a:tileRect/>
              </a:gra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6" name="任意形状 7175">
                <a:extLst>
                  <a:ext uri="{FF2B5EF4-FFF2-40B4-BE49-F238E27FC236}">
                    <a16:creationId xmlns:a16="http://schemas.microsoft.com/office/drawing/2014/main" id="{A6A9C382-88C0-32B4-E1C9-5B0C8A744E05}"/>
                  </a:ext>
                </a:extLst>
              </p:cNvPr>
              <p:cNvSpPr/>
              <p:nvPr/>
            </p:nvSpPr>
            <p:spPr>
              <a:xfrm>
                <a:off x="5557770" y="8226495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76D6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7" name="任意形状 7176">
                <a:extLst>
                  <a:ext uri="{FF2B5EF4-FFF2-40B4-BE49-F238E27FC236}">
                    <a16:creationId xmlns:a16="http://schemas.microsoft.com/office/drawing/2014/main" id="{79240E74-11DB-75B3-96F6-240AD23CE065}"/>
                  </a:ext>
                </a:extLst>
              </p:cNvPr>
              <p:cNvSpPr/>
              <p:nvPr/>
            </p:nvSpPr>
            <p:spPr>
              <a:xfrm>
                <a:off x="5558768" y="8042875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E36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</p:grpSp>
        <p:grpSp>
          <p:nvGrpSpPr>
            <p:cNvPr id="7183" name="组合 7182">
              <a:extLst>
                <a:ext uri="{FF2B5EF4-FFF2-40B4-BE49-F238E27FC236}">
                  <a16:creationId xmlns:a16="http://schemas.microsoft.com/office/drawing/2014/main" id="{2A97C2C7-2229-1410-50F3-D22A857FC649}"/>
                </a:ext>
              </a:extLst>
            </p:cNvPr>
            <p:cNvGrpSpPr/>
            <p:nvPr/>
          </p:nvGrpSpPr>
          <p:grpSpPr>
            <a:xfrm>
              <a:off x="3274142" y="7789867"/>
              <a:ext cx="1192613" cy="850896"/>
              <a:chOff x="3312638" y="5247191"/>
              <a:chExt cx="1192613" cy="850896"/>
            </a:xfrm>
          </p:grpSpPr>
          <p:pic>
            <p:nvPicPr>
              <p:cNvPr id="7184" name="图形 7183">
                <a:extLst>
                  <a:ext uri="{FF2B5EF4-FFF2-40B4-BE49-F238E27FC236}">
                    <a16:creationId xmlns:a16="http://schemas.microsoft.com/office/drawing/2014/main" id="{23A53DCD-644F-358D-E5A6-27273EEC6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3653473" y="5247191"/>
                <a:ext cx="510943" cy="510943"/>
              </a:xfrm>
              <a:prstGeom prst="rect">
                <a:avLst/>
              </a:prstGeom>
            </p:spPr>
          </p:pic>
          <p:sp>
            <p:nvSpPr>
              <p:cNvPr id="7185" name="文本框 7184">
                <a:extLst>
                  <a:ext uri="{FF2B5EF4-FFF2-40B4-BE49-F238E27FC236}">
                    <a16:creationId xmlns:a16="http://schemas.microsoft.com/office/drawing/2014/main" id="{58A5AD21-BE6C-DAFB-CDEE-0C300CEF6ADB}"/>
                  </a:ext>
                </a:extLst>
              </p:cNvPr>
              <p:cNvSpPr txBox="1"/>
              <p:nvPr/>
            </p:nvSpPr>
            <p:spPr>
              <a:xfrm>
                <a:off x="3312638" y="5790310"/>
                <a:ext cx="119261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Treat Categorical Features as Numeric</a:t>
                </a:r>
              </a:p>
            </p:txBody>
          </p:sp>
        </p:grpSp>
        <p:grpSp>
          <p:nvGrpSpPr>
            <p:cNvPr id="7186" name="组合 7185">
              <a:extLst>
                <a:ext uri="{FF2B5EF4-FFF2-40B4-BE49-F238E27FC236}">
                  <a16:creationId xmlns:a16="http://schemas.microsoft.com/office/drawing/2014/main" id="{58B56608-7C7C-37A5-8140-9785ADD2D8FF}"/>
                </a:ext>
              </a:extLst>
            </p:cNvPr>
            <p:cNvGrpSpPr/>
            <p:nvPr/>
          </p:nvGrpSpPr>
          <p:grpSpPr>
            <a:xfrm>
              <a:off x="3122603" y="6953538"/>
              <a:ext cx="1495690" cy="862540"/>
              <a:chOff x="3122604" y="6093220"/>
              <a:chExt cx="1495690" cy="862540"/>
            </a:xfrm>
          </p:grpSpPr>
          <p:sp>
            <p:nvSpPr>
              <p:cNvPr id="7187" name="文本框 7186">
                <a:extLst>
                  <a:ext uri="{FF2B5EF4-FFF2-40B4-BE49-F238E27FC236}">
                    <a16:creationId xmlns:a16="http://schemas.microsoft.com/office/drawing/2014/main" id="{277ACCD0-3F9B-70E2-86F4-A54BB1F2F7E5}"/>
                  </a:ext>
                </a:extLst>
              </p:cNvPr>
              <p:cNvSpPr txBox="1"/>
              <p:nvPr/>
            </p:nvSpPr>
            <p:spPr>
              <a:xfrm>
                <a:off x="3122604" y="6647983"/>
                <a:ext cx="149569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Ordinal Encoding of Categorical Features</a:t>
                </a:r>
              </a:p>
            </p:txBody>
          </p:sp>
          <p:grpSp>
            <p:nvGrpSpPr>
              <p:cNvPr id="7188" name="组合 7187">
                <a:extLst>
                  <a:ext uri="{FF2B5EF4-FFF2-40B4-BE49-F238E27FC236}">
                    <a16:creationId xmlns:a16="http://schemas.microsoft.com/office/drawing/2014/main" id="{0E6987DA-8AB0-0FB3-8CAC-D0AB6AFFD3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37222" y="6093220"/>
                <a:ext cx="547006" cy="547006"/>
                <a:chOff x="5360783" y="5033669"/>
                <a:chExt cx="547006" cy="547006"/>
              </a:xfrm>
            </p:grpSpPr>
            <p:sp>
              <p:nvSpPr>
                <p:cNvPr id="7189" name="任意形状 7188">
                  <a:extLst>
                    <a:ext uri="{FF2B5EF4-FFF2-40B4-BE49-F238E27FC236}">
                      <a16:creationId xmlns:a16="http://schemas.microsoft.com/office/drawing/2014/main" id="{E78C8CAD-29C8-536C-B17B-453D536214A2}"/>
                    </a:ext>
                  </a:extLst>
                </p:cNvPr>
                <p:cNvSpPr/>
                <p:nvPr/>
              </p:nvSpPr>
              <p:spPr>
                <a:xfrm>
                  <a:off x="5470413" y="5051941"/>
                  <a:ext cx="291204" cy="510463"/>
                </a:xfrm>
                <a:custGeom>
                  <a:avLst/>
                  <a:gdLst>
                    <a:gd name="connsiteX0" fmla="*/ 0 w 291204"/>
                    <a:gd name="connsiteY0" fmla="*/ 0 h 510463"/>
                    <a:gd name="connsiteX1" fmla="*/ 0 w 291204"/>
                    <a:gd name="connsiteY1" fmla="*/ 510464 h 510463"/>
                    <a:gd name="connsiteX2" fmla="*/ 243241 w 291204"/>
                    <a:gd name="connsiteY2" fmla="*/ 510464 h 510463"/>
                    <a:gd name="connsiteX3" fmla="*/ 240957 w 291204"/>
                    <a:gd name="connsiteY3" fmla="*/ 486482 h 510463"/>
                    <a:gd name="connsiteX4" fmla="*/ 232963 w 291204"/>
                    <a:gd name="connsiteY4" fmla="*/ 483056 h 510463"/>
                    <a:gd name="connsiteX5" fmla="*/ 205556 w 291204"/>
                    <a:gd name="connsiteY5" fmla="*/ 504754 h 510463"/>
                    <a:gd name="connsiteX6" fmla="*/ 200988 w 291204"/>
                    <a:gd name="connsiteY6" fmla="*/ 507038 h 510463"/>
                    <a:gd name="connsiteX7" fmla="*/ 196420 w 291204"/>
                    <a:gd name="connsiteY7" fmla="*/ 507038 h 510463"/>
                    <a:gd name="connsiteX8" fmla="*/ 191852 w 291204"/>
                    <a:gd name="connsiteY8" fmla="*/ 504754 h 510463"/>
                    <a:gd name="connsiteX9" fmla="*/ 151883 w 291204"/>
                    <a:gd name="connsiteY9" fmla="*/ 464784 h 510463"/>
                    <a:gd name="connsiteX10" fmla="*/ 149599 w 291204"/>
                    <a:gd name="connsiteY10" fmla="*/ 460217 h 510463"/>
                    <a:gd name="connsiteX11" fmla="*/ 149599 w 291204"/>
                    <a:gd name="connsiteY11" fmla="*/ 455649 h 510463"/>
                    <a:gd name="connsiteX12" fmla="*/ 151883 w 291204"/>
                    <a:gd name="connsiteY12" fmla="*/ 451081 h 510463"/>
                    <a:gd name="connsiteX13" fmla="*/ 172438 w 291204"/>
                    <a:gd name="connsiteY13" fmla="*/ 425957 h 510463"/>
                    <a:gd name="connsiteX14" fmla="*/ 173580 w 291204"/>
                    <a:gd name="connsiteY14" fmla="*/ 422531 h 510463"/>
                    <a:gd name="connsiteX15" fmla="*/ 170155 w 291204"/>
                    <a:gd name="connsiteY15" fmla="*/ 415679 h 510463"/>
                    <a:gd name="connsiteX16" fmla="*/ 132469 w 291204"/>
                    <a:gd name="connsiteY16" fmla="*/ 411112 h 510463"/>
                    <a:gd name="connsiteX17" fmla="*/ 127901 w 291204"/>
                    <a:gd name="connsiteY17" fmla="*/ 407686 h 510463"/>
                    <a:gd name="connsiteX18" fmla="*/ 126759 w 291204"/>
                    <a:gd name="connsiteY18" fmla="*/ 405402 h 510463"/>
                    <a:gd name="connsiteX19" fmla="*/ 126759 w 291204"/>
                    <a:gd name="connsiteY19" fmla="*/ 342593 h 510463"/>
                    <a:gd name="connsiteX20" fmla="*/ 130185 w 291204"/>
                    <a:gd name="connsiteY20" fmla="*/ 338025 h 510463"/>
                    <a:gd name="connsiteX21" fmla="*/ 137037 w 291204"/>
                    <a:gd name="connsiteY21" fmla="*/ 335741 h 510463"/>
                    <a:gd name="connsiteX22" fmla="*/ 170155 w 291204"/>
                    <a:gd name="connsiteY22" fmla="*/ 332315 h 510463"/>
                    <a:gd name="connsiteX23" fmla="*/ 173580 w 291204"/>
                    <a:gd name="connsiteY23" fmla="*/ 324321 h 510463"/>
                    <a:gd name="connsiteX24" fmla="*/ 151883 w 291204"/>
                    <a:gd name="connsiteY24" fmla="*/ 296914 h 510463"/>
                    <a:gd name="connsiteX25" fmla="*/ 149599 w 291204"/>
                    <a:gd name="connsiteY25" fmla="*/ 292346 h 510463"/>
                    <a:gd name="connsiteX26" fmla="*/ 149599 w 291204"/>
                    <a:gd name="connsiteY26" fmla="*/ 287778 h 510463"/>
                    <a:gd name="connsiteX27" fmla="*/ 151883 w 291204"/>
                    <a:gd name="connsiteY27" fmla="*/ 283210 h 510463"/>
                    <a:gd name="connsiteX28" fmla="*/ 191852 w 291204"/>
                    <a:gd name="connsiteY28" fmla="*/ 243241 h 510463"/>
                    <a:gd name="connsiteX29" fmla="*/ 196420 w 291204"/>
                    <a:gd name="connsiteY29" fmla="*/ 240957 h 510463"/>
                    <a:gd name="connsiteX30" fmla="*/ 200988 w 291204"/>
                    <a:gd name="connsiteY30" fmla="*/ 240957 h 510463"/>
                    <a:gd name="connsiteX31" fmla="*/ 205556 w 291204"/>
                    <a:gd name="connsiteY31" fmla="*/ 243241 h 510463"/>
                    <a:gd name="connsiteX32" fmla="*/ 230679 w 291204"/>
                    <a:gd name="connsiteY32" fmla="*/ 263797 h 510463"/>
                    <a:gd name="connsiteX33" fmla="*/ 234105 w 291204"/>
                    <a:gd name="connsiteY33" fmla="*/ 264939 h 510463"/>
                    <a:gd name="connsiteX34" fmla="*/ 240957 w 291204"/>
                    <a:gd name="connsiteY34" fmla="*/ 261513 h 510463"/>
                    <a:gd name="connsiteX35" fmla="*/ 245525 w 291204"/>
                    <a:gd name="connsiteY35" fmla="*/ 223827 h 510463"/>
                    <a:gd name="connsiteX36" fmla="*/ 251235 w 291204"/>
                    <a:gd name="connsiteY36" fmla="*/ 218118 h 510463"/>
                    <a:gd name="connsiteX37" fmla="*/ 291204 w 291204"/>
                    <a:gd name="connsiteY37" fmla="*/ 218118 h 510463"/>
                    <a:gd name="connsiteX38" fmla="*/ 291204 w 291204"/>
                    <a:gd name="connsiteY38" fmla="*/ 6852 h 510463"/>
                    <a:gd name="connsiteX39" fmla="*/ 288920 w 291204"/>
                    <a:gd name="connsiteY39" fmla="*/ 0 h 510463"/>
                    <a:gd name="connsiteX40" fmla="*/ 90216 w 291204"/>
                    <a:gd name="connsiteY40" fmla="*/ 457933 h 510463"/>
                    <a:gd name="connsiteX41" fmla="*/ 90216 w 291204"/>
                    <a:gd name="connsiteY41" fmla="*/ 472778 h 510463"/>
                    <a:gd name="connsiteX42" fmla="*/ 92500 w 291204"/>
                    <a:gd name="connsiteY42" fmla="*/ 475062 h 510463"/>
                    <a:gd name="connsiteX43" fmla="*/ 107346 w 291204"/>
                    <a:gd name="connsiteY43" fmla="*/ 475062 h 510463"/>
                    <a:gd name="connsiteX44" fmla="*/ 109630 w 291204"/>
                    <a:gd name="connsiteY44" fmla="*/ 472778 h 510463"/>
                    <a:gd name="connsiteX45" fmla="*/ 109630 w 291204"/>
                    <a:gd name="connsiteY45" fmla="*/ 457933 h 510463"/>
                    <a:gd name="connsiteX46" fmla="*/ 107346 w 291204"/>
                    <a:gd name="connsiteY46" fmla="*/ 455649 h 510463"/>
                    <a:gd name="connsiteX47" fmla="*/ 92500 w 291204"/>
                    <a:gd name="connsiteY47" fmla="*/ 455649 h 510463"/>
                    <a:gd name="connsiteX48" fmla="*/ 35401 w 291204"/>
                    <a:gd name="connsiteY48" fmla="*/ 457933 h 510463"/>
                    <a:gd name="connsiteX49" fmla="*/ 35401 w 291204"/>
                    <a:gd name="connsiteY49" fmla="*/ 472778 h 510463"/>
                    <a:gd name="connsiteX50" fmla="*/ 37685 w 291204"/>
                    <a:gd name="connsiteY50" fmla="*/ 475062 h 510463"/>
                    <a:gd name="connsiteX51" fmla="*/ 70803 w 291204"/>
                    <a:gd name="connsiteY51" fmla="*/ 475062 h 510463"/>
                    <a:gd name="connsiteX52" fmla="*/ 73087 w 291204"/>
                    <a:gd name="connsiteY52" fmla="*/ 472778 h 510463"/>
                    <a:gd name="connsiteX53" fmla="*/ 73087 w 291204"/>
                    <a:gd name="connsiteY53" fmla="*/ 457933 h 510463"/>
                    <a:gd name="connsiteX54" fmla="*/ 70803 w 291204"/>
                    <a:gd name="connsiteY54" fmla="*/ 455649 h 510463"/>
                    <a:gd name="connsiteX55" fmla="*/ 37685 w 291204"/>
                    <a:gd name="connsiteY55" fmla="*/ 455649 h 510463"/>
                    <a:gd name="connsiteX56" fmla="*/ 35401 w 291204"/>
                    <a:gd name="connsiteY56" fmla="*/ 421389 h 510463"/>
                    <a:gd name="connsiteX57" fmla="*/ 35401 w 291204"/>
                    <a:gd name="connsiteY57" fmla="*/ 436235 h 510463"/>
                    <a:gd name="connsiteX58" fmla="*/ 37685 w 291204"/>
                    <a:gd name="connsiteY58" fmla="*/ 438519 h 510463"/>
                    <a:gd name="connsiteX59" fmla="*/ 107346 w 291204"/>
                    <a:gd name="connsiteY59" fmla="*/ 438519 h 510463"/>
                    <a:gd name="connsiteX60" fmla="*/ 109630 w 291204"/>
                    <a:gd name="connsiteY60" fmla="*/ 436235 h 510463"/>
                    <a:gd name="connsiteX61" fmla="*/ 109630 w 291204"/>
                    <a:gd name="connsiteY61" fmla="*/ 421389 h 510463"/>
                    <a:gd name="connsiteX62" fmla="*/ 107346 w 291204"/>
                    <a:gd name="connsiteY62" fmla="*/ 419105 h 510463"/>
                    <a:gd name="connsiteX63" fmla="*/ 37685 w 291204"/>
                    <a:gd name="connsiteY63" fmla="*/ 419105 h 510463"/>
                    <a:gd name="connsiteX64" fmla="*/ 35401 w 291204"/>
                    <a:gd name="connsiteY64" fmla="*/ 384846 h 510463"/>
                    <a:gd name="connsiteX65" fmla="*/ 35401 w 291204"/>
                    <a:gd name="connsiteY65" fmla="*/ 399692 h 510463"/>
                    <a:gd name="connsiteX66" fmla="*/ 37685 w 291204"/>
                    <a:gd name="connsiteY66" fmla="*/ 401976 h 510463"/>
                    <a:gd name="connsiteX67" fmla="*/ 107346 w 291204"/>
                    <a:gd name="connsiteY67" fmla="*/ 401976 h 510463"/>
                    <a:gd name="connsiteX68" fmla="*/ 109630 w 291204"/>
                    <a:gd name="connsiteY68" fmla="*/ 399692 h 510463"/>
                    <a:gd name="connsiteX69" fmla="*/ 109630 w 291204"/>
                    <a:gd name="connsiteY69" fmla="*/ 384846 h 510463"/>
                    <a:gd name="connsiteX70" fmla="*/ 107346 w 291204"/>
                    <a:gd name="connsiteY70" fmla="*/ 382562 h 510463"/>
                    <a:gd name="connsiteX71" fmla="*/ 37685 w 291204"/>
                    <a:gd name="connsiteY71" fmla="*/ 382562 h 510463"/>
                    <a:gd name="connsiteX72" fmla="*/ 35401 w 291204"/>
                    <a:gd name="connsiteY72" fmla="*/ 348303 h 510463"/>
                    <a:gd name="connsiteX73" fmla="*/ 35401 w 291204"/>
                    <a:gd name="connsiteY73" fmla="*/ 363149 h 510463"/>
                    <a:gd name="connsiteX74" fmla="*/ 37685 w 291204"/>
                    <a:gd name="connsiteY74" fmla="*/ 365433 h 510463"/>
                    <a:gd name="connsiteX75" fmla="*/ 107346 w 291204"/>
                    <a:gd name="connsiteY75" fmla="*/ 365433 h 510463"/>
                    <a:gd name="connsiteX76" fmla="*/ 109630 w 291204"/>
                    <a:gd name="connsiteY76" fmla="*/ 363149 h 510463"/>
                    <a:gd name="connsiteX77" fmla="*/ 109630 w 291204"/>
                    <a:gd name="connsiteY77" fmla="*/ 348303 h 510463"/>
                    <a:gd name="connsiteX78" fmla="*/ 107346 w 291204"/>
                    <a:gd name="connsiteY78" fmla="*/ 346019 h 510463"/>
                    <a:gd name="connsiteX79" fmla="*/ 37685 w 291204"/>
                    <a:gd name="connsiteY79" fmla="*/ 346019 h 510463"/>
                    <a:gd name="connsiteX80" fmla="*/ 90216 w 291204"/>
                    <a:gd name="connsiteY80" fmla="*/ 311760 h 510463"/>
                    <a:gd name="connsiteX81" fmla="*/ 90216 w 291204"/>
                    <a:gd name="connsiteY81" fmla="*/ 326605 h 510463"/>
                    <a:gd name="connsiteX82" fmla="*/ 92500 w 291204"/>
                    <a:gd name="connsiteY82" fmla="*/ 328889 h 510463"/>
                    <a:gd name="connsiteX83" fmla="*/ 107346 w 291204"/>
                    <a:gd name="connsiteY83" fmla="*/ 328889 h 510463"/>
                    <a:gd name="connsiteX84" fmla="*/ 109630 w 291204"/>
                    <a:gd name="connsiteY84" fmla="*/ 326605 h 510463"/>
                    <a:gd name="connsiteX85" fmla="*/ 109630 w 291204"/>
                    <a:gd name="connsiteY85" fmla="*/ 311760 h 510463"/>
                    <a:gd name="connsiteX86" fmla="*/ 107346 w 291204"/>
                    <a:gd name="connsiteY86" fmla="*/ 309476 h 510463"/>
                    <a:gd name="connsiteX87" fmla="*/ 92500 w 291204"/>
                    <a:gd name="connsiteY87" fmla="*/ 309476 h 510463"/>
                    <a:gd name="connsiteX88" fmla="*/ 35401 w 291204"/>
                    <a:gd name="connsiteY88" fmla="*/ 311760 h 510463"/>
                    <a:gd name="connsiteX89" fmla="*/ 35401 w 291204"/>
                    <a:gd name="connsiteY89" fmla="*/ 326605 h 510463"/>
                    <a:gd name="connsiteX90" fmla="*/ 37685 w 291204"/>
                    <a:gd name="connsiteY90" fmla="*/ 328889 h 510463"/>
                    <a:gd name="connsiteX91" fmla="*/ 70803 w 291204"/>
                    <a:gd name="connsiteY91" fmla="*/ 328889 h 510463"/>
                    <a:gd name="connsiteX92" fmla="*/ 73087 w 291204"/>
                    <a:gd name="connsiteY92" fmla="*/ 326605 h 510463"/>
                    <a:gd name="connsiteX93" fmla="*/ 73087 w 291204"/>
                    <a:gd name="connsiteY93" fmla="*/ 311760 h 510463"/>
                    <a:gd name="connsiteX94" fmla="*/ 70803 w 291204"/>
                    <a:gd name="connsiteY94" fmla="*/ 309476 h 510463"/>
                    <a:gd name="connsiteX95" fmla="*/ 37685 w 291204"/>
                    <a:gd name="connsiteY95" fmla="*/ 309476 h 510463"/>
                    <a:gd name="connsiteX96" fmla="*/ 35401 w 291204"/>
                    <a:gd name="connsiteY96" fmla="*/ 275216 h 510463"/>
                    <a:gd name="connsiteX97" fmla="*/ 35401 w 291204"/>
                    <a:gd name="connsiteY97" fmla="*/ 290062 h 510463"/>
                    <a:gd name="connsiteX98" fmla="*/ 37685 w 291204"/>
                    <a:gd name="connsiteY98" fmla="*/ 292346 h 510463"/>
                    <a:gd name="connsiteX99" fmla="*/ 107346 w 291204"/>
                    <a:gd name="connsiteY99" fmla="*/ 292346 h 510463"/>
                    <a:gd name="connsiteX100" fmla="*/ 109630 w 291204"/>
                    <a:gd name="connsiteY100" fmla="*/ 290062 h 510463"/>
                    <a:gd name="connsiteX101" fmla="*/ 109630 w 291204"/>
                    <a:gd name="connsiteY101" fmla="*/ 275216 h 510463"/>
                    <a:gd name="connsiteX102" fmla="*/ 107346 w 291204"/>
                    <a:gd name="connsiteY102" fmla="*/ 272932 h 510463"/>
                    <a:gd name="connsiteX103" fmla="*/ 37685 w 291204"/>
                    <a:gd name="connsiteY103" fmla="*/ 272932 h 510463"/>
                    <a:gd name="connsiteX104" fmla="*/ 71945 w 291204"/>
                    <a:gd name="connsiteY104" fmla="*/ 238673 h 510463"/>
                    <a:gd name="connsiteX105" fmla="*/ 71945 w 291204"/>
                    <a:gd name="connsiteY105" fmla="*/ 253519 h 510463"/>
                    <a:gd name="connsiteX106" fmla="*/ 74228 w 291204"/>
                    <a:gd name="connsiteY106" fmla="*/ 255803 h 510463"/>
                    <a:gd name="connsiteX107" fmla="*/ 107346 w 291204"/>
                    <a:gd name="connsiteY107" fmla="*/ 255803 h 510463"/>
                    <a:gd name="connsiteX108" fmla="*/ 109630 w 291204"/>
                    <a:gd name="connsiteY108" fmla="*/ 253519 h 510463"/>
                    <a:gd name="connsiteX109" fmla="*/ 109630 w 291204"/>
                    <a:gd name="connsiteY109" fmla="*/ 238673 h 510463"/>
                    <a:gd name="connsiteX110" fmla="*/ 107346 w 291204"/>
                    <a:gd name="connsiteY110" fmla="*/ 236389 h 510463"/>
                    <a:gd name="connsiteX111" fmla="*/ 74228 w 291204"/>
                    <a:gd name="connsiteY111" fmla="*/ 236389 h 510463"/>
                    <a:gd name="connsiteX112" fmla="*/ 35401 w 291204"/>
                    <a:gd name="connsiteY112" fmla="*/ 238673 h 510463"/>
                    <a:gd name="connsiteX113" fmla="*/ 35401 w 291204"/>
                    <a:gd name="connsiteY113" fmla="*/ 253519 h 510463"/>
                    <a:gd name="connsiteX114" fmla="*/ 37685 w 291204"/>
                    <a:gd name="connsiteY114" fmla="*/ 255803 h 510463"/>
                    <a:gd name="connsiteX115" fmla="*/ 52531 w 291204"/>
                    <a:gd name="connsiteY115" fmla="*/ 255803 h 510463"/>
                    <a:gd name="connsiteX116" fmla="*/ 54815 w 291204"/>
                    <a:gd name="connsiteY116" fmla="*/ 253519 h 510463"/>
                    <a:gd name="connsiteX117" fmla="*/ 54815 w 291204"/>
                    <a:gd name="connsiteY117" fmla="*/ 238673 h 510463"/>
                    <a:gd name="connsiteX118" fmla="*/ 52531 w 291204"/>
                    <a:gd name="connsiteY118" fmla="*/ 236389 h 510463"/>
                    <a:gd name="connsiteX119" fmla="*/ 37685 w 291204"/>
                    <a:gd name="connsiteY119" fmla="*/ 236389 h 510463"/>
                    <a:gd name="connsiteX120" fmla="*/ 54815 w 291204"/>
                    <a:gd name="connsiteY120" fmla="*/ 20556 h 510463"/>
                    <a:gd name="connsiteX121" fmla="*/ 54815 w 291204"/>
                    <a:gd name="connsiteY121" fmla="*/ 21698 h 510463"/>
                    <a:gd name="connsiteX122" fmla="*/ 53673 w 291204"/>
                    <a:gd name="connsiteY122" fmla="*/ 22840 h 510463"/>
                    <a:gd name="connsiteX123" fmla="*/ 53673 w 291204"/>
                    <a:gd name="connsiteY123" fmla="*/ 195278 h 510463"/>
                    <a:gd name="connsiteX124" fmla="*/ 59383 w 291204"/>
                    <a:gd name="connsiteY124" fmla="*/ 200988 h 510463"/>
                    <a:gd name="connsiteX125" fmla="*/ 250093 w 291204"/>
                    <a:gd name="connsiteY125" fmla="*/ 200988 h 510463"/>
                    <a:gd name="connsiteX126" fmla="*/ 255803 w 291204"/>
                    <a:gd name="connsiteY126" fmla="*/ 195278 h 510463"/>
                    <a:gd name="connsiteX127" fmla="*/ 255803 w 291204"/>
                    <a:gd name="connsiteY127" fmla="*/ 22840 h 510463"/>
                    <a:gd name="connsiteX128" fmla="*/ 250093 w 291204"/>
                    <a:gd name="connsiteY128" fmla="*/ 17130 h 510463"/>
                    <a:gd name="connsiteX129" fmla="*/ 59383 w 291204"/>
                    <a:gd name="connsiteY129" fmla="*/ 17130 h 510463"/>
                    <a:gd name="connsiteX130" fmla="*/ 58241 w 291204"/>
                    <a:gd name="connsiteY130" fmla="*/ 18272 h 510463"/>
                    <a:gd name="connsiteX131" fmla="*/ 57099 w 291204"/>
                    <a:gd name="connsiteY131" fmla="*/ 18272 h 5104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</a:cxnLst>
                  <a:rect l="l" t="t" r="r" b="b"/>
                  <a:pathLst>
                    <a:path w="291204" h="510463">
                      <a:moveTo>
                        <a:pt x="0" y="0"/>
                      </a:moveTo>
                      <a:lnTo>
                        <a:pt x="0" y="510464"/>
                      </a:lnTo>
                      <a:lnTo>
                        <a:pt x="243241" y="510464"/>
                      </a:lnTo>
                      <a:lnTo>
                        <a:pt x="240957" y="486482"/>
                      </a:lnTo>
                      <a:lnTo>
                        <a:pt x="232963" y="483056"/>
                      </a:lnTo>
                      <a:lnTo>
                        <a:pt x="205556" y="504754"/>
                      </a:lnTo>
                      <a:lnTo>
                        <a:pt x="200988" y="507038"/>
                      </a:lnTo>
                      <a:lnTo>
                        <a:pt x="196420" y="507038"/>
                      </a:lnTo>
                      <a:lnTo>
                        <a:pt x="191852" y="504754"/>
                      </a:lnTo>
                      <a:lnTo>
                        <a:pt x="151883" y="464784"/>
                      </a:lnTo>
                      <a:lnTo>
                        <a:pt x="149599" y="460217"/>
                      </a:lnTo>
                      <a:lnTo>
                        <a:pt x="149599" y="455649"/>
                      </a:lnTo>
                      <a:lnTo>
                        <a:pt x="151883" y="451081"/>
                      </a:lnTo>
                      <a:lnTo>
                        <a:pt x="172438" y="425957"/>
                      </a:lnTo>
                      <a:lnTo>
                        <a:pt x="173580" y="422531"/>
                      </a:lnTo>
                      <a:lnTo>
                        <a:pt x="170155" y="415679"/>
                      </a:lnTo>
                      <a:lnTo>
                        <a:pt x="132469" y="411112"/>
                      </a:lnTo>
                      <a:lnTo>
                        <a:pt x="127901" y="407686"/>
                      </a:lnTo>
                      <a:lnTo>
                        <a:pt x="126759" y="405402"/>
                      </a:lnTo>
                      <a:lnTo>
                        <a:pt x="126759" y="342593"/>
                      </a:lnTo>
                      <a:lnTo>
                        <a:pt x="130185" y="338025"/>
                      </a:lnTo>
                      <a:lnTo>
                        <a:pt x="137037" y="335741"/>
                      </a:lnTo>
                      <a:lnTo>
                        <a:pt x="170155" y="332315"/>
                      </a:lnTo>
                      <a:lnTo>
                        <a:pt x="173580" y="324321"/>
                      </a:lnTo>
                      <a:lnTo>
                        <a:pt x="151883" y="296914"/>
                      </a:lnTo>
                      <a:lnTo>
                        <a:pt x="149599" y="292346"/>
                      </a:lnTo>
                      <a:lnTo>
                        <a:pt x="149599" y="287778"/>
                      </a:lnTo>
                      <a:lnTo>
                        <a:pt x="151883" y="283210"/>
                      </a:lnTo>
                      <a:lnTo>
                        <a:pt x="191852" y="243241"/>
                      </a:lnTo>
                      <a:lnTo>
                        <a:pt x="196420" y="240957"/>
                      </a:lnTo>
                      <a:lnTo>
                        <a:pt x="200988" y="240957"/>
                      </a:lnTo>
                      <a:lnTo>
                        <a:pt x="205556" y="243241"/>
                      </a:lnTo>
                      <a:lnTo>
                        <a:pt x="230679" y="263797"/>
                      </a:lnTo>
                      <a:lnTo>
                        <a:pt x="234105" y="264939"/>
                      </a:lnTo>
                      <a:lnTo>
                        <a:pt x="240957" y="261513"/>
                      </a:lnTo>
                      <a:lnTo>
                        <a:pt x="245525" y="223827"/>
                      </a:lnTo>
                      <a:lnTo>
                        <a:pt x="251235" y="218118"/>
                      </a:lnTo>
                      <a:lnTo>
                        <a:pt x="291204" y="218118"/>
                      </a:lnTo>
                      <a:lnTo>
                        <a:pt x="291204" y="6852"/>
                      </a:lnTo>
                      <a:lnTo>
                        <a:pt x="288920" y="0"/>
                      </a:lnTo>
                      <a:close/>
                      <a:moveTo>
                        <a:pt x="90216" y="457933"/>
                      </a:moveTo>
                      <a:lnTo>
                        <a:pt x="90216" y="472778"/>
                      </a:lnTo>
                      <a:lnTo>
                        <a:pt x="92500" y="475062"/>
                      </a:lnTo>
                      <a:lnTo>
                        <a:pt x="107346" y="475062"/>
                      </a:lnTo>
                      <a:lnTo>
                        <a:pt x="109630" y="472778"/>
                      </a:lnTo>
                      <a:lnTo>
                        <a:pt x="109630" y="457933"/>
                      </a:lnTo>
                      <a:lnTo>
                        <a:pt x="107346" y="455649"/>
                      </a:lnTo>
                      <a:lnTo>
                        <a:pt x="92500" y="455649"/>
                      </a:lnTo>
                      <a:close/>
                      <a:moveTo>
                        <a:pt x="35401" y="457933"/>
                      </a:moveTo>
                      <a:lnTo>
                        <a:pt x="35401" y="472778"/>
                      </a:lnTo>
                      <a:lnTo>
                        <a:pt x="37685" y="475062"/>
                      </a:lnTo>
                      <a:lnTo>
                        <a:pt x="70803" y="475062"/>
                      </a:lnTo>
                      <a:lnTo>
                        <a:pt x="73087" y="472778"/>
                      </a:lnTo>
                      <a:lnTo>
                        <a:pt x="73087" y="457933"/>
                      </a:lnTo>
                      <a:lnTo>
                        <a:pt x="70803" y="455649"/>
                      </a:lnTo>
                      <a:lnTo>
                        <a:pt x="37685" y="455649"/>
                      </a:lnTo>
                      <a:close/>
                      <a:moveTo>
                        <a:pt x="35401" y="421389"/>
                      </a:moveTo>
                      <a:lnTo>
                        <a:pt x="35401" y="436235"/>
                      </a:lnTo>
                      <a:lnTo>
                        <a:pt x="37685" y="438519"/>
                      </a:lnTo>
                      <a:lnTo>
                        <a:pt x="107346" y="438519"/>
                      </a:lnTo>
                      <a:lnTo>
                        <a:pt x="109630" y="436235"/>
                      </a:lnTo>
                      <a:lnTo>
                        <a:pt x="109630" y="421389"/>
                      </a:lnTo>
                      <a:lnTo>
                        <a:pt x="107346" y="419105"/>
                      </a:lnTo>
                      <a:lnTo>
                        <a:pt x="37685" y="419105"/>
                      </a:lnTo>
                      <a:close/>
                      <a:moveTo>
                        <a:pt x="35401" y="384846"/>
                      </a:moveTo>
                      <a:lnTo>
                        <a:pt x="35401" y="399692"/>
                      </a:lnTo>
                      <a:lnTo>
                        <a:pt x="37685" y="401976"/>
                      </a:lnTo>
                      <a:lnTo>
                        <a:pt x="107346" y="401976"/>
                      </a:lnTo>
                      <a:lnTo>
                        <a:pt x="109630" y="399692"/>
                      </a:lnTo>
                      <a:lnTo>
                        <a:pt x="109630" y="384846"/>
                      </a:lnTo>
                      <a:lnTo>
                        <a:pt x="107346" y="382562"/>
                      </a:lnTo>
                      <a:lnTo>
                        <a:pt x="37685" y="382562"/>
                      </a:lnTo>
                      <a:close/>
                      <a:moveTo>
                        <a:pt x="35401" y="348303"/>
                      </a:moveTo>
                      <a:lnTo>
                        <a:pt x="35401" y="363149"/>
                      </a:lnTo>
                      <a:lnTo>
                        <a:pt x="37685" y="365433"/>
                      </a:lnTo>
                      <a:lnTo>
                        <a:pt x="107346" y="365433"/>
                      </a:lnTo>
                      <a:lnTo>
                        <a:pt x="109630" y="363149"/>
                      </a:lnTo>
                      <a:lnTo>
                        <a:pt x="109630" y="348303"/>
                      </a:lnTo>
                      <a:lnTo>
                        <a:pt x="107346" y="346019"/>
                      </a:lnTo>
                      <a:lnTo>
                        <a:pt x="37685" y="346019"/>
                      </a:lnTo>
                      <a:close/>
                      <a:moveTo>
                        <a:pt x="90216" y="311760"/>
                      </a:moveTo>
                      <a:lnTo>
                        <a:pt x="90216" y="326605"/>
                      </a:lnTo>
                      <a:lnTo>
                        <a:pt x="92500" y="328889"/>
                      </a:lnTo>
                      <a:lnTo>
                        <a:pt x="107346" y="328889"/>
                      </a:lnTo>
                      <a:lnTo>
                        <a:pt x="109630" y="326605"/>
                      </a:lnTo>
                      <a:lnTo>
                        <a:pt x="109630" y="311760"/>
                      </a:lnTo>
                      <a:lnTo>
                        <a:pt x="107346" y="309476"/>
                      </a:lnTo>
                      <a:lnTo>
                        <a:pt x="92500" y="309476"/>
                      </a:lnTo>
                      <a:close/>
                      <a:moveTo>
                        <a:pt x="35401" y="311760"/>
                      </a:moveTo>
                      <a:lnTo>
                        <a:pt x="35401" y="326605"/>
                      </a:lnTo>
                      <a:lnTo>
                        <a:pt x="37685" y="328889"/>
                      </a:lnTo>
                      <a:lnTo>
                        <a:pt x="70803" y="328889"/>
                      </a:lnTo>
                      <a:lnTo>
                        <a:pt x="73087" y="326605"/>
                      </a:lnTo>
                      <a:lnTo>
                        <a:pt x="73087" y="311760"/>
                      </a:lnTo>
                      <a:lnTo>
                        <a:pt x="70803" y="309476"/>
                      </a:lnTo>
                      <a:lnTo>
                        <a:pt x="37685" y="309476"/>
                      </a:lnTo>
                      <a:close/>
                      <a:moveTo>
                        <a:pt x="35401" y="275216"/>
                      </a:moveTo>
                      <a:lnTo>
                        <a:pt x="35401" y="290062"/>
                      </a:lnTo>
                      <a:lnTo>
                        <a:pt x="37685" y="292346"/>
                      </a:lnTo>
                      <a:lnTo>
                        <a:pt x="107346" y="292346"/>
                      </a:lnTo>
                      <a:lnTo>
                        <a:pt x="109630" y="290062"/>
                      </a:lnTo>
                      <a:lnTo>
                        <a:pt x="109630" y="275216"/>
                      </a:lnTo>
                      <a:lnTo>
                        <a:pt x="107346" y="272932"/>
                      </a:lnTo>
                      <a:lnTo>
                        <a:pt x="37685" y="272932"/>
                      </a:lnTo>
                      <a:close/>
                      <a:moveTo>
                        <a:pt x="71945" y="238673"/>
                      </a:moveTo>
                      <a:lnTo>
                        <a:pt x="71945" y="253519"/>
                      </a:lnTo>
                      <a:lnTo>
                        <a:pt x="74228" y="255803"/>
                      </a:lnTo>
                      <a:lnTo>
                        <a:pt x="107346" y="255803"/>
                      </a:lnTo>
                      <a:lnTo>
                        <a:pt x="109630" y="253519"/>
                      </a:lnTo>
                      <a:lnTo>
                        <a:pt x="109630" y="238673"/>
                      </a:lnTo>
                      <a:lnTo>
                        <a:pt x="107346" y="236389"/>
                      </a:lnTo>
                      <a:lnTo>
                        <a:pt x="74228" y="236389"/>
                      </a:lnTo>
                      <a:close/>
                      <a:moveTo>
                        <a:pt x="35401" y="238673"/>
                      </a:moveTo>
                      <a:lnTo>
                        <a:pt x="35401" y="253519"/>
                      </a:lnTo>
                      <a:lnTo>
                        <a:pt x="37685" y="255803"/>
                      </a:lnTo>
                      <a:lnTo>
                        <a:pt x="52531" y="255803"/>
                      </a:lnTo>
                      <a:lnTo>
                        <a:pt x="54815" y="253519"/>
                      </a:lnTo>
                      <a:lnTo>
                        <a:pt x="54815" y="238673"/>
                      </a:lnTo>
                      <a:lnTo>
                        <a:pt x="52531" y="236389"/>
                      </a:lnTo>
                      <a:lnTo>
                        <a:pt x="37685" y="236389"/>
                      </a:lnTo>
                      <a:close/>
                      <a:moveTo>
                        <a:pt x="54815" y="20556"/>
                      </a:move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3673" y="195278"/>
                      </a:lnTo>
                      <a:lnTo>
                        <a:pt x="59383" y="200988"/>
                      </a:lnTo>
                      <a:lnTo>
                        <a:pt x="250093" y="200988"/>
                      </a:lnTo>
                      <a:lnTo>
                        <a:pt x="255803" y="195278"/>
                      </a:lnTo>
                      <a:lnTo>
                        <a:pt x="255803" y="22840"/>
                      </a:lnTo>
                      <a:lnTo>
                        <a:pt x="250093" y="17130"/>
                      </a:lnTo>
                      <a:lnTo>
                        <a:pt x="59383" y="17130"/>
                      </a:lnTo>
                      <a:lnTo>
                        <a:pt x="58241" y="18272"/>
                      </a:lnTo>
                      <a:lnTo>
                        <a:pt x="57099" y="18272"/>
                      </a:lnTo>
                      <a:close/>
                    </a:path>
                  </a:pathLst>
                </a:custGeom>
                <a:solidFill>
                  <a:srgbClr val="FDE8AA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 dirty="0"/>
                </a:p>
              </p:txBody>
            </p:sp>
            <p:sp>
              <p:nvSpPr>
                <p:cNvPr id="7190" name="任意形状 7189">
                  <a:extLst>
                    <a:ext uri="{FF2B5EF4-FFF2-40B4-BE49-F238E27FC236}">
                      <a16:creationId xmlns:a16="http://schemas.microsoft.com/office/drawing/2014/main" id="{69886DEB-2098-0772-C01D-BB570C4D0962}"/>
                    </a:ext>
                  </a:extLst>
                </p:cNvPr>
                <p:cNvSpPr/>
                <p:nvPr/>
              </p:nvSpPr>
              <p:spPr>
                <a:xfrm>
                  <a:off x="5561771" y="5508731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1" name="任意形状 7190">
                  <a:extLst>
                    <a:ext uri="{FF2B5EF4-FFF2-40B4-BE49-F238E27FC236}">
                      <a16:creationId xmlns:a16="http://schemas.microsoft.com/office/drawing/2014/main" id="{6EC0B63D-CF3E-8C94-0655-87E5E0C3A727}"/>
                    </a:ext>
                  </a:extLst>
                </p:cNvPr>
                <p:cNvSpPr/>
                <p:nvPr/>
              </p:nvSpPr>
              <p:spPr>
                <a:xfrm>
                  <a:off x="5506956" y="5508731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2" name="任意形状 7191">
                  <a:extLst>
                    <a:ext uri="{FF2B5EF4-FFF2-40B4-BE49-F238E27FC236}">
                      <a16:creationId xmlns:a16="http://schemas.microsoft.com/office/drawing/2014/main" id="{5FFCC092-74D0-C4D2-108F-398081E1448E}"/>
                    </a:ext>
                  </a:extLst>
                </p:cNvPr>
                <p:cNvSpPr/>
                <p:nvPr/>
              </p:nvSpPr>
              <p:spPr>
                <a:xfrm>
                  <a:off x="5506956" y="5472188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3" name="任意形状 7192">
                  <a:extLst>
                    <a:ext uri="{FF2B5EF4-FFF2-40B4-BE49-F238E27FC236}">
                      <a16:creationId xmlns:a16="http://schemas.microsoft.com/office/drawing/2014/main" id="{4A322EB9-A283-523E-80FB-1B3B4E963E42}"/>
                    </a:ext>
                  </a:extLst>
                </p:cNvPr>
                <p:cNvSpPr/>
                <p:nvPr/>
              </p:nvSpPr>
              <p:spPr>
                <a:xfrm>
                  <a:off x="5506956" y="543564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4" name="任意形状 7193">
                  <a:extLst>
                    <a:ext uri="{FF2B5EF4-FFF2-40B4-BE49-F238E27FC236}">
                      <a16:creationId xmlns:a16="http://schemas.microsoft.com/office/drawing/2014/main" id="{6833C2AA-3788-B07A-449C-7BD1D160108E}"/>
                    </a:ext>
                  </a:extLst>
                </p:cNvPr>
                <p:cNvSpPr/>
                <p:nvPr/>
              </p:nvSpPr>
              <p:spPr>
                <a:xfrm>
                  <a:off x="5506956" y="5399102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5" name="任意形状 7194">
                  <a:extLst>
                    <a:ext uri="{FF2B5EF4-FFF2-40B4-BE49-F238E27FC236}">
                      <a16:creationId xmlns:a16="http://schemas.microsoft.com/office/drawing/2014/main" id="{91A8E4DD-8F3B-DCB2-9E0B-763BA6C417AD}"/>
                    </a:ext>
                  </a:extLst>
                </p:cNvPr>
                <p:cNvSpPr/>
                <p:nvPr/>
              </p:nvSpPr>
              <p:spPr>
                <a:xfrm>
                  <a:off x="5561771" y="5362558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6" name="任意形状 7195">
                  <a:extLst>
                    <a:ext uri="{FF2B5EF4-FFF2-40B4-BE49-F238E27FC236}">
                      <a16:creationId xmlns:a16="http://schemas.microsoft.com/office/drawing/2014/main" id="{B60EA7C6-EA63-549C-B644-0C4B848FD8AA}"/>
                    </a:ext>
                  </a:extLst>
                </p:cNvPr>
                <p:cNvSpPr/>
                <p:nvPr/>
              </p:nvSpPr>
              <p:spPr>
                <a:xfrm>
                  <a:off x="5506956" y="5362558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7" name="任意形状 7196">
                  <a:extLst>
                    <a:ext uri="{FF2B5EF4-FFF2-40B4-BE49-F238E27FC236}">
                      <a16:creationId xmlns:a16="http://schemas.microsoft.com/office/drawing/2014/main" id="{83501079-6365-9DFE-9702-DA31505F5886}"/>
                    </a:ext>
                  </a:extLst>
                </p:cNvPr>
                <p:cNvSpPr/>
                <p:nvPr/>
              </p:nvSpPr>
              <p:spPr>
                <a:xfrm>
                  <a:off x="5672543" y="5344287"/>
                  <a:ext cx="161018" cy="162160"/>
                </a:xfrm>
                <a:custGeom>
                  <a:avLst/>
                  <a:gdLst>
                    <a:gd name="connsiteX0" fmla="*/ 67377 w 161018"/>
                    <a:gd name="connsiteY0" fmla="*/ 1142 h 162160"/>
                    <a:gd name="connsiteX1" fmla="*/ 66235 w 161018"/>
                    <a:gd name="connsiteY1" fmla="*/ 2284 h 162160"/>
                    <a:gd name="connsiteX2" fmla="*/ 61667 w 161018"/>
                    <a:gd name="connsiteY2" fmla="*/ 2284 h 162160"/>
                    <a:gd name="connsiteX3" fmla="*/ 60525 w 161018"/>
                    <a:gd name="connsiteY3" fmla="*/ 3426 h 162160"/>
                    <a:gd name="connsiteX4" fmla="*/ 58241 w 161018"/>
                    <a:gd name="connsiteY4" fmla="*/ 3426 h 162160"/>
                    <a:gd name="connsiteX5" fmla="*/ 57099 w 161018"/>
                    <a:gd name="connsiteY5" fmla="*/ 4568 h 162160"/>
                    <a:gd name="connsiteX6" fmla="*/ 54815 w 161018"/>
                    <a:gd name="connsiteY6" fmla="*/ 4568 h 162160"/>
                    <a:gd name="connsiteX7" fmla="*/ 53673 w 161018"/>
                    <a:gd name="connsiteY7" fmla="*/ 5710 h 162160"/>
                    <a:gd name="connsiteX8" fmla="*/ 51389 w 161018"/>
                    <a:gd name="connsiteY8" fmla="*/ 5710 h 162160"/>
                    <a:gd name="connsiteX9" fmla="*/ 50247 w 161018"/>
                    <a:gd name="connsiteY9" fmla="*/ 6852 h 162160"/>
                    <a:gd name="connsiteX10" fmla="*/ 49105 w 161018"/>
                    <a:gd name="connsiteY10" fmla="*/ 6852 h 162160"/>
                    <a:gd name="connsiteX11" fmla="*/ 47963 w 161018"/>
                    <a:gd name="connsiteY11" fmla="*/ 7994 h 162160"/>
                    <a:gd name="connsiteX12" fmla="*/ 45679 w 161018"/>
                    <a:gd name="connsiteY12" fmla="*/ 7994 h 162160"/>
                    <a:gd name="connsiteX13" fmla="*/ 44537 w 161018"/>
                    <a:gd name="connsiteY13" fmla="*/ 9136 h 162160"/>
                    <a:gd name="connsiteX14" fmla="*/ 43395 w 161018"/>
                    <a:gd name="connsiteY14" fmla="*/ 9136 h 162160"/>
                    <a:gd name="connsiteX15" fmla="*/ 42253 w 161018"/>
                    <a:gd name="connsiteY15" fmla="*/ 10278 h 162160"/>
                    <a:gd name="connsiteX16" fmla="*/ 41111 w 161018"/>
                    <a:gd name="connsiteY16" fmla="*/ 10278 h 162160"/>
                    <a:gd name="connsiteX17" fmla="*/ 38827 w 161018"/>
                    <a:gd name="connsiteY17" fmla="*/ 12562 h 162160"/>
                    <a:gd name="connsiteX18" fmla="*/ 37685 w 161018"/>
                    <a:gd name="connsiteY18" fmla="*/ 12562 h 162160"/>
                    <a:gd name="connsiteX19" fmla="*/ 35401 w 161018"/>
                    <a:gd name="connsiteY19" fmla="*/ 14846 h 162160"/>
                    <a:gd name="connsiteX20" fmla="*/ 34259 w 161018"/>
                    <a:gd name="connsiteY20" fmla="*/ 14846 h 162160"/>
                    <a:gd name="connsiteX21" fmla="*/ 31975 w 161018"/>
                    <a:gd name="connsiteY21" fmla="*/ 17130 h 162160"/>
                    <a:gd name="connsiteX22" fmla="*/ 30833 w 161018"/>
                    <a:gd name="connsiteY22" fmla="*/ 17130 h 162160"/>
                    <a:gd name="connsiteX23" fmla="*/ 15988 w 161018"/>
                    <a:gd name="connsiteY23" fmla="*/ 31975 h 162160"/>
                    <a:gd name="connsiteX24" fmla="*/ 15988 w 161018"/>
                    <a:gd name="connsiteY24" fmla="*/ 33117 h 162160"/>
                    <a:gd name="connsiteX25" fmla="*/ 13704 w 161018"/>
                    <a:gd name="connsiteY25" fmla="*/ 35401 h 162160"/>
                    <a:gd name="connsiteX26" fmla="*/ 13704 w 161018"/>
                    <a:gd name="connsiteY26" fmla="*/ 36543 h 162160"/>
                    <a:gd name="connsiteX27" fmla="*/ 11420 w 161018"/>
                    <a:gd name="connsiteY27" fmla="*/ 38827 h 162160"/>
                    <a:gd name="connsiteX28" fmla="*/ 11420 w 161018"/>
                    <a:gd name="connsiteY28" fmla="*/ 39969 h 162160"/>
                    <a:gd name="connsiteX29" fmla="*/ 10278 w 161018"/>
                    <a:gd name="connsiteY29" fmla="*/ 41111 h 162160"/>
                    <a:gd name="connsiteX30" fmla="*/ 10278 w 161018"/>
                    <a:gd name="connsiteY30" fmla="*/ 42253 h 162160"/>
                    <a:gd name="connsiteX31" fmla="*/ 7994 w 161018"/>
                    <a:gd name="connsiteY31" fmla="*/ 44537 h 162160"/>
                    <a:gd name="connsiteX32" fmla="*/ 7994 w 161018"/>
                    <a:gd name="connsiteY32" fmla="*/ 45679 h 162160"/>
                    <a:gd name="connsiteX33" fmla="*/ 6852 w 161018"/>
                    <a:gd name="connsiteY33" fmla="*/ 46821 h 162160"/>
                    <a:gd name="connsiteX34" fmla="*/ 6852 w 161018"/>
                    <a:gd name="connsiteY34" fmla="*/ 49105 h 162160"/>
                    <a:gd name="connsiteX35" fmla="*/ 5710 w 161018"/>
                    <a:gd name="connsiteY35" fmla="*/ 50247 h 162160"/>
                    <a:gd name="connsiteX36" fmla="*/ 5710 w 161018"/>
                    <a:gd name="connsiteY36" fmla="*/ 51389 h 162160"/>
                    <a:gd name="connsiteX37" fmla="*/ 4568 w 161018"/>
                    <a:gd name="connsiteY37" fmla="*/ 52531 h 162160"/>
                    <a:gd name="connsiteX38" fmla="*/ 4568 w 161018"/>
                    <a:gd name="connsiteY38" fmla="*/ 54815 h 162160"/>
                    <a:gd name="connsiteX39" fmla="*/ 3426 w 161018"/>
                    <a:gd name="connsiteY39" fmla="*/ 55957 h 162160"/>
                    <a:gd name="connsiteX40" fmla="*/ 3426 w 161018"/>
                    <a:gd name="connsiteY40" fmla="*/ 58241 h 162160"/>
                    <a:gd name="connsiteX41" fmla="*/ 2284 w 161018"/>
                    <a:gd name="connsiteY41" fmla="*/ 59383 h 162160"/>
                    <a:gd name="connsiteX42" fmla="*/ 2284 w 161018"/>
                    <a:gd name="connsiteY42" fmla="*/ 61667 h 162160"/>
                    <a:gd name="connsiteX43" fmla="*/ 1142 w 161018"/>
                    <a:gd name="connsiteY43" fmla="*/ 62809 h 162160"/>
                    <a:gd name="connsiteX44" fmla="*/ 1142 w 161018"/>
                    <a:gd name="connsiteY44" fmla="*/ 67377 h 162160"/>
                    <a:gd name="connsiteX45" fmla="*/ 0 w 161018"/>
                    <a:gd name="connsiteY45" fmla="*/ 68519 h 162160"/>
                    <a:gd name="connsiteX46" fmla="*/ 0 w 161018"/>
                    <a:gd name="connsiteY46" fmla="*/ 94784 h 162160"/>
                    <a:gd name="connsiteX47" fmla="*/ 1142 w 161018"/>
                    <a:gd name="connsiteY47" fmla="*/ 95926 h 162160"/>
                    <a:gd name="connsiteX48" fmla="*/ 1142 w 161018"/>
                    <a:gd name="connsiteY48" fmla="*/ 99352 h 162160"/>
                    <a:gd name="connsiteX49" fmla="*/ 2284 w 161018"/>
                    <a:gd name="connsiteY49" fmla="*/ 100494 h 162160"/>
                    <a:gd name="connsiteX50" fmla="*/ 2284 w 161018"/>
                    <a:gd name="connsiteY50" fmla="*/ 103920 h 162160"/>
                    <a:gd name="connsiteX51" fmla="*/ 3426 w 161018"/>
                    <a:gd name="connsiteY51" fmla="*/ 105062 h 162160"/>
                    <a:gd name="connsiteX52" fmla="*/ 3426 w 161018"/>
                    <a:gd name="connsiteY52" fmla="*/ 107346 h 162160"/>
                    <a:gd name="connsiteX53" fmla="*/ 4568 w 161018"/>
                    <a:gd name="connsiteY53" fmla="*/ 108488 h 162160"/>
                    <a:gd name="connsiteX54" fmla="*/ 4568 w 161018"/>
                    <a:gd name="connsiteY54" fmla="*/ 110772 h 162160"/>
                    <a:gd name="connsiteX55" fmla="*/ 5710 w 161018"/>
                    <a:gd name="connsiteY55" fmla="*/ 111914 h 162160"/>
                    <a:gd name="connsiteX56" fmla="*/ 5710 w 161018"/>
                    <a:gd name="connsiteY56" fmla="*/ 113056 h 162160"/>
                    <a:gd name="connsiteX57" fmla="*/ 6852 w 161018"/>
                    <a:gd name="connsiteY57" fmla="*/ 114198 h 162160"/>
                    <a:gd name="connsiteX58" fmla="*/ 6852 w 161018"/>
                    <a:gd name="connsiteY58" fmla="*/ 116482 h 162160"/>
                    <a:gd name="connsiteX59" fmla="*/ 7994 w 161018"/>
                    <a:gd name="connsiteY59" fmla="*/ 117624 h 162160"/>
                    <a:gd name="connsiteX60" fmla="*/ 7994 w 161018"/>
                    <a:gd name="connsiteY60" fmla="*/ 118766 h 162160"/>
                    <a:gd name="connsiteX61" fmla="*/ 10278 w 161018"/>
                    <a:gd name="connsiteY61" fmla="*/ 121050 h 162160"/>
                    <a:gd name="connsiteX62" fmla="*/ 10278 w 161018"/>
                    <a:gd name="connsiteY62" fmla="*/ 122191 h 162160"/>
                    <a:gd name="connsiteX63" fmla="*/ 11420 w 161018"/>
                    <a:gd name="connsiteY63" fmla="*/ 123333 h 162160"/>
                    <a:gd name="connsiteX64" fmla="*/ 11420 w 161018"/>
                    <a:gd name="connsiteY64" fmla="*/ 124475 h 162160"/>
                    <a:gd name="connsiteX65" fmla="*/ 13704 w 161018"/>
                    <a:gd name="connsiteY65" fmla="*/ 126759 h 162160"/>
                    <a:gd name="connsiteX66" fmla="*/ 13704 w 161018"/>
                    <a:gd name="connsiteY66" fmla="*/ 127901 h 162160"/>
                    <a:gd name="connsiteX67" fmla="*/ 15988 w 161018"/>
                    <a:gd name="connsiteY67" fmla="*/ 130185 h 162160"/>
                    <a:gd name="connsiteX68" fmla="*/ 15988 w 161018"/>
                    <a:gd name="connsiteY68" fmla="*/ 131327 h 162160"/>
                    <a:gd name="connsiteX69" fmla="*/ 30833 w 161018"/>
                    <a:gd name="connsiteY69" fmla="*/ 146173 h 162160"/>
                    <a:gd name="connsiteX70" fmla="*/ 31975 w 161018"/>
                    <a:gd name="connsiteY70" fmla="*/ 146173 h 162160"/>
                    <a:gd name="connsiteX71" fmla="*/ 34259 w 161018"/>
                    <a:gd name="connsiteY71" fmla="*/ 148457 h 162160"/>
                    <a:gd name="connsiteX72" fmla="*/ 35401 w 161018"/>
                    <a:gd name="connsiteY72" fmla="*/ 148457 h 162160"/>
                    <a:gd name="connsiteX73" fmla="*/ 37685 w 161018"/>
                    <a:gd name="connsiteY73" fmla="*/ 150741 h 162160"/>
                    <a:gd name="connsiteX74" fmla="*/ 38827 w 161018"/>
                    <a:gd name="connsiteY74" fmla="*/ 150741 h 162160"/>
                    <a:gd name="connsiteX75" fmla="*/ 39969 w 161018"/>
                    <a:gd name="connsiteY75" fmla="*/ 151883 h 162160"/>
                    <a:gd name="connsiteX76" fmla="*/ 41111 w 161018"/>
                    <a:gd name="connsiteY76" fmla="*/ 151883 h 162160"/>
                    <a:gd name="connsiteX77" fmla="*/ 43395 w 161018"/>
                    <a:gd name="connsiteY77" fmla="*/ 154167 h 162160"/>
                    <a:gd name="connsiteX78" fmla="*/ 44537 w 161018"/>
                    <a:gd name="connsiteY78" fmla="*/ 154167 h 162160"/>
                    <a:gd name="connsiteX79" fmla="*/ 45679 w 161018"/>
                    <a:gd name="connsiteY79" fmla="*/ 155309 h 162160"/>
                    <a:gd name="connsiteX80" fmla="*/ 47963 w 161018"/>
                    <a:gd name="connsiteY80" fmla="*/ 155309 h 162160"/>
                    <a:gd name="connsiteX81" fmla="*/ 49105 w 161018"/>
                    <a:gd name="connsiteY81" fmla="*/ 156451 h 162160"/>
                    <a:gd name="connsiteX82" fmla="*/ 50247 w 161018"/>
                    <a:gd name="connsiteY82" fmla="*/ 156451 h 162160"/>
                    <a:gd name="connsiteX83" fmla="*/ 51389 w 161018"/>
                    <a:gd name="connsiteY83" fmla="*/ 157593 h 162160"/>
                    <a:gd name="connsiteX84" fmla="*/ 53673 w 161018"/>
                    <a:gd name="connsiteY84" fmla="*/ 157593 h 162160"/>
                    <a:gd name="connsiteX85" fmla="*/ 54815 w 161018"/>
                    <a:gd name="connsiteY85" fmla="*/ 158735 h 162160"/>
                    <a:gd name="connsiteX86" fmla="*/ 57099 w 161018"/>
                    <a:gd name="connsiteY86" fmla="*/ 158735 h 162160"/>
                    <a:gd name="connsiteX87" fmla="*/ 58241 w 161018"/>
                    <a:gd name="connsiteY87" fmla="*/ 159877 h 162160"/>
                    <a:gd name="connsiteX88" fmla="*/ 61667 w 161018"/>
                    <a:gd name="connsiteY88" fmla="*/ 159877 h 162160"/>
                    <a:gd name="connsiteX89" fmla="*/ 62809 w 161018"/>
                    <a:gd name="connsiteY89" fmla="*/ 161019 h 162160"/>
                    <a:gd name="connsiteX90" fmla="*/ 67377 w 161018"/>
                    <a:gd name="connsiteY90" fmla="*/ 161019 h 162160"/>
                    <a:gd name="connsiteX91" fmla="*/ 68519 w 161018"/>
                    <a:gd name="connsiteY91" fmla="*/ 162161 h 162160"/>
                    <a:gd name="connsiteX92" fmla="*/ 93642 w 161018"/>
                    <a:gd name="connsiteY92" fmla="*/ 162161 h 162160"/>
                    <a:gd name="connsiteX93" fmla="*/ 94784 w 161018"/>
                    <a:gd name="connsiteY93" fmla="*/ 161019 h 162160"/>
                    <a:gd name="connsiteX94" fmla="*/ 99352 w 161018"/>
                    <a:gd name="connsiteY94" fmla="*/ 161019 h 162160"/>
                    <a:gd name="connsiteX95" fmla="*/ 100494 w 161018"/>
                    <a:gd name="connsiteY95" fmla="*/ 159877 h 162160"/>
                    <a:gd name="connsiteX96" fmla="*/ 102778 w 161018"/>
                    <a:gd name="connsiteY96" fmla="*/ 159877 h 162160"/>
                    <a:gd name="connsiteX97" fmla="*/ 103920 w 161018"/>
                    <a:gd name="connsiteY97" fmla="*/ 158735 h 162160"/>
                    <a:gd name="connsiteX98" fmla="*/ 106204 w 161018"/>
                    <a:gd name="connsiteY98" fmla="*/ 158735 h 162160"/>
                    <a:gd name="connsiteX99" fmla="*/ 107346 w 161018"/>
                    <a:gd name="connsiteY99" fmla="*/ 157593 h 162160"/>
                    <a:gd name="connsiteX100" fmla="*/ 109630 w 161018"/>
                    <a:gd name="connsiteY100" fmla="*/ 157593 h 162160"/>
                    <a:gd name="connsiteX101" fmla="*/ 110772 w 161018"/>
                    <a:gd name="connsiteY101" fmla="*/ 156451 h 162160"/>
                    <a:gd name="connsiteX102" fmla="*/ 111914 w 161018"/>
                    <a:gd name="connsiteY102" fmla="*/ 156451 h 162160"/>
                    <a:gd name="connsiteX103" fmla="*/ 113056 w 161018"/>
                    <a:gd name="connsiteY103" fmla="*/ 155309 h 162160"/>
                    <a:gd name="connsiteX104" fmla="*/ 115340 w 161018"/>
                    <a:gd name="connsiteY104" fmla="*/ 155309 h 162160"/>
                    <a:gd name="connsiteX105" fmla="*/ 116482 w 161018"/>
                    <a:gd name="connsiteY105" fmla="*/ 154167 h 162160"/>
                    <a:gd name="connsiteX106" fmla="*/ 117624 w 161018"/>
                    <a:gd name="connsiteY106" fmla="*/ 154167 h 162160"/>
                    <a:gd name="connsiteX107" fmla="*/ 119908 w 161018"/>
                    <a:gd name="connsiteY107" fmla="*/ 151883 h 162160"/>
                    <a:gd name="connsiteX108" fmla="*/ 121050 w 161018"/>
                    <a:gd name="connsiteY108" fmla="*/ 151883 h 162160"/>
                    <a:gd name="connsiteX109" fmla="*/ 122191 w 161018"/>
                    <a:gd name="connsiteY109" fmla="*/ 150741 h 162160"/>
                    <a:gd name="connsiteX110" fmla="*/ 123333 w 161018"/>
                    <a:gd name="connsiteY110" fmla="*/ 150741 h 162160"/>
                    <a:gd name="connsiteX111" fmla="*/ 125617 w 161018"/>
                    <a:gd name="connsiteY111" fmla="*/ 148457 h 162160"/>
                    <a:gd name="connsiteX112" fmla="*/ 126759 w 161018"/>
                    <a:gd name="connsiteY112" fmla="*/ 148457 h 162160"/>
                    <a:gd name="connsiteX113" fmla="*/ 129043 w 161018"/>
                    <a:gd name="connsiteY113" fmla="*/ 146173 h 162160"/>
                    <a:gd name="connsiteX114" fmla="*/ 130185 w 161018"/>
                    <a:gd name="connsiteY114" fmla="*/ 146173 h 162160"/>
                    <a:gd name="connsiteX115" fmla="*/ 145031 w 161018"/>
                    <a:gd name="connsiteY115" fmla="*/ 131327 h 162160"/>
                    <a:gd name="connsiteX116" fmla="*/ 145031 w 161018"/>
                    <a:gd name="connsiteY116" fmla="*/ 130185 h 162160"/>
                    <a:gd name="connsiteX117" fmla="*/ 147315 w 161018"/>
                    <a:gd name="connsiteY117" fmla="*/ 127901 h 162160"/>
                    <a:gd name="connsiteX118" fmla="*/ 147315 w 161018"/>
                    <a:gd name="connsiteY118" fmla="*/ 126759 h 162160"/>
                    <a:gd name="connsiteX119" fmla="*/ 149599 w 161018"/>
                    <a:gd name="connsiteY119" fmla="*/ 124475 h 162160"/>
                    <a:gd name="connsiteX120" fmla="*/ 149599 w 161018"/>
                    <a:gd name="connsiteY120" fmla="*/ 123333 h 162160"/>
                    <a:gd name="connsiteX121" fmla="*/ 150741 w 161018"/>
                    <a:gd name="connsiteY121" fmla="*/ 122191 h 162160"/>
                    <a:gd name="connsiteX122" fmla="*/ 150741 w 161018"/>
                    <a:gd name="connsiteY122" fmla="*/ 121050 h 162160"/>
                    <a:gd name="connsiteX123" fmla="*/ 153025 w 161018"/>
                    <a:gd name="connsiteY123" fmla="*/ 118766 h 162160"/>
                    <a:gd name="connsiteX124" fmla="*/ 153025 w 161018"/>
                    <a:gd name="connsiteY124" fmla="*/ 117624 h 162160"/>
                    <a:gd name="connsiteX125" fmla="*/ 154167 w 161018"/>
                    <a:gd name="connsiteY125" fmla="*/ 116482 h 162160"/>
                    <a:gd name="connsiteX126" fmla="*/ 154167 w 161018"/>
                    <a:gd name="connsiteY126" fmla="*/ 114198 h 162160"/>
                    <a:gd name="connsiteX127" fmla="*/ 155309 w 161018"/>
                    <a:gd name="connsiteY127" fmla="*/ 113056 h 162160"/>
                    <a:gd name="connsiteX128" fmla="*/ 155309 w 161018"/>
                    <a:gd name="connsiteY128" fmla="*/ 111914 h 162160"/>
                    <a:gd name="connsiteX129" fmla="*/ 156451 w 161018"/>
                    <a:gd name="connsiteY129" fmla="*/ 110772 h 162160"/>
                    <a:gd name="connsiteX130" fmla="*/ 156451 w 161018"/>
                    <a:gd name="connsiteY130" fmla="*/ 108488 h 162160"/>
                    <a:gd name="connsiteX131" fmla="*/ 157593 w 161018"/>
                    <a:gd name="connsiteY131" fmla="*/ 107346 h 162160"/>
                    <a:gd name="connsiteX132" fmla="*/ 157593 w 161018"/>
                    <a:gd name="connsiteY132" fmla="*/ 105062 h 162160"/>
                    <a:gd name="connsiteX133" fmla="*/ 158735 w 161018"/>
                    <a:gd name="connsiteY133" fmla="*/ 103920 h 162160"/>
                    <a:gd name="connsiteX134" fmla="*/ 158735 w 161018"/>
                    <a:gd name="connsiteY134" fmla="*/ 100494 h 162160"/>
                    <a:gd name="connsiteX135" fmla="*/ 159877 w 161018"/>
                    <a:gd name="connsiteY135" fmla="*/ 99352 h 162160"/>
                    <a:gd name="connsiteX136" fmla="*/ 159877 w 161018"/>
                    <a:gd name="connsiteY136" fmla="*/ 95926 h 162160"/>
                    <a:gd name="connsiteX137" fmla="*/ 161019 w 161018"/>
                    <a:gd name="connsiteY137" fmla="*/ 94784 h 162160"/>
                    <a:gd name="connsiteX138" fmla="*/ 161019 w 161018"/>
                    <a:gd name="connsiteY138" fmla="*/ 68519 h 162160"/>
                    <a:gd name="connsiteX139" fmla="*/ 159877 w 161018"/>
                    <a:gd name="connsiteY139" fmla="*/ 67377 h 162160"/>
                    <a:gd name="connsiteX140" fmla="*/ 159877 w 161018"/>
                    <a:gd name="connsiteY140" fmla="*/ 62809 h 162160"/>
                    <a:gd name="connsiteX141" fmla="*/ 158735 w 161018"/>
                    <a:gd name="connsiteY141" fmla="*/ 61667 h 162160"/>
                    <a:gd name="connsiteX142" fmla="*/ 158735 w 161018"/>
                    <a:gd name="connsiteY142" fmla="*/ 59383 h 162160"/>
                    <a:gd name="connsiteX143" fmla="*/ 157593 w 161018"/>
                    <a:gd name="connsiteY143" fmla="*/ 58241 h 162160"/>
                    <a:gd name="connsiteX144" fmla="*/ 157593 w 161018"/>
                    <a:gd name="connsiteY144" fmla="*/ 55957 h 162160"/>
                    <a:gd name="connsiteX145" fmla="*/ 156451 w 161018"/>
                    <a:gd name="connsiteY145" fmla="*/ 54815 h 162160"/>
                    <a:gd name="connsiteX146" fmla="*/ 156451 w 161018"/>
                    <a:gd name="connsiteY146" fmla="*/ 52531 h 162160"/>
                    <a:gd name="connsiteX147" fmla="*/ 155309 w 161018"/>
                    <a:gd name="connsiteY147" fmla="*/ 51389 h 162160"/>
                    <a:gd name="connsiteX148" fmla="*/ 155309 w 161018"/>
                    <a:gd name="connsiteY148" fmla="*/ 50247 h 162160"/>
                    <a:gd name="connsiteX149" fmla="*/ 154167 w 161018"/>
                    <a:gd name="connsiteY149" fmla="*/ 49105 h 162160"/>
                    <a:gd name="connsiteX150" fmla="*/ 154167 w 161018"/>
                    <a:gd name="connsiteY150" fmla="*/ 46821 h 162160"/>
                    <a:gd name="connsiteX151" fmla="*/ 153025 w 161018"/>
                    <a:gd name="connsiteY151" fmla="*/ 45679 h 162160"/>
                    <a:gd name="connsiteX152" fmla="*/ 153025 w 161018"/>
                    <a:gd name="connsiteY152" fmla="*/ 44537 h 162160"/>
                    <a:gd name="connsiteX153" fmla="*/ 150741 w 161018"/>
                    <a:gd name="connsiteY153" fmla="*/ 42253 h 162160"/>
                    <a:gd name="connsiteX154" fmla="*/ 150741 w 161018"/>
                    <a:gd name="connsiteY154" fmla="*/ 41111 h 162160"/>
                    <a:gd name="connsiteX155" fmla="*/ 149599 w 161018"/>
                    <a:gd name="connsiteY155" fmla="*/ 39969 h 162160"/>
                    <a:gd name="connsiteX156" fmla="*/ 149599 w 161018"/>
                    <a:gd name="connsiteY156" fmla="*/ 38827 h 162160"/>
                    <a:gd name="connsiteX157" fmla="*/ 147315 w 161018"/>
                    <a:gd name="connsiteY157" fmla="*/ 36543 h 162160"/>
                    <a:gd name="connsiteX158" fmla="*/ 147315 w 161018"/>
                    <a:gd name="connsiteY158" fmla="*/ 35401 h 162160"/>
                    <a:gd name="connsiteX159" fmla="*/ 145031 w 161018"/>
                    <a:gd name="connsiteY159" fmla="*/ 33117 h 162160"/>
                    <a:gd name="connsiteX160" fmla="*/ 145031 w 161018"/>
                    <a:gd name="connsiteY160" fmla="*/ 31975 h 162160"/>
                    <a:gd name="connsiteX161" fmla="*/ 130185 w 161018"/>
                    <a:gd name="connsiteY161" fmla="*/ 17130 h 162160"/>
                    <a:gd name="connsiteX162" fmla="*/ 129043 w 161018"/>
                    <a:gd name="connsiteY162" fmla="*/ 17130 h 162160"/>
                    <a:gd name="connsiteX163" fmla="*/ 126759 w 161018"/>
                    <a:gd name="connsiteY163" fmla="*/ 14846 h 162160"/>
                    <a:gd name="connsiteX164" fmla="*/ 125617 w 161018"/>
                    <a:gd name="connsiteY164" fmla="*/ 14846 h 162160"/>
                    <a:gd name="connsiteX165" fmla="*/ 123333 w 161018"/>
                    <a:gd name="connsiteY165" fmla="*/ 12562 h 162160"/>
                    <a:gd name="connsiteX166" fmla="*/ 122191 w 161018"/>
                    <a:gd name="connsiteY166" fmla="*/ 12562 h 162160"/>
                    <a:gd name="connsiteX167" fmla="*/ 119908 w 161018"/>
                    <a:gd name="connsiteY167" fmla="*/ 10278 h 162160"/>
                    <a:gd name="connsiteX168" fmla="*/ 118766 w 161018"/>
                    <a:gd name="connsiteY168" fmla="*/ 10278 h 162160"/>
                    <a:gd name="connsiteX169" fmla="*/ 117624 w 161018"/>
                    <a:gd name="connsiteY169" fmla="*/ 9136 h 162160"/>
                    <a:gd name="connsiteX170" fmla="*/ 116482 w 161018"/>
                    <a:gd name="connsiteY170" fmla="*/ 9136 h 162160"/>
                    <a:gd name="connsiteX171" fmla="*/ 115340 w 161018"/>
                    <a:gd name="connsiteY171" fmla="*/ 7994 h 162160"/>
                    <a:gd name="connsiteX172" fmla="*/ 113056 w 161018"/>
                    <a:gd name="connsiteY172" fmla="*/ 7994 h 162160"/>
                    <a:gd name="connsiteX173" fmla="*/ 111914 w 161018"/>
                    <a:gd name="connsiteY173" fmla="*/ 6852 h 162160"/>
                    <a:gd name="connsiteX174" fmla="*/ 110772 w 161018"/>
                    <a:gd name="connsiteY174" fmla="*/ 6852 h 162160"/>
                    <a:gd name="connsiteX175" fmla="*/ 109630 w 161018"/>
                    <a:gd name="connsiteY175" fmla="*/ 5710 h 162160"/>
                    <a:gd name="connsiteX176" fmla="*/ 107346 w 161018"/>
                    <a:gd name="connsiteY176" fmla="*/ 5710 h 162160"/>
                    <a:gd name="connsiteX177" fmla="*/ 106204 w 161018"/>
                    <a:gd name="connsiteY177" fmla="*/ 4568 h 162160"/>
                    <a:gd name="connsiteX178" fmla="*/ 103920 w 161018"/>
                    <a:gd name="connsiteY178" fmla="*/ 4568 h 162160"/>
                    <a:gd name="connsiteX179" fmla="*/ 102778 w 161018"/>
                    <a:gd name="connsiteY179" fmla="*/ 3426 h 162160"/>
                    <a:gd name="connsiteX180" fmla="*/ 100494 w 161018"/>
                    <a:gd name="connsiteY180" fmla="*/ 3426 h 162160"/>
                    <a:gd name="connsiteX181" fmla="*/ 99352 w 161018"/>
                    <a:gd name="connsiteY181" fmla="*/ 2284 h 162160"/>
                    <a:gd name="connsiteX182" fmla="*/ 94784 w 161018"/>
                    <a:gd name="connsiteY182" fmla="*/ 2284 h 162160"/>
                    <a:gd name="connsiteX183" fmla="*/ 93642 w 161018"/>
                    <a:gd name="connsiteY183" fmla="*/ 1142 h 162160"/>
                    <a:gd name="connsiteX184" fmla="*/ 82222 w 161018"/>
                    <a:gd name="connsiteY184" fmla="*/ 1142 h 162160"/>
                    <a:gd name="connsiteX185" fmla="*/ 81080 w 161018"/>
                    <a:gd name="connsiteY185" fmla="*/ 0 h 162160"/>
                    <a:gd name="connsiteX186" fmla="*/ 79938 w 161018"/>
                    <a:gd name="connsiteY186" fmla="*/ 0 h 162160"/>
                    <a:gd name="connsiteX187" fmla="*/ 78796 w 161018"/>
                    <a:gd name="connsiteY187" fmla="*/ 1142 h 162160"/>
                    <a:gd name="connsiteX188" fmla="*/ 68519 w 161018"/>
                    <a:gd name="connsiteY188" fmla="*/ 17130 h 162160"/>
                    <a:gd name="connsiteX189" fmla="*/ 67377 w 161018"/>
                    <a:gd name="connsiteY189" fmla="*/ 18272 h 162160"/>
                    <a:gd name="connsiteX190" fmla="*/ 63951 w 161018"/>
                    <a:gd name="connsiteY190" fmla="*/ 18272 h 162160"/>
                    <a:gd name="connsiteX191" fmla="*/ 62809 w 161018"/>
                    <a:gd name="connsiteY191" fmla="*/ 19414 h 162160"/>
                    <a:gd name="connsiteX192" fmla="*/ 60525 w 161018"/>
                    <a:gd name="connsiteY192" fmla="*/ 19414 h 162160"/>
                    <a:gd name="connsiteX193" fmla="*/ 59383 w 161018"/>
                    <a:gd name="connsiteY193" fmla="*/ 20556 h 162160"/>
                    <a:gd name="connsiteX194" fmla="*/ 57099 w 161018"/>
                    <a:gd name="connsiteY194" fmla="*/ 20556 h 162160"/>
                    <a:gd name="connsiteX195" fmla="*/ 55957 w 161018"/>
                    <a:gd name="connsiteY195" fmla="*/ 21698 h 162160"/>
                    <a:gd name="connsiteX196" fmla="*/ 54815 w 161018"/>
                    <a:gd name="connsiteY196" fmla="*/ 21698 h 162160"/>
                    <a:gd name="connsiteX197" fmla="*/ 53673 w 161018"/>
                    <a:gd name="connsiteY197" fmla="*/ 22840 h 162160"/>
                    <a:gd name="connsiteX198" fmla="*/ 51389 w 161018"/>
                    <a:gd name="connsiteY198" fmla="*/ 22840 h 162160"/>
                    <a:gd name="connsiteX199" fmla="*/ 49105 w 161018"/>
                    <a:gd name="connsiteY199" fmla="*/ 25123 h 162160"/>
                    <a:gd name="connsiteX200" fmla="*/ 47963 w 161018"/>
                    <a:gd name="connsiteY200" fmla="*/ 25123 h 162160"/>
                    <a:gd name="connsiteX201" fmla="*/ 46821 w 161018"/>
                    <a:gd name="connsiteY201" fmla="*/ 26265 h 162160"/>
                    <a:gd name="connsiteX202" fmla="*/ 45679 w 161018"/>
                    <a:gd name="connsiteY202" fmla="*/ 26265 h 162160"/>
                    <a:gd name="connsiteX203" fmla="*/ 43395 w 161018"/>
                    <a:gd name="connsiteY203" fmla="*/ 28549 h 162160"/>
                    <a:gd name="connsiteX204" fmla="*/ 42253 w 161018"/>
                    <a:gd name="connsiteY204" fmla="*/ 28549 h 162160"/>
                    <a:gd name="connsiteX205" fmla="*/ 36543 w 161018"/>
                    <a:gd name="connsiteY205" fmla="*/ 34259 h 162160"/>
                    <a:gd name="connsiteX206" fmla="*/ 35401 w 161018"/>
                    <a:gd name="connsiteY206" fmla="*/ 34259 h 162160"/>
                    <a:gd name="connsiteX207" fmla="*/ 33117 w 161018"/>
                    <a:gd name="connsiteY207" fmla="*/ 36543 h 162160"/>
                    <a:gd name="connsiteX208" fmla="*/ 33117 w 161018"/>
                    <a:gd name="connsiteY208" fmla="*/ 37685 h 162160"/>
                    <a:gd name="connsiteX209" fmla="*/ 27407 w 161018"/>
                    <a:gd name="connsiteY209" fmla="*/ 43395 h 162160"/>
                    <a:gd name="connsiteX210" fmla="*/ 27407 w 161018"/>
                    <a:gd name="connsiteY210" fmla="*/ 44537 h 162160"/>
                    <a:gd name="connsiteX211" fmla="*/ 25123 w 161018"/>
                    <a:gd name="connsiteY211" fmla="*/ 46821 h 162160"/>
                    <a:gd name="connsiteX212" fmla="*/ 25123 w 161018"/>
                    <a:gd name="connsiteY212" fmla="*/ 47963 h 162160"/>
                    <a:gd name="connsiteX213" fmla="*/ 23982 w 161018"/>
                    <a:gd name="connsiteY213" fmla="*/ 49105 h 162160"/>
                    <a:gd name="connsiteX214" fmla="*/ 23982 w 161018"/>
                    <a:gd name="connsiteY214" fmla="*/ 50247 h 162160"/>
                    <a:gd name="connsiteX215" fmla="*/ 22840 w 161018"/>
                    <a:gd name="connsiteY215" fmla="*/ 51389 h 162160"/>
                    <a:gd name="connsiteX216" fmla="*/ 22840 w 161018"/>
                    <a:gd name="connsiteY216" fmla="*/ 52531 h 162160"/>
                    <a:gd name="connsiteX217" fmla="*/ 21698 w 161018"/>
                    <a:gd name="connsiteY217" fmla="*/ 53673 h 162160"/>
                    <a:gd name="connsiteX218" fmla="*/ 21698 w 161018"/>
                    <a:gd name="connsiteY218" fmla="*/ 54815 h 162160"/>
                    <a:gd name="connsiteX219" fmla="*/ 20556 w 161018"/>
                    <a:gd name="connsiteY219" fmla="*/ 55957 h 162160"/>
                    <a:gd name="connsiteX220" fmla="*/ 20556 w 161018"/>
                    <a:gd name="connsiteY220" fmla="*/ 57099 h 162160"/>
                    <a:gd name="connsiteX221" fmla="*/ 19414 w 161018"/>
                    <a:gd name="connsiteY221" fmla="*/ 58241 h 162160"/>
                    <a:gd name="connsiteX222" fmla="*/ 19414 w 161018"/>
                    <a:gd name="connsiteY222" fmla="*/ 60525 h 162160"/>
                    <a:gd name="connsiteX223" fmla="*/ 18272 w 161018"/>
                    <a:gd name="connsiteY223" fmla="*/ 61667 h 162160"/>
                    <a:gd name="connsiteX224" fmla="*/ 18272 w 161018"/>
                    <a:gd name="connsiteY224" fmla="*/ 63951 h 162160"/>
                    <a:gd name="connsiteX225" fmla="*/ 17130 w 161018"/>
                    <a:gd name="connsiteY225" fmla="*/ 65093 h 162160"/>
                    <a:gd name="connsiteX226" fmla="*/ 17130 w 161018"/>
                    <a:gd name="connsiteY226" fmla="*/ 68519 h 162160"/>
                    <a:gd name="connsiteX227" fmla="*/ 15988 w 161018"/>
                    <a:gd name="connsiteY227" fmla="*/ 69661 h 162160"/>
                    <a:gd name="connsiteX228" fmla="*/ 15988 w 161018"/>
                    <a:gd name="connsiteY228" fmla="*/ 93642 h 162160"/>
                    <a:gd name="connsiteX229" fmla="*/ 17130 w 161018"/>
                    <a:gd name="connsiteY229" fmla="*/ 94784 h 162160"/>
                    <a:gd name="connsiteX230" fmla="*/ 17130 w 161018"/>
                    <a:gd name="connsiteY230" fmla="*/ 98210 h 162160"/>
                    <a:gd name="connsiteX231" fmla="*/ 18272 w 161018"/>
                    <a:gd name="connsiteY231" fmla="*/ 99352 h 162160"/>
                    <a:gd name="connsiteX232" fmla="*/ 18272 w 161018"/>
                    <a:gd name="connsiteY232" fmla="*/ 101636 h 162160"/>
                    <a:gd name="connsiteX233" fmla="*/ 19414 w 161018"/>
                    <a:gd name="connsiteY233" fmla="*/ 102778 h 162160"/>
                    <a:gd name="connsiteX234" fmla="*/ 19414 w 161018"/>
                    <a:gd name="connsiteY234" fmla="*/ 105062 h 162160"/>
                    <a:gd name="connsiteX235" fmla="*/ 20556 w 161018"/>
                    <a:gd name="connsiteY235" fmla="*/ 106204 h 162160"/>
                    <a:gd name="connsiteX236" fmla="*/ 20556 w 161018"/>
                    <a:gd name="connsiteY236" fmla="*/ 107346 h 162160"/>
                    <a:gd name="connsiteX237" fmla="*/ 21698 w 161018"/>
                    <a:gd name="connsiteY237" fmla="*/ 108488 h 162160"/>
                    <a:gd name="connsiteX238" fmla="*/ 21698 w 161018"/>
                    <a:gd name="connsiteY238" fmla="*/ 110772 h 162160"/>
                    <a:gd name="connsiteX239" fmla="*/ 23982 w 161018"/>
                    <a:gd name="connsiteY239" fmla="*/ 113056 h 162160"/>
                    <a:gd name="connsiteX240" fmla="*/ 23982 w 161018"/>
                    <a:gd name="connsiteY240" fmla="*/ 114198 h 162160"/>
                    <a:gd name="connsiteX241" fmla="*/ 25123 w 161018"/>
                    <a:gd name="connsiteY241" fmla="*/ 115340 h 162160"/>
                    <a:gd name="connsiteX242" fmla="*/ 25123 w 161018"/>
                    <a:gd name="connsiteY242" fmla="*/ 116482 h 162160"/>
                    <a:gd name="connsiteX243" fmla="*/ 27407 w 161018"/>
                    <a:gd name="connsiteY243" fmla="*/ 118766 h 162160"/>
                    <a:gd name="connsiteX244" fmla="*/ 27407 w 161018"/>
                    <a:gd name="connsiteY244" fmla="*/ 119908 h 162160"/>
                    <a:gd name="connsiteX245" fmla="*/ 33117 w 161018"/>
                    <a:gd name="connsiteY245" fmla="*/ 125617 h 162160"/>
                    <a:gd name="connsiteX246" fmla="*/ 33117 w 161018"/>
                    <a:gd name="connsiteY246" fmla="*/ 126759 h 162160"/>
                    <a:gd name="connsiteX247" fmla="*/ 35401 w 161018"/>
                    <a:gd name="connsiteY247" fmla="*/ 129043 h 162160"/>
                    <a:gd name="connsiteX248" fmla="*/ 36543 w 161018"/>
                    <a:gd name="connsiteY248" fmla="*/ 129043 h 162160"/>
                    <a:gd name="connsiteX249" fmla="*/ 42253 w 161018"/>
                    <a:gd name="connsiteY249" fmla="*/ 134753 h 162160"/>
                    <a:gd name="connsiteX250" fmla="*/ 43395 w 161018"/>
                    <a:gd name="connsiteY250" fmla="*/ 134753 h 162160"/>
                    <a:gd name="connsiteX251" fmla="*/ 45679 w 161018"/>
                    <a:gd name="connsiteY251" fmla="*/ 137037 h 162160"/>
                    <a:gd name="connsiteX252" fmla="*/ 46821 w 161018"/>
                    <a:gd name="connsiteY252" fmla="*/ 137037 h 162160"/>
                    <a:gd name="connsiteX253" fmla="*/ 47963 w 161018"/>
                    <a:gd name="connsiteY253" fmla="*/ 138179 h 162160"/>
                    <a:gd name="connsiteX254" fmla="*/ 49105 w 161018"/>
                    <a:gd name="connsiteY254" fmla="*/ 138179 h 162160"/>
                    <a:gd name="connsiteX255" fmla="*/ 50247 w 161018"/>
                    <a:gd name="connsiteY255" fmla="*/ 139321 h 162160"/>
                    <a:gd name="connsiteX256" fmla="*/ 51389 w 161018"/>
                    <a:gd name="connsiteY256" fmla="*/ 139321 h 162160"/>
                    <a:gd name="connsiteX257" fmla="*/ 52531 w 161018"/>
                    <a:gd name="connsiteY257" fmla="*/ 140463 h 162160"/>
                    <a:gd name="connsiteX258" fmla="*/ 53673 w 161018"/>
                    <a:gd name="connsiteY258" fmla="*/ 140463 h 162160"/>
                    <a:gd name="connsiteX259" fmla="*/ 54815 w 161018"/>
                    <a:gd name="connsiteY259" fmla="*/ 141605 h 162160"/>
                    <a:gd name="connsiteX260" fmla="*/ 55957 w 161018"/>
                    <a:gd name="connsiteY260" fmla="*/ 141605 h 162160"/>
                    <a:gd name="connsiteX261" fmla="*/ 57099 w 161018"/>
                    <a:gd name="connsiteY261" fmla="*/ 142747 h 162160"/>
                    <a:gd name="connsiteX262" fmla="*/ 59383 w 161018"/>
                    <a:gd name="connsiteY262" fmla="*/ 142747 h 162160"/>
                    <a:gd name="connsiteX263" fmla="*/ 60525 w 161018"/>
                    <a:gd name="connsiteY263" fmla="*/ 143889 h 162160"/>
                    <a:gd name="connsiteX264" fmla="*/ 62809 w 161018"/>
                    <a:gd name="connsiteY264" fmla="*/ 143889 h 162160"/>
                    <a:gd name="connsiteX265" fmla="*/ 63951 w 161018"/>
                    <a:gd name="connsiteY265" fmla="*/ 145031 h 162160"/>
                    <a:gd name="connsiteX266" fmla="*/ 67377 w 161018"/>
                    <a:gd name="connsiteY266" fmla="*/ 145031 h 162160"/>
                    <a:gd name="connsiteX267" fmla="*/ 68519 w 161018"/>
                    <a:gd name="connsiteY267" fmla="*/ 146173 h 162160"/>
                    <a:gd name="connsiteX268" fmla="*/ 91358 w 161018"/>
                    <a:gd name="connsiteY268" fmla="*/ 146173 h 162160"/>
                    <a:gd name="connsiteX269" fmla="*/ 92500 w 161018"/>
                    <a:gd name="connsiteY269" fmla="*/ 145031 h 162160"/>
                    <a:gd name="connsiteX270" fmla="*/ 97068 w 161018"/>
                    <a:gd name="connsiteY270" fmla="*/ 145031 h 162160"/>
                    <a:gd name="connsiteX271" fmla="*/ 98210 w 161018"/>
                    <a:gd name="connsiteY271" fmla="*/ 143889 h 162160"/>
                    <a:gd name="connsiteX272" fmla="*/ 100494 w 161018"/>
                    <a:gd name="connsiteY272" fmla="*/ 143889 h 162160"/>
                    <a:gd name="connsiteX273" fmla="*/ 101636 w 161018"/>
                    <a:gd name="connsiteY273" fmla="*/ 142747 h 162160"/>
                    <a:gd name="connsiteX274" fmla="*/ 103920 w 161018"/>
                    <a:gd name="connsiteY274" fmla="*/ 142747 h 162160"/>
                    <a:gd name="connsiteX275" fmla="*/ 105062 w 161018"/>
                    <a:gd name="connsiteY275" fmla="*/ 141605 h 162160"/>
                    <a:gd name="connsiteX276" fmla="*/ 106204 w 161018"/>
                    <a:gd name="connsiteY276" fmla="*/ 141605 h 162160"/>
                    <a:gd name="connsiteX277" fmla="*/ 107346 w 161018"/>
                    <a:gd name="connsiteY277" fmla="*/ 140463 h 162160"/>
                    <a:gd name="connsiteX278" fmla="*/ 108488 w 161018"/>
                    <a:gd name="connsiteY278" fmla="*/ 140463 h 162160"/>
                    <a:gd name="connsiteX279" fmla="*/ 109630 w 161018"/>
                    <a:gd name="connsiteY279" fmla="*/ 139321 h 162160"/>
                    <a:gd name="connsiteX280" fmla="*/ 110772 w 161018"/>
                    <a:gd name="connsiteY280" fmla="*/ 139321 h 162160"/>
                    <a:gd name="connsiteX281" fmla="*/ 111914 w 161018"/>
                    <a:gd name="connsiteY281" fmla="*/ 138179 h 162160"/>
                    <a:gd name="connsiteX282" fmla="*/ 113056 w 161018"/>
                    <a:gd name="connsiteY282" fmla="*/ 138179 h 162160"/>
                    <a:gd name="connsiteX283" fmla="*/ 114198 w 161018"/>
                    <a:gd name="connsiteY283" fmla="*/ 137037 h 162160"/>
                    <a:gd name="connsiteX284" fmla="*/ 115340 w 161018"/>
                    <a:gd name="connsiteY284" fmla="*/ 137037 h 162160"/>
                    <a:gd name="connsiteX285" fmla="*/ 117624 w 161018"/>
                    <a:gd name="connsiteY285" fmla="*/ 134753 h 162160"/>
                    <a:gd name="connsiteX286" fmla="*/ 118766 w 161018"/>
                    <a:gd name="connsiteY286" fmla="*/ 134753 h 162160"/>
                    <a:gd name="connsiteX287" fmla="*/ 133611 w 161018"/>
                    <a:gd name="connsiteY287" fmla="*/ 119908 h 162160"/>
                    <a:gd name="connsiteX288" fmla="*/ 133611 w 161018"/>
                    <a:gd name="connsiteY288" fmla="*/ 118766 h 162160"/>
                    <a:gd name="connsiteX289" fmla="*/ 135895 w 161018"/>
                    <a:gd name="connsiteY289" fmla="*/ 116482 h 162160"/>
                    <a:gd name="connsiteX290" fmla="*/ 135895 w 161018"/>
                    <a:gd name="connsiteY290" fmla="*/ 115340 h 162160"/>
                    <a:gd name="connsiteX291" fmla="*/ 137037 w 161018"/>
                    <a:gd name="connsiteY291" fmla="*/ 114198 h 162160"/>
                    <a:gd name="connsiteX292" fmla="*/ 137037 w 161018"/>
                    <a:gd name="connsiteY292" fmla="*/ 113056 h 162160"/>
                    <a:gd name="connsiteX293" fmla="*/ 138179 w 161018"/>
                    <a:gd name="connsiteY293" fmla="*/ 111914 h 162160"/>
                    <a:gd name="connsiteX294" fmla="*/ 138179 w 161018"/>
                    <a:gd name="connsiteY294" fmla="*/ 110772 h 162160"/>
                    <a:gd name="connsiteX295" fmla="*/ 139321 w 161018"/>
                    <a:gd name="connsiteY295" fmla="*/ 109630 h 162160"/>
                    <a:gd name="connsiteX296" fmla="*/ 139321 w 161018"/>
                    <a:gd name="connsiteY296" fmla="*/ 108488 h 162160"/>
                    <a:gd name="connsiteX297" fmla="*/ 140463 w 161018"/>
                    <a:gd name="connsiteY297" fmla="*/ 107346 h 162160"/>
                    <a:gd name="connsiteX298" fmla="*/ 140463 w 161018"/>
                    <a:gd name="connsiteY298" fmla="*/ 106204 h 162160"/>
                    <a:gd name="connsiteX299" fmla="*/ 141605 w 161018"/>
                    <a:gd name="connsiteY299" fmla="*/ 105062 h 162160"/>
                    <a:gd name="connsiteX300" fmla="*/ 141605 w 161018"/>
                    <a:gd name="connsiteY300" fmla="*/ 102778 h 162160"/>
                    <a:gd name="connsiteX301" fmla="*/ 142747 w 161018"/>
                    <a:gd name="connsiteY301" fmla="*/ 101636 h 162160"/>
                    <a:gd name="connsiteX302" fmla="*/ 142747 w 161018"/>
                    <a:gd name="connsiteY302" fmla="*/ 99352 h 162160"/>
                    <a:gd name="connsiteX303" fmla="*/ 143889 w 161018"/>
                    <a:gd name="connsiteY303" fmla="*/ 98210 h 162160"/>
                    <a:gd name="connsiteX304" fmla="*/ 143889 w 161018"/>
                    <a:gd name="connsiteY304" fmla="*/ 93642 h 162160"/>
                    <a:gd name="connsiteX305" fmla="*/ 145031 w 161018"/>
                    <a:gd name="connsiteY305" fmla="*/ 92500 h 162160"/>
                    <a:gd name="connsiteX306" fmla="*/ 145031 w 161018"/>
                    <a:gd name="connsiteY306" fmla="*/ 69661 h 162160"/>
                    <a:gd name="connsiteX307" fmla="*/ 143889 w 161018"/>
                    <a:gd name="connsiteY307" fmla="*/ 68519 h 162160"/>
                    <a:gd name="connsiteX308" fmla="*/ 143889 w 161018"/>
                    <a:gd name="connsiteY308" fmla="*/ 65093 h 162160"/>
                    <a:gd name="connsiteX309" fmla="*/ 142747 w 161018"/>
                    <a:gd name="connsiteY309" fmla="*/ 63951 h 162160"/>
                    <a:gd name="connsiteX310" fmla="*/ 142747 w 161018"/>
                    <a:gd name="connsiteY310" fmla="*/ 61667 h 162160"/>
                    <a:gd name="connsiteX311" fmla="*/ 141605 w 161018"/>
                    <a:gd name="connsiteY311" fmla="*/ 60525 h 162160"/>
                    <a:gd name="connsiteX312" fmla="*/ 141605 w 161018"/>
                    <a:gd name="connsiteY312" fmla="*/ 58241 h 162160"/>
                    <a:gd name="connsiteX313" fmla="*/ 140463 w 161018"/>
                    <a:gd name="connsiteY313" fmla="*/ 57099 h 162160"/>
                    <a:gd name="connsiteX314" fmla="*/ 140463 w 161018"/>
                    <a:gd name="connsiteY314" fmla="*/ 55957 h 162160"/>
                    <a:gd name="connsiteX315" fmla="*/ 139321 w 161018"/>
                    <a:gd name="connsiteY315" fmla="*/ 54815 h 162160"/>
                    <a:gd name="connsiteX316" fmla="*/ 139321 w 161018"/>
                    <a:gd name="connsiteY316" fmla="*/ 52531 h 162160"/>
                    <a:gd name="connsiteX317" fmla="*/ 137037 w 161018"/>
                    <a:gd name="connsiteY317" fmla="*/ 50247 h 162160"/>
                    <a:gd name="connsiteX318" fmla="*/ 137037 w 161018"/>
                    <a:gd name="connsiteY318" fmla="*/ 49105 h 162160"/>
                    <a:gd name="connsiteX319" fmla="*/ 135895 w 161018"/>
                    <a:gd name="connsiteY319" fmla="*/ 47963 h 162160"/>
                    <a:gd name="connsiteX320" fmla="*/ 135895 w 161018"/>
                    <a:gd name="connsiteY320" fmla="*/ 46821 h 162160"/>
                    <a:gd name="connsiteX321" fmla="*/ 133611 w 161018"/>
                    <a:gd name="connsiteY321" fmla="*/ 44537 h 162160"/>
                    <a:gd name="connsiteX322" fmla="*/ 133611 w 161018"/>
                    <a:gd name="connsiteY322" fmla="*/ 43395 h 162160"/>
                    <a:gd name="connsiteX323" fmla="*/ 129043 w 161018"/>
                    <a:gd name="connsiteY323" fmla="*/ 38827 h 162160"/>
                    <a:gd name="connsiteX324" fmla="*/ 129043 w 161018"/>
                    <a:gd name="connsiteY324" fmla="*/ 37685 h 162160"/>
                    <a:gd name="connsiteX325" fmla="*/ 125617 w 161018"/>
                    <a:gd name="connsiteY325" fmla="*/ 34259 h 162160"/>
                    <a:gd name="connsiteX326" fmla="*/ 124475 w 161018"/>
                    <a:gd name="connsiteY326" fmla="*/ 34259 h 162160"/>
                    <a:gd name="connsiteX327" fmla="*/ 118766 w 161018"/>
                    <a:gd name="connsiteY327" fmla="*/ 28549 h 162160"/>
                    <a:gd name="connsiteX328" fmla="*/ 117624 w 161018"/>
                    <a:gd name="connsiteY328" fmla="*/ 28549 h 162160"/>
                    <a:gd name="connsiteX329" fmla="*/ 115340 w 161018"/>
                    <a:gd name="connsiteY329" fmla="*/ 26265 h 162160"/>
                    <a:gd name="connsiteX330" fmla="*/ 114198 w 161018"/>
                    <a:gd name="connsiteY330" fmla="*/ 26265 h 162160"/>
                    <a:gd name="connsiteX331" fmla="*/ 113056 w 161018"/>
                    <a:gd name="connsiteY331" fmla="*/ 25123 h 162160"/>
                    <a:gd name="connsiteX332" fmla="*/ 111914 w 161018"/>
                    <a:gd name="connsiteY332" fmla="*/ 25123 h 162160"/>
                    <a:gd name="connsiteX333" fmla="*/ 109630 w 161018"/>
                    <a:gd name="connsiteY333" fmla="*/ 22840 h 162160"/>
                    <a:gd name="connsiteX334" fmla="*/ 107346 w 161018"/>
                    <a:gd name="connsiteY334" fmla="*/ 22840 h 162160"/>
                    <a:gd name="connsiteX335" fmla="*/ 106204 w 161018"/>
                    <a:gd name="connsiteY335" fmla="*/ 21698 h 162160"/>
                    <a:gd name="connsiteX336" fmla="*/ 105062 w 161018"/>
                    <a:gd name="connsiteY336" fmla="*/ 21698 h 162160"/>
                    <a:gd name="connsiteX337" fmla="*/ 103920 w 161018"/>
                    <a:gd name="connsiteY337" fmla="*/ 20556 h 162160"/>
                    <a:gd name="connsiteX338" fmla="*/ 101636 w 161018"/>
                    <a:gd name="connsiteY338" fmla="*/ 20556 h 162160"/>
                    <a:gd name="connsiteX339" fmla="*/ 100494 w 161018"/>
                    <a:gd name="connsiteY339" fmla="*/ 19414 h 162160"/>
                    <a:gd name="connsiteX340" fmla="*/ 98210 w 161018"/>
                    <a:gd name="connsiteY340" fmla="*/ 19414 h 162160"/>
                    <a:gd name="connsiteX341" fmla="*/ 97068 w 161018"/>
                    <a:gd name="connsiteY341" fmla="*/ 18272 h 162160"/>
                    <a:gd name="connsiteX342" fmla="*/ 93642 w 161018"/>
                    <a:gd name="connsiteY342" fmla="*/ 18272 h 162160"/>
                    <a:gd name="connsiteX343" fmla="*/ 92500 w 161018"/>
                    <a:gd name="connsiteY343" fmla="*/ 17130 h 162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</a:cxnLst>
                  <a:rect l="l" t="t" r="r" b="b"/>
                  <a:pathLst>
                    <a:path w="161018" h="162160">
                      <a:moveTo>
                        <a:pt x="67377" y="1142"/>
                      </a:moveTo>
                      <a:lnTo>
                        <a:pt x="66235" y="2284"/>
                      </a:lnTo>
                      <a:lnTo>
                        <a:pt x="61667" y="2284"/>
                      </a:lnTo>
                      <a:lnTo>
                        <a:pt x="60525" y="3426"/>
                      </a:lnTo>
                      <a:lnTo>
                        <a:pt x="58241" y="3426"/>
                      </a:lnTo>
                      <a:lnTo>
                        <a:pt x="57099" y="4568"/>
                      </a:lnTo>
                      <a:lnTo>
                        <a:pt x="54815" y="4568"/>
                      </a:lnTo>
                      <a:lnTo>
                        <a:pt x="53673" y="5710"/>
                      </a:lnTo>
                      <a:lnTo>
                        <a:pt x="51389" y="5710"/>
                      </a:lnTo>
                      <a:lnTo>
                        <a:pt x="50247" y="6852"/>
                      </a:lnTo>
                      <a:lnTo>
                        <a:pt x="49105" y="6852"/>
                      </a:lnTo>
                      <a:lnTo>
                        <a:pt x="47963" y="7994"/>
                      </a:lnTo>
                      <a:lnTo>
                        <a:pt x="45679" y="7994"/>
                      </a:lnTo>
                      <a:lnTo>
                        <a:pt x="44537" y="9136"/>
                      </a:lnTo>
                      <a:lnTo>
                        <a:pt x="43395" y="9136"/>
                      </a:lnTo>
                      <a:lnTo>
                        <a:pt x="42253" y="10278"/>
                      </a:lnTo>
                      <a:lnTo>
                        <a:pt x="41111" y="10278"/>
                      </a:lnTo>
                      <a:lnTo>
                        <a:pt x="38827" y="12562"/>
                      </a:lnTo>
                      <a:lnTo>
                        <a:pt x="37685" y="12562"/>
                      </a:lnTo>
                      <a:lnTo>
                        <a:pt x="35401" y="14846"/>
                      </a:lnTo>
                      <a:lnTo>
                        <a:pt x="34259" y="14846"/>
                      </a:lnTo>
                      <a:lnTo>
                        <a:pt x="31975" y="17130"/>
                      </a:lnTo>
                      <a:lnTo>
                        <a:pt x="30833" y="17130"/>
                      </a:lnTo>
                      <a:lnTo>
                        <a:pt x="15988" y="31975"/>
                      </a:lnTo>
                      <a:lnTo>
                        <a:pt x="15988" y="33117"/>
                      </a:lnTo>
                      <a:lnTo>
                        <a:pt x="13704" y="35401"/>
                      </a:lnTo>
                      <a:lnTo>
                        <a:pt x="13704" y="36543"/>
                      </a:lnTo>
                      <a:lnTo>
                        <a:pt x="11420" y="38827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2253"/>
                      </a:lnTo>
                      <a:lnTo>
                        <a:pt x="7994" y="44537"/>
                      </a:lnTo>
                      <a:lnTo>
                        <a:pt x="7994" y="45679"/>
                      </a:lnTo>
                      <a:lnTo>
                        <a:pt x="6852" y="46821"/>
                      </a:lnTo>
                      <a:lnTo>
                        <a:pt x="6852" y="49105"/>
                      </a:lnTo>
                      <a:lnTo>
                        <a:pt x="5710" y="50247"/>
                      </a:lnTo>
                      <a:lnTo>
                        <a:pt x="5710" y="51389"/>
                      </a:lnTo>
                      <a:lnTo>
                        <a:pt x="4568" y="52531"/>
                      </a:lnTo>
                      <a:lnTo>
                        <a:pt x="4568" y="54815"/>
                      </a:lnTo>
                      <a:lnTo>
                        <a:pt x="3426" y="55957"/>
                      </a:lnTo>
                      <a:lnTo>
                        <a:pt x="3426" y="58241"/>
                      </a:lnTo>
                      <a:lnTo>
                        <a:pt x="2284" y="59383"/>
                      </a:lnTo>
                      <a:lnTo>
                        <a:pt x="2284" y="61667"/>
                      </a:lnTo>
                      <a:lnTo>
                        <a:pt x="1142" y="62809"/>
                      </a:lnTo>
                      <a:lnTo>
                        <a:pt x="1142" y="67377"/>
                      </a:lnTo>
                      <a:lnTo>
                        <a:pt x="0" y="68519"/>
                      </a:lnTo>
                      <a:lnTo>
                        <a:pt x="0" y="94784"/>
                      </a:lnTo>
                      <a:lnTo>
                        <a:pt x="1142" y="95926"/>
                      </a:lnTo>
                      <a:lnTo>
                        <a:pt x="1142" y="99352"/>
                      </a:lnTo>
                      <a:lnTo>
                        <a:pt x="2284" y="100494"/>
                      </a:lnTo>
                      <a:lnTo>
                        <a:pt x="2284" y="103920"/>
                      </a:lnTo>
                      <a:lnTo>
                        <a:pt x="3426" y="105062"/>
                      </a:lnTo>
                      <a:lnTo>
                        <a:pt x="3426" y="107346"/>
                      </a:lnTo>
                      <a:lnTo>
                        <a:pt x="4568" y="108488"/>
                      </a:lnTo>
                      <a:lnTo>
                        <a:pt x="4568" y="110772"/>
                      </a:lnTo>
                      <a:lnTo>
                        <a:pt x="5710" y="111914"/>
                      </a:lnTo>
                      <a:lnTo>
                        <a:pt x="5710" y="113056"/>
                      </a:lnTo>
                      <a:lnTo>
                        <a:pt x="6852" y="114198"/>
                      </a:lnTo>
                      <a:lnTo>
                        <a:pt x="6852" y="116482"/>
                      </a:lnTo>
                      <a:lnTo>
                        <a:pt x="7994" y="117624"/>
                      </a:lnTo>
                      <a:lnTo>
                        <a:pt x="7994" y="118766"/>
                      </a:lnTo>
                      <a:lnTo>
                        <a:pt x="10278" y="121050"/>
                      </a:lnTo>
                      <a:lnTo>
                        <a:pt x="10278" y="122191"/>
                      </a:lnTo>
                      <a:lnTo>
                        <a:pt x="11420" y="123333"/>
                      </a:lnTo>
                      <a:lnTo>
                        <a:pt x="11420" y="124475"/>
                      </a:lnTo>
                      <a:lnTo>
                        <a:pt x="13704" y="126759"/>
                      </a:lnTo>
                      <a:lnTo>
                        <a:pt x="13704" y="127901"/>
                      </a:lnTo>
                      <a:lnTo>
                        <a:pt x="15988" y="130185"/>
                      </a:lnTo>
                      <a:lnTo>
                        <a:pt x="15988" y="131327"/>
                      </a:lnTo>
                      <a:lnTo>
                        <a:pt x="30833" y="146173"/>
                      </a:lnTo>
                      <a:lnTo>
                        <a:pt x="31975" y="146173"/>
                      </a:lnTo>
                      <a:lnTo>
                        <a:pt x="34259" y="148457"/>
                      </a:lnTo>
                      <a:lnTo>
                        <a:pt x="35401" y="148457"/>
                      </a:lnTo>
                      <a:lnTo>
                        <a:pt x="37685" y="150741"/>
                      </a:lnTo>
                      <a:lnTo>
                        <a:pt x="38827" y="150741"/>
                      </a:lnTo>
                      <a:lnTo>
                        <a:pt x="39969" y="151883"/>
                      </a:lnTo>
                      <a:lnTo>
                        <a:pt x="41111" y="151883"/>
                      </a:lnTo>
                      <a:lnTo>
                        <a:pt x="43395" y="154167"/>
                      </a:lnTo>
                      <a:lnTo>
                        <a:pt x="44537" y="154167"/>
                      </a:lnTo>
                      <a:lnTo>
                        <a:pt x="45679" y="155309"/>
                      </a:lnTo>
                      <a:lnTo>
                        <a:pt x="47963" y="155309"/>
                      </a:lnTo>
                      <a:lnTo>
                        <a:pt x="49105" y="156451"/>
                      </a:lnTo>
                      <a:lnTo>
                        <a:pt x="50247" y="156451"/>
                      </a:lnTo>
                      <a:lnTo>
                        <a:pt x="51389" y="157593"/>
                      </a:lnTo>
                      <a:lnTo>
                        <a:pt x="53673" y="157593"/>
                      </a:lnTo>
                      <a:lnTo>
                        <a:pt x="54815" y="158735"/>
                      </a:lnTo>
                      <a:lnTo>
                        <a:pt x="57099" y="158735"/>
                      </a:lnTo>
                      <a:lnTo>
                        <a:pt x="58241" y="159877"/>
                      </a:lnTo>
                      <a:lnTo>
                        <a:pt x="61667" y="159877"/>
                      </a:lnTo>
                      <a:lnTo>
                        <a:pt x="62809" y="161019"/>
                      </a:lnTo>
                      <a:lnTo>
                        <a:pt x="67377" y="161019"/>
                      </a:lnTo>
                      <a:lnTo>
                        <a:pt x="68519" y="162161"/>
                      </a:lnTo>
                      <a:lnTo>
                        <a:pt x="93642" y="162161"/>
                      </a:lnTo>
                      <a:lnTo>
                        <a:pt x="94784" y="161019"/>
                      </a:lnTo>
                      <a:lnTo>
                        <a:pt x="99352" y="161019"/>
                      </a:lnTo>
                      <a:lnTo>
                        <a:pt x="100494" y="159877"/>
                      </a:lnTo>
                      <a:lnTo>
                        <a:pt x="102778" y="159877"/>
                      </a:lnTo>
                      <a:lnTo>
                        <a:pt x="103920" y="158735"/>
                      </a:lnTo>
                      <a:lnTo>
                        <a:pt x="106204" y="158735"/>
                      </a:lnTo>
                      <a:lnTo>
                        <a:pt x="107346" y="157593"/>
                      </a:lnTo>
                      <a:lnTo>
                        <a:pt x="109630" y="157593"/>
                      </a:lnTo>
                      <a:lnTo>
                        <a:pt x="110772" y="156451"/>
                      </a:lnTo>
                      <a:lnTo>
                        <a:pt x="111914" y="156451"/>
                      </a:lnTo>
                      <a:lnTo>
                        <a:pt x="113056" y="155309"/>
                      </a:lnTo>
                      <a:lnTo>
                        <a:pt x="115340" y="155309"/>
                      </a:lnTo>
                      <a:lnTo>
                        <a:pt x="116482" y="154167"/>
                      </a:lnTo>
                      <a:lnTo>
                        <a:pt x="117624" y="154167"/>
                      </a:lnTo>
                      <a:lnTo>
                        <a:pt x="119908" y="151883"/>
                      </a:lnTo>
                      <a:lnTo>
                        <a:pt x="121050" y="151883"/>
                      </a:lnTo>
                      <a:lnTo>
                        <a:pt x="122191" y="150741"/>
                      </a:lnTo>
                      <a:lnTo>
                        <a:pt x="123333" y="150741"/>
                      </a:lnTo>
                      <a:lnTo>
                        <a:pt x="125617" y="148457"/>
                      </a:lnTo>
                      <a:lnTo>
                        <a:pt x="126759" y="148457"/>
                      </a:lnTo>
                      <a:lnTo>
                        <a:pt x="129043" y="146173"/>
                      </a:lnTo>
                      <a:lnTo>
                        <a:pt x="130185" y="146173"/>
                      </a:lnTo>
                      <a:lnTo>
                        <a:pt x="145031" y="131327"/>
                      </a:lnTo>
                      <a:lnTo>
                        <a:pt x="145031" y="130185"/>
                      </a:lnTo>
                      <a:lnTo>
                        <a:pt x="147315" y="127901"/>
                      </a:lnTo>
                      <a:lnTo>
                        <a:pt x="147315" y="126759"/>
                      </a:lnTo>
                      <a:lnTo>
                        <a:pt x="149599" y="124475"/>
                      </a:lnTo>
                      <a:lnTo>
                        <a:pt x="149599" y="123333"/>
                      </a:lnTo>
                      <a:lnTo>
                        <a:pt x="150741" y="122191"/>
                      </a:lnTo>
                      <a:lnTo>
                        <a:pt x="150741" y="121050"/>
                      </a:lnTo>
                      <a:lnTo>
                        <a:pt x="153025" y="118766"/>
                      </a:lnTo>
                      <a:lnTo>
                        <a:pt x="153025" y="117624"/>
                      </a:lnTo>
                      <a:lnTo>
                        <a:pt x="154167" y="116482"/>
                      </a:lnTo>
                      <a:lnTo>
                        <a:pt x="154167" y="114198"/>
                      </a:lnTo>
                      <a:lnTo>
                        <a:pt x="155309" y="113056"/>
                      </a:lnTo>
                      <a:lnTo>
                        <a:pt x="155309" y="111914"/>
                      </a:lnTo>
                      <a:lnTo>
                        <a:pt x="156451" y="110772"/>
                      </a:lnTo>
                      <a:lnTo>
                        <a:pt x="156451" y="108488"/>
                      </a:lnTo>
                      <a:lnTo>
                        <a:pt x="157593" y="107346"/>
                      </a:lnTo>
                      <a:lnTo>
                        <a:pt x="157593" y="105062"/>
                      </a:lnTo>
                      <a:lnTo>
                        <a:pt x="158735" y="103920"/>
                      </a:lnTo>
                      <a:lnTo>
                        <a:pt x="158735" y="100494"/>
                      </a:lnTo>
                      <a:lnTo>
                        <a:pt x="159877" y="99352"/>
                      </a:lnTo>
                      <a:lnTo>
                        <a:pt x="159877" y="95926"/>
                      </a:lnTo>
                      <a:lnTo>
                        <a:pt x="161019" y="94784"/>
                      </a:lnTo>
                      <a:lnTo>
                        <a:pt x="161019" y="68519"/>
                      </a:lnTo>
                      <a:lnTo>
                        <a:pt x="159877" y="67377"/>
                      </a:lnTo>
                      <a:lnTo>
                        <a:pt x="159877" y="62809"/>
                      </a:lnTo>
                      <a:lnTo>
                        <a:pt x="158735" y="61667"/>
                      </a:lnTo>
                      <a:lnTo>
                        <a:pt x="158735" y="59383"/>
                      </a:lnTo>
                      <a:lnTo>
                        <a:pt x="157593" y="58241"/>
                      </a:lnTo>
                      <a:lnTo>
                        <a:pt x="157593" y="55957"/>
                      </a:lnTo>
                      <a:lnTo>
                        <a:pt x="156451" y="54815"/>
                      </a:lnTo>
                      <a:lnTo>
                        <a:pt x="156451" y="52531"/>
                      </a:lnTo>
                      <a:lnTo>
                        <a:pt x="155309" y="51389"/>
                      </a:lnTo>
                      <a:lnTo>
                        <a:pt x="155309" y="50247"/>
                      </a:lnTo>
                      <a:lnTo>
                        <a:pt x="154167" y="49105"/>
                      </a:lnTo>
                      <a:lnTo>
                        <a:pt x="154167" y="46821"/>
                      </a:lnTo>
                      <a:lnTo>
                        <a:pt x="153025" y="45679"/>
                      </a:lnTo>
                      <a:lnTo>
                        <a:pt x="153025" y="44537"/>
                      </a:lnTo>
                      <a:lnTo>
                        <a:pt x="150741" y="42253"/>
                      </a:lnTo>
                      <a:lnTo>
                        <a:pt x="150741" y="41111"/>
                      </a:lnTo>
                      <a:lnTo>
                        <a:pt x="149599" y="39969"/>
                      </a:lnTo>
                      <a:lnTo>
                        <a:pt x="149599" y="38827"/>
                      </a:lnTo>
                      <a:lnTo>
                        <a:pt x="147315" y="36543"/>
                      </a:lnTo>
                      <a:lnTo>
                        <a:pt x="147315" y="35401"/>
                      </a:lnTo>
                      <a:lnTo>
                        <a:pt x="145031" y="33117"/>
                      </a:lnTo>
                      <a:lnTo>
                        <a:pt x="145031" y="31975"/>
                      </a:lnTo>
                      <a:lnTo>
                        <a:pt x="130185" y="17130"/>
                      </a:lnTo>
                      <a:lnTo>
                        <a:pt x="129043" y="17130"/>
                      </a:lnTo>
                      <a:lnTo>
                        <a:pt x="126759" y="14846"/>
                      </a:lnTo>
                      <a:lnTo>
                        <a:pt x="125617" y="14846"/>
                      </a:lnTo>
                      <a:lnTo>
                        <a:pt x="123333" y="12562"/>
                      </a:lnTo>
                      <a:lnTo>
                        <a:pt x="122191" y="12562"/>
                      </a:lnTo>
                      <a:lnTo>
                        <a:pt x="119908" y="10278"/>
                      </a:lnTo>
                      <a:lnTo>
                        <a:pt x="118766" y="10278"/>
                      </a:lnTo>
                      <a:lnTo>
                        <a:pt x="117624" y="9136"/>
                      </a:lnTo>
                      <a:lnTo>
                        <a:pt x="116482" y="9136"/>
                      </a:lnTo>
                      <a:lnTo>
                        <a:pt x="115340" y="7994"/>
                      </a:lnTo>
                      <a:lnTo>
                        <a:pt x="113056" y="7994"/>
                      </a:lnTo>
                      <a:lnTo>
                        <a:pt x="111914" y="6852"/>
                      </a:lnTo>
                      <a:lnTo>
                        <a:pt x="110772" y="6852"/>
                      </a:lnTo>
                      <a:lnTo>
                        <a:pt x="109630" y="5710"/>
                      </a:lnTo>
                      <a:lnTo>
                        <a:pt x="107346" y="5710"/>
                      </a:lnTo>
                      <a:lnTo>
                        <a:pt x="106204" y="4568"/>
                      </a:lnTo>
                      <a:lnTo>
                        <a:pt x="103920" y="4568"/>
                      </a:lnTo>
                      <a:lnTo>
                        <a:pt x="102778" y="3426"/>
                      </a:lnTo>
                      <a:lnTo>
                        <a:pt x="100494" y="3426"/>
                      </a:lnTo>
                      <a:lnTo>
                        <a:pt x="99352" y="2284"/>
                      </a:lnTo>
                      <a:lnTo>
                        <a:pt x="94784" y="2284"/>
                      </a:lnTo>
                      <a:lnTo>
                        <a:pt x="93642" y="1142"/>
                      </a:lnTo>
                      <a:lnTo>
                        <a:pt x="82222" y="1142"/>
                      </a:lnTo>
                      <a:lnTo>
                        <a:pt x="81080" y="0"/>
                      </a:lnTo>
                      <a:lnTo>
                        <a:pt x="79938" y="0"/>
                      </a:lnTo>
                      <a:lnTo>
                        <a:pt x="78796" y="1142"/>
                      </a:lnTo>
                      <a:close/>
                      <a:moveTo>
                        <a:pt x="68519" y="17130"/>
                      </a:moveTo>
                      <a:lnTo>
                        <a:pt x="67377" y="18272"/>
                      </a:lnTo>
                      <a:lnTo>
                        <a:pt x="63951" y="18272"/>
                      </a:lnTo>
                      <a:lnTo>
                        <a:pt x="62809" y="19414"/>
                      </a:lnTo>
                      <a:lnTo>
                        <a:pt x="60525" y="19414"/>
                      </a:lnTo>
                      <a:lnTo>
                        <a:pt x="59383" y="20556"/>
                      </a:lnTo>
                      <a:lnTo>
                        <a:pt x="57099" y="20556"/>
                      </a:lnTo>
                      <a:lnTo>
                        <a:pt x="55957" y="21698"/>
                      </a:ln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1389" y="22840"/>
                      </a:lnTo>
                      <a:lnTo>
                        <a:pt x="49105" y="25123"/>
                      </a:lnTo>
                      <a:lnTo>
                        <a:pt x="47963" y="25123"/>
                      </a:lnTo>
                      <a:lnTo>
                        <a:pt x="46821" y="26265"/>
                      </a:lnTo>
                      <a:lnTo>
                        <a:pt x="45679" y="26265"/>
                      </a:lnTo>
                      <a:lnTo>
                        <a:pt x="43395" y="28549"/>
                      </a:lnTo>
                      <a:lnTo>
                        <a:pt x="42253" y="28549"/>
                      </a:lnTo>
                      <a:lnTo>
                        <a:pt x="36543" y="34259"/>
                      </a:lnTo>
                      <a:lnTo>
                        <a:pt x="35401" y="34259"/>
                      </a:lnTo>
                      <a:lnTo>
                        <a:pt x="33117" y="36543"/>
                      </a:lnTo>
                      <a:lnTo>
                        <a:pt x="33117" y="37685"/>
                      </a:lnTo>
                      <a:lnTo>
                        <a:pt x="27407" y="43395"/>
                      </a:lnTo>
                      <a:lnTo>
                        <a:pt x="27407" y="44537"/>
                      </a:lnTo>
                      <a:lnTo>
                        <a:pt x="25123" y="46821"/>
                      </a:lnTo>
                      <a:lnTo>
                        <a:pt x="25123" y="47963"/>
                      </a:lnTo>
                      <a:lnTo>
                        <a:pt x="23982" y="49105"/>
                      </a:lnTo>
                      <a:lnTo>
                        <a:pt x="23982" y="50247"/>
                      </a:lnTo>
                      <a:lnTo>
                        <a:pt x="22840" y="51389"/>
                      </a:lnTo>
                      <a:lnTo>
                        <a:pt x="22840" y="52531"/>
                      </a:lnTo>
                      <a:lnTo>
                        <a:pt x="21698" y="53673"/>
                      </a:lnTo>
                      <a:lnTo>
                        <a:pt x="21698" y="54815"/>
                      </a:lnTo>
                      <a:lnTo>
                        <a:pt x="20556" y="55957"/>
                      </a:lnTo>
                      <a:lnTo>
                        <a:pt x="20556" y="57099"/>
                      </a:lnTo>
                      <a:lnTo>
                        <a:pt x="19414" y="58241"/>
                      </a:lnTo>
                      <a:lnTo>
                        <a:pt x="19414" y="60525"/>
                      </a:lnTo>
                      <a:lnTo>
                        <a:pt x="18272" y="61667"/>
                      </a:lnTo>
                      <a:lnTo>
                        <a:pt x="18272" y="63951"/>
                      </a:lnTo>
                      <a:lnTo>
                        <a:pt x="17130" y="65093"/>
                      </a:lnTo>
                      <a:lnTo>
                        <a:pt x="17130" y="68519"/>
                      </a:lnTo>
                      <a:lnTo>
                        <a:pt x="15988" y="69661"/>
                      </a:lnTo>
                      <a:lnTo>
                        <a:pt x="15988" y="93642"/>
                      </a:lnTo>
                      <a:lnTo>
                        <a:pt x="17130" y="94784"/>
                      </a:lnTo>
                      <a:lnTo>
                        <a:pt x="17130" y="98210"/>
                      </a:lnTo>
                      <a:lnTo>
                        <a:pt x="18272" y="99352"/>
                      </a:lnTo>
                      <a:lnTo>
                        <a:pt x="18272" y="101636"/>
                      </a:lnTo>
                      <a:lnTo>
                        <a:pt x="19414" y="102778"/>
                      </a:lnTo>
                      <a:lnTo>
                        <a:pt x="19414" y="105062"/>
                      </a:lnTo>
                      <a:lnTo>
                        <a:pt x="20556" y="106204"/>
                      </a:lnTo>
                      <a:lnTo>
                        <a:pt x="20556" y="107346"/>
                      </a:lnTo>
                      <a:lnTo>
                        <a:pt x="21698" y="108488"/>
                      </a:lnTo>
                      <a:lnTo>
                        <a:pt x="21698" y="110772"/>
                      </a:lnTo>
                      <a:lnTo>
                        <a:pt x="23982" y="113056"/>
                      </a:lnTo>
                      <a:lnTo>
                        <a:pt x="23982" y="114198"/>
                      </a:lnTo>
                      <a:lnTo>
                        <a:pt x="25123" y="115340"/>
                      </a:lnTo>
                      <a:lnTo>
                        <a:pt x="25123" y="116482"/>
                      </a:lnTo>
                      <a:lnTo>
                        <a:pt x="27407" y="118766"/>
                      </a:lnTo>
                      <a:lnTo>
                        <a:pt x="27407" y="119908"/>
                      </a:lnTo>
                      <a:lnTo>
                        <a:pt x="33117" y="125617"/>
                      </a:lnTo>
                      <a:lnTo>
                        <a:pt x="33117" y="126759"/>
                      </a:lnTo>
                      <a:lnTo>
                        <a:pt x="35401" y="129043"/>
                      </a:lnTo>
                      <a:lnTo>
                        <a:pt x="36543" y="129043"/>
                      </a:lnTo>
                      <a:lnTo>
                        <a:pt x="42253" y="134753"/>
                      </a:lnTo>
                      <a:lnTo>
                        <a:pt x="43395" y="134753"/>
                      </a:lnTo>
                      <a:lnTo>
                        <a:pt x="45679" y="137037"/>
                      </a:lnTo>
                      <a:lnTo>
                        <a:pt x="46821" y="137037"/>
                      </a:lnTo>
                      <a:lnTo>
                        <a:pt x="47963" y="138179"/>
                      </a:lnTo>
                      <a:lnTo>
                        <a:pt x="49105" y="138179"/>
                      </a:lnTo>
                      <a:lnTo>
                        <a:pt x="50247" y="139321"/>
                      </a:lnTo>
                      <a:lnTo>
                        <a:pt x="51389" y="139321"/>
                      </a:lnTo>
                      <a:lnTo>
                        <a:pt x="52531" y="140463"/>
                      </a:lnTo>
                      <a:lnTo>
                        <a:pt x="53673" y="140463"/>
                      </a:lnTo>
                      <a:lnTo>
                        <a:pt x="54815" y="141605"/>
                      </a:lnTo>
                      <a:lnTo>
                        <a:pt x="55957" y="141605"/>
                      </a:lnTo>
                      <a:lnTo>
                        <a:pt x="57099" y="142747"/>
                      </a:lnTo>
                      <a:lnTo>
                        <a:pt x="59383" y="142747"/>
                      </a:lnTo>
                      <a:lnTo>
                        <a:pt x="60525" y="143889"/>
                      </a:lnTo>
                      <a:lnTo>
                        <a:pt x="62809" y="143889"/>
                      </a:lnTo>
                      <a:lnTo>
                        <a:pt x="63951" y="145031"/>
                      </a:lnTo>
                      <a:lnTo>
                        <a:pt x="67377" y="145031"/>
                      </a:lnTo>
                      <a:lnTo>
                        <a:pt x="68519" y="146173"/>
                      </a:lnTo>
                      <a:lnTo>
                        <a:pt x="91358" y="146173"/>
                      </a:lnTo>
                      <a:lnTo>
                        <a:pt x="92500" y="145031"/>
                      </a:lnTo>
                      <a:lnTo>
                        <a:pt x="97068" y="145031"/>
                      </a:lnTo>
                      <a:lnTo>
                        <a:pt x="98210" y="143889"/>
                      </a:lnTo>
                      <a:lnTo>
                        <a:pt x="100494" y="143889"/>
                      </a:lnTo>
                      <a:lnTo>
                        <a:pt x="101636" y="142747"/>
                      </a:lnTo>
                      <a:lnTo>
                        <a:pt x="103920" y="142747"/>
                      </a:lnTo>
                      <a:lnTo>
                        <a:pt x="105062" y="141605"/>
                      </a:lnTo>
                      <a:lnTo>
                        <a:pt x="106204" y="141605"/>
                      </a:lnTo>
                      <a:lnTo>
                        <a:pt x="107346" y="140463"/>
                      </a:lnTo>
                      <a:lnTo>
                        <a:pt x="108488" y="140463"/>
                      </a:lnTo>
                      <a:lnTo>
                        <a:pt x="109630" y="139321"/>
                      </a:lnTo>
                      <a:lnTo>
                        <a:pt x="110772" y="139321"/>
                      </a:lnTo>
                      <a:lnTo>
                        <a:pt x="111914" y="138179"/>
                      </a:lnTo>
                      <a:lnTo>
                        <a:pt x="113056" y="138179"/>
                      </a:lnTo>
                      <a:lnTo>
                        <a:pt x="114198" y="137037"/>
                      </a:lnTo>
                      <a:lnTo>
                        <a:pt x="115340" y="137037"/>
                      </a:lnTo>
                      <a:lnTo>
                        <a:pt x="117624" y="134753"/>
                      </a:lnTo>
                      <a:lnTo>
                        <a:pt x="118766" y="134753"/>
                      </a:lnTo>
                      <a:lnTo>
                        <a:pt x="133611" y="119908"/>
                      </a:lnTo>
                      <a:lnTo>
                        <a:pt x="133611" y="118766"/>
                      </a:lnTo>
                      <a:lnTo>
                        <a:pt x="135895" y="116482"/>
                      </a:lnTo>
                      <a:lnTo>
                        <a:pt x="135895" y="115340"/>
                      </a:lnTo>
                      <a:lnTo>
                        <a:pt x="137037" y="114198"/>
                      </a:lnTo>
                      <a:lnTo>
                        <a:pt x="137037" y="113056"/>
                      </a:lnTo>
                      <a:lnTo>
                        <a:pt x="138179" y="111914"/>
                      </a:lnTo>
                      <a:lnTo>
                        <a:pt x="138179" y="110772"/>
                      </a:lnTo>
                      <a:lnTo>
                        <a:pt x="139321" y="109630"/>
                      </a:lnTo>
                      <a:lnTo>
                        <a:pt x="139321" y="108488"/>
                      </a:lnTo>
                      <a:lnTo>
                        <a:pt x="140463" y="107346"/>
                      </a:lnTo>
                      <a:lnTo>
                        <a:pt x="140463" y="106204"/>
                      </a:lnTo>
                      <a:lnTo>
                        <a:pt x="141605" y="105062"/>
                      </a:lnTo>
                      <a:lnTo>
                        <a:pt x="141605" y="102778"/>
                      </a:lnTo>
                      <a:lnTo>
                        <a:pt x="142747" y="101636"/>
                      </a:lnTo>
                      <a:lnTo>
                        <a:pt x="142747" y="99352"/>
                      </a:lnTo>
                      <a:lnTo>
                        <a:pt x="143889" y="98210"/>
                      </a:lnTo>
                      <a:lnTo>
                        <a:pt x="143889" y="93642"/>
                      </a:lnTo>
                      <a:lnTo>
                        <a:pt x="145031" y="92500"/>
                      </a:lnTo>
                      <a:lnTo>
                        <a:pt x="145031" y="69661"/>
                      </a:lnTo>
                      <a:lnTo>
                        <a:pt x="143889" y="68519"/>
                      </a:lnTo>
                      <a:lnTo>
                        <a:pt x="143889" y="65093"/>
                      </a:lnTo>
                      <a:lnTo>
                        <a:pt x="142747" y="63951"/>
                      </a:lnTo>
                      <a:lnTo>
                        <a:pt x="142747" y="61667"/>
                      </a:lnTo>
                      <a:lnTo>
                        <a:pt x="141605" y="60525"/>
                      </a:lnTo>
                      <a:lnTo>
                        <a:pt x="141605" y="58241"/>
                      </a:lnTo>
                      <a:lnTo>
                        <a:pt x="140463" y="57099"/>
                      </a:lnTo>
                      <a:lnTo>
                        <a:pt x="140463" y="55957"/>
                      </a:lnTo>
                      <a:lnTo>
                        <a:pt x="139321" y="54815"/>
                      </a:lnTo>
                      <a:lnTo>
                        <a:pt x="139321" y="52531"/>
                      </a:lnTo>
                      <a:lnTo>
                        <a:pt x="137037" y="50247"/>
                      </a:lnTo>
                      <a:lnTo>
                        <a:pt x="137037" y="49105"/>
                      </a:lnTo>
                      <a:lnTo>
                        <a:pt x="135895" y="47963"/>
                      </a:lnTo>
                      <a:lnTo>
                        <a:pt x="135895" y="46821"/>
                      </a:lnTo>
                      <a:lnTo>
                        <a:pt x="133611" y="44537"/>
                      </a:lnTo>
                      <a:lnTo>
                        <a:pt x="133611" y="43395"/>
                      </a:lnTo>
                      <a:lnTo>
                        <a:pt x="129043" y="38827"/>
                      </a:lnTo>
                      <a:lnTo>
                        <a:pt x="129043" y="37685"/>
                      </a:lnTo>
                      <a:lnTo>
                        <a:pt x="125617" y="34259"/>
                      </a:lnTo>
                      <a:lnTo>
                        <a:pt x="124475" y="34259"/>
                      </a:lnTo>
                      <a:lnTo>
                        <a:pt x="118766" y="28549"/>
                      </a:lnTo>
                      <a:lnTo>
                        <a:pt x="117624" y="28549"/>
                      </a:lnTo>
                      <a:lnTo>
                        <a:pt x="115340" y="26265"/>
                      </a:lnTo>
                      <a:lnTo>
                        <a:pt x="114198" y="26265"/>
                      </a:lnTo>
                      <a:lnTo>
                        <a:pt x="113056" y="25123"/>
                      </a:lnTo>
                      <a:lnTo>
                        <a:pt x="111914" y="25123"/>
                      </a:lnTo>
                      <a:lnTo>
                        <a:pt x="109630" y="22840"/>
                      </a:lnTo>
                      <a:lnTo>
                        <a:pt x="107346" y="22840"/>
                      </a:lnTo>
                      <a:lnTo>
                        <a:pt x="106204" y="21698"/>
                      </a:lnTo>
                      <a:lnTo>
                        <a:pt x="105062" y="21698"/>
                      </a:lnTo>
                      <a:lnTo>
                        <a:pt x="103920" y="20556"/>
                      </a:lnTo>
                      <a:lnTo>
                        <a:pt x="101636" y="20556"/>
                      </a:lnTo>
                      <a:lnTo>
                        <a:pt x="100494" y="19414"/>
                      </a:lnTo>
                      <a:lnTo>
                        <a:pt x="98210" y="19414"/>
                      </a:lnTo>
                      <a:lnTo>
                        <a:pt x="97068" y="18272"/>
                      </a:lnTo>
                      <a:lnTo>
                        <a:pt x="93642" y="18272"/>
                      </a:lnTo>
                      <a:lnTo>
                        <a:pt x="92500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8" name="任意形状 7197">
                  <a:extLst>
                    <a:ext uri="{FF2B5EF4-FFF2-40B4-BE49-F238E27FC236}">
                      <a16:creationId xmlns:a16="http://schemas.microsoft.com/office/drawing/2014/main" id="{4E83F9C3-F7F8-570D-E6F6-FB58677927A3}"/>
                    </a:ext>
                  </a:extLst>
                </p:cNvPr>
                <p:cNvSpPr/>
                <p:nvPr/>
              </p:nvSpPr>
              <p:spPr>
                <a:xfrm>
                  <a:off x="5506956" y="532601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9" name="任意形状 7198">
                  <a:extLst>
                    <a:ext uri="{FF2B5EF4-FFF2-40B4-BE49-F238E27FC236}">
                      <a16:creationId xmlns:a16="http://schemas.microsoft.com/office/drawing/2014/main" id="{110A4599-B5E8-1558-3BA7-79E2FA672AAE}"/>
                    </a:ext>
                  </a:extLst>
                </p:cNvPr>
                <p:cNvSpPr/>
                <p:nvPr/>
              </p:nvSpPr>
              <p:spPr>
                <a:xfrm>
                  <a:off x="5543499" y="5289472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0" name="任意形状 7199">
                  <a:extLst>
                    <a:ext uri="{FF2B5EF4-FFF2-40B4-BE49-F238E27FC236}">
                      <a16:creationId xmlns:a16="http://schemas.microsoft.com/office/drawing/2014/main" id="{5E03FCE4-111E-630B-7F69-69BEC333ECA6}"/>
                    </a:ext>
                  </a:extLst>
                </p:cNvPr>
                <p:cNvSpPr/>
                <p:nvPr/>
              </p:nvSpPr>
              <p:spPr>
                <a:xfrm>
                  <a:off x="5506956" y="5289472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1" name="任意形状 7200">
                  <a:extLst>
                    <a:ext uri="{FF2B5EF4-FFF2-40B4-BE49-F238E27FC236}">
                      <a16:creationId xmlns:a16="http://schemas.microsoft.com/office/drawing/2014/main" id="{11CCC550-FF77-8A24-5891-746015F4419A}"/>
                    </a:ext>
                  </a:extLst>
                </p:cNvPr>
                <p:cNvSpPr/>
                <p:nvPr/>
              </p:nvSpPr>
              <p:spPr>
                <a:xfrm>
                  <a:off x="5647419" y="5119317"/>
                  <a:ext cx="49104" cy="83364"/>
                </a:xfrm>
                <a:custGeom>
                  <a:avLst/>
                  <a:gdLst>
                    <a:gd name="connsiteX0" fmla="*/ 11420 w 49104"/>
                    <a:gd name="connsiteY0" fmla="*/ 0 h 83364"/>
                    <a:gd name="connsiteX1" fmla="*/ 0 w 49104"/>
                    <a:gd name="connsiteY1" fmla="*/ 11420 h 83364"/>
                    <a:gd name="connsiteX2" fmla="*/ 29691 w 49104"/>
                    <a:gd name="connsiteY2" fmla="*/ 41111 h 83364"/>
                    <a:gd name="connsiteX3" fmla="*/ 29691 w 49104"/>
                    <a:gd name="connsiteY3" fmla="*/ 42253 h 83364"/>
                    <a:gd name="connsiteX4" fmla="*/ 0 w 49104"/>
                    <a:gd name="connsiteY4" fmla="*/ 71945 h 83364"/>
                    <a:gd name="connsiteX5" fmla="*/ 11420 w 49104"/>
                    <a:gd name="connsiteY5" fmla="*/ 83364 h 83364"/>
                    <a:gd name="connsiteX6" fmla="*/ 47963 w 49104"/>
                    <a:gd name="connsiteY6" fmla="*/ 46821 h 83364"/>
                    <a:gd name="connsiteX7" fmla="*/ 47963 w 49104"/>
                    <a:gd name="connsiteY7" fmla="*/ 45679 h 83364"/>
                    <a:gd name="connsiteX8" fmla="*/ 49105 w 49104"/>
                    <a:gd name="connsiteY8" fmla="*/ 44537 h 83364"/>
                    <a:gd name="connsiteX9" fmla="*/ 49105 w 49104"/>
                    <a:gd name="connsiteY9" fmla="*/ 38827 h 83364"/>
                    <a:gd name="connsiteX10" fmla="*/ 47963 w 49104"/>
                    <a:gd name="connsiteY10" fmla="*/ 37685 h 83364"/>
                    <a:gd name="connsiteX11" fmla="*/ 47963 w 49104"/>
                    <a:gd name="connsiteY11" fmla="*/ 36543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11420" y="0"/>
                      </a:moveTo>
                      <a:lnTo>
                        <a:pt x="0" y="11420"/>
                      </a:lnTo>
                      <a:lnTo>
                        <a:pt x="29691" y="41111"/>
                      </a:lnTo>
                      <a:lnTo>
                        <a:pt x="29691" y="42253"/>
                      </a:lnTo>
                      <a:lnTo>
                        <a:pt x="0" y="71945"/>
                      </a:lnTo>
                      <a:lnTo>
                        <a:pt x="11420" y="83364"/>
                      </a:lnTo>
                      <a:lnTo>
                        <a:pt x="47963" y="46821"/>
                      </a:lnTo>
                      <a:lnTo>
                        <a:pt x="47963" y="45679"/>
                      </a:lnTo>
                      <a:lnTo>
                        <a:pt x="49105" y="44537"/>
                      </a:lnTo>
                      <a:lnTo>
                        <a:pt x="49105" y="38827"/>
                      </a:lnTo>
                      <a:lnTo>
                        <a:pt x="47963" y="37685"/>
                      </a:lnTo>
                      <a:lnTo>
                        <a:pt x="47963" y="365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2" name="任意形状 7201">
                  <a:extLst>
                    <a:ext uri="{FF2B5EF4-FFF2-40B4-BE49-F238E27FC236}">
                      <a16:creationId xmlns:a16="http://schemas.microsoft.com/office/drawing/2014/main" id="{19F4E090-D9E1-4150-000F-B496074F625E}"/>
                    </a:ext>
                  </a:extLst>
                </p:cNvPr>
                <p:cNvSpPr/>
                <p:nvPr/>
              </p:nvSpPr>
              <p:spPr>
                <a:xfrm>
                  <a:off x="5553777" y="5119317"/>
                  <a:ext cx="49104" cy="83364"/>
                </a:xfrm>
                <a:custGeom>
                  <a:avLst/>
                  <a:gdLst>
                    <a:gd name="connsiteX0" fmla="*/ 37685 w 49104"/>
                    <a:gd name="connsiteY0" fmla="*/ 0 h 83364"/>
                    <a:gd name="connsiteX1" fmla="*/ 1142 w 49104"/>
                    <a:gd name="connsiteY1" fmla="*/ 36543 h 83364"/>
                    <a:gd name="connsiteX2" fmla="*/ 1142 w 49104"/>
                    <a:gd name="connsiteY2" fmla="*/ 37685 h 83364"/>
                    <a:gd name="connsiteX3" fmla="*/ 0 w 49104"/>
                    <a:gd name="connsiteY3" fmla="*/ 38827 h 83364"/>
                    <a:gd name="connsiteX4" fmla="*/ 0 w 49104"/>
                    <a:gd name="connsiteY4" fmla="*/ 44537 h 83364"/>
                    <a:gd name="connsiteX5" fmla="*/ 1142 w 49104"/>
                    <a:gd name="connsiteY5" fmla="*/ 45679 h 83364"/>
                    <a:gd name="connsiteX6" fmla="*/ 1142 w 49104"/>
                    <a:gd name="connsiteY6" fmla="*/ 46821 h 83364"/>
                    <a:gd name="connsiteX7" fmla="*/ 37685 w 49104"/>
                    <a:gd name="connsiteY7" fmla="*/ 83364 h 83364"/>
                    <a:gd name="connsiteX8" fmla="*/ 49105 w 49104"/>
                    <a:gd name="connsiteY8" fmla="*/ 71945 h 83364"/>
                    <a:gd name="connsiteX9" fmla="*/ 19414 w 49104"/>
                    <a:gd name="connsiteY9" fmla="*/ 42253 h 83364"/>
                    <a:gd name="connsiteX10" fmla="*/ 19414 w 49104"/>
                    <a:gd name="connsiteY10" fmla="*/ 41111 h 83364"/>
                    <a:gd name="connsiteX11" fmla="*/ 49105 w 49104"/>
                    <a:gd name="connsiteY11" fmla="*/ 11420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37685" y="0"/>
                      </a:moveTo>
                      <a:lnTo>
                        <a:pt x="1142" y="36543"/>
                      </a:lnTo>
                      <a:lnTo>
                        <a:pt x="1142" y="37685"/>
                      </a:lnTo>
                      <a:lnTo>
                        <a:pt x="0" y="38827"/>
                      </a:lnTo>
                      <a:lnTo>
                        <a:pt x="0" y="44537"/>
                      </a:lnTo>
                      <a:lnTo>
                        <a:pt x="1142" y="45679"/>
                      </a:lnTo>
                      <a:lnTo>
                        <a:pt x="1142" y="46821"/>
                      </a:lnTo>
                      <a:lnTo>
                        <a:pt x="37685" y="83364"/>
                      </a:lnTo>
                      <a:lnTo>
                        <a:pt x="49105" y="71945"/>
                      </a:lnTo>
                      <a:lnTo>
                        <a:pt x="19414" y="42253"/>
                      </a:lnTo>
                      <a:lnTo>
                        <a:pt x="19414" y="41111"/>
                      </a:lnTo>
                      <a:lnTo>
                        <a:pt x="49105" y="114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3" name="任意形状 7202">
                  <a:extLst>
                    <a:ext uri="{FF2B5EF4-FFF2-40B4-BE49-F238E27FC236}">
                      <a16:creationId xmlns:a16="http://schemas.microsoft.com/office/drawing/2014/main" id="{FB7B8BDB-3A48-3BC8-8DCD-98A3EABDD62E}"/>
                    </a:ext>
                  </a:extLst>
                </p:cNvPr>
                <p:cNvSpPr/>
                <p:nvPr/>
              </p:nvSpPr>
              <p:spPr>
                <a:xfrm>
                  <a:off x="5608592" y="5106756"/>
                  <a:ext cx="33117" cy="109629"/>
                </a:xfrm>
                <a:custGeom>
                  <a:avLst/>
                  <a:gdLst>
                    <a:gd name="connsiteX0" fmla="*/ 23982 w 33117"/>
                    <a:gd name="connsiteY0" fmla="*/ 0 h 109629"/>
                    <a:gd name="connsiteX1" fmla="*/ 17130 w 33117"/>
                    <a:gd name="connsiteY1" fmla="*/ 0 h 109629"/>
                    <a:gd name="connsiteX2" fmla="*/ 17130 w 33117"/>
                    <a:gd name="connsiteY2" fmla="*/ 5710 h 109629"/>
                    <a:gd name="connsiteX3" fmla="*/ 15988 w 33117"/>
                    <a:gd name="connsiteY3" fmla="*/ 6852 h 109629"/>
                    <a:gd name="connsiteX4" fmla="*/ 15988 w 33117"/>
                    <a:gd name="connsiteY4" fmla="*/ 12562 h 109629"/>
                    <a:gd name="connsiteX5" fmla="*/ 14846 w 33117"/>
                    <a:gd name="connsiteY5" fmla="*/ 13704 h 109629"/>
                    <a:gd name="connsiteX6" fmla="*/ 14846 w 33117"/>
                    <a:gd name="connsiteY6" fmla="*/ 19414 h 109629"/>
                    <a:gd name="connsiteX7" fmla="*/ 13704 w 33117"/>
                    <a:gd name="connsiteY7" fmla="*/ 20556 h 109629"/>
                    <a:gd name="connsiteX8" fmla="*/ 13704 w 33117"/>
                    <a:gd name="connsiteY8" fmla="*/ 26265 h 109629"/>
                    <a:gd name="connsiteX9" fmla="*/ 12562 w 33117"/>
                    <a:gd name="connsiteY9" fmla="*/ 27407 h 109629"/>
                    <a:gd name="connsiteX10" fmla="*/ 12562 w 33117"/>
                    <a:gd name="connsiteY10" fmla="*/ 33117 h 109629"/>
                    <a:gd name="connsiteX11" fmla="*/ 11420 w 33117"/>
                    <a:gd name="connsiteY11" fmla="*/ 34259 h 109629"/>
                    <a:gd name="connsiteX12" fmla="*/ 11420 w 33117"/>
                    <a:gd name="connsiteY12" fmla="*/ 39969 h 109629"/>
                    <a:gd name="connsiteX13" fmla="*/ 10278 w 33117"/>
                    <a:gd name="connsiteY13" fmla="*/ 41111 h 109629"/>
                    <a:gd name="connsiteX14" fmla="*/ 10278 w 33117"/>
                    <a:gd name="connsiteY14" fmla="*/ 46821 h 109629"/>
                    <a:gd name="connsiteX15" fmla="*/ 9136 w 33117"/>
                    <a:gd name="connsiteY15" fmla="*/ 47963 h 109629"/>
                    <a:gd name="connsiteX16" fmla="*/ 9136 w 33117"/>
                    <a:gd name="connsiteY16" fmla="*/ 53673 h 109629"/>
                    <a:gd name="connsiteX17" fmla="*/ 7994 w 33117"/>
                    <a:gd name="connsiteY17" fmla="*/ 54815 h 109629"/>
                    <a:gd name="connsiteX18" fmla="*/ 7994 w 33117"/>
                    <a:gd name="connsiteY18" fmla="*/ 60525 h 109629"/>
                    <a:gd name="connsiteX19" fmla="*/ 6852 w 33117"/>
                    <a:gd name="connsiteY19" fmla="*/ 61667 h 109629"/>
                    <a:gd name="connsiteX20" fmla="*/ 6852 w 33117"/>
                    <a:gd name="connsiteY20" fmla="*/ 67377 h 109629"/>
                    <a:gd name="connsiteX21" fmla="*/ 5710 w 33117"/>
                    <a:gd name="connsiteY21" fmla="*/ 68519 h 109629"/>
                    <a:gd name="connsiteX22" fmla="*/ 5710 w 33117"/>
                    <a:gd name="connsiteY22" fmla="*/ 74228 h 109629"/>
                    <a:gd name="connsiteX23" fmla="*/ 4568 w 33117"/>
                    <a:gd name="connsiteY23" fmla="*/ 75370 h 109629"/>
                    <a:gd name="connsiteX24" fmla="*/ 4568 w 33117"/>
                    <a:gd name="connsiteY24" fmla="*/ 81080 h 109629"/>
                    <a:gd name="connsiteX25" fmla="*/ 3426 w 33117"/>
                    <a:gd name="connsiteY25" fmla="*/ 82222 h 109629"/>
                    <a:gd name="connsiteX26" fmla="*/ 3426 w 33117"/>
                    <a:gd name="connsiteY26" fmla="*/ 87932 h 109629"/>
                    <a:gd name="connsiteX27" fmla="*/ 2284 w 33117"/>
                    <a:gd name="connsiteY27" fmla="*/ 89074 h 109629"/>
                    <a:gd name="connsiteX28" fmla="*/ 2284 w 33117"/>
                    <a:gd name="connsiteY28" fmla="*/ 94784 h 109629"/>
                    <a:gd name="connsiteX29" fmla="*/ 1142 w 33117"/>
                    <a:gd name="connsiteY29" fmla="*/ 95926 h 109629"/>
                    <a:gd name="connsiteX30" fmla="*/ 1142 w 33117"/>
                    <a:gd name="connsiteY30" fmla="*/ 101636 h 109629"/>
                    <a:gd name="connsiteX31" fmla="*/ 0 w 33117"/>
                    <a:gd name="connsiteY31" fmla="*/ 102778 h 109629"/>
                    <a:gd name="connsiteX32" fmla="*/ 0 w 33117"/>
                    <a:gd name="connsiteY32" fmla="*/ 106204 h 109629"/>
                    <a:gd name="connsiteX33" fmla="*/ 1142 w 33117"/>
                    <a:gd name="connsiteY33" fmla="*/ 107346 h 109629"/>
                    <a:gd name="connsiteX34" fmla="*/ 6852 w 33117"/>
                    <a:gd name="connsiteY34" fmla="*/ 107346 h 109629"/>
                    <a:gd name="connsiteX35" fmla="*/ 7994 w 33117"/>
                    <a:gd name="connsiteY35" fmla="*/ 108488 h 109629"/>
                    <a:gd name="connsiteX36" fmla="*/ 13704 w 33117"/>
                    <a:gd name="connsiteY36" fmla="*/ 108488 h 109629"/>
                    <a:gd name="connsiteX37" fmla="*/ 14846 w 33117"/>
                    <a:gd name="connsiteY37" fmla="*/ 109630 h 109629"/>
                    <a:gd name="connsiteX38" fmla="*/ 15988 w 33117"/>
                    <a:gd name="connsiteY38" fmla="*/ 109630 h 109629"/>
                    <a:gd name="connsiteX39" fmla="*/ 15988 w 33117"/>
                    <a:gd name="connsiteY39" fmla="*/ 103920 h 109629"/>
                    <a:gd name="connsiteX40" fmla="*/ 17130 w 33117"/>
                    <a:gd name="connsiteY40" fmla="*/ 102778 h 109629"/>
                    <a:gd name="connsiteX41" fmla="*/ 17130 w 33117"/>
                    <a:gd name="connsiteY41" fmla="*/ 97068 h 109629"/>
                    <a:gd name="connsiteX42" fmla="*/ 18272 w 33117"/>
                    <a:gd name="connsiteY42" fmla="*/ 95926 h 109629"/>
                    <a:gd name="connsiteX43" fmla="*/ 18272 w 33117"/>
                    <a:gd name="connsiteY43" fmla="*/ 90216 h 109629"/>
                    <a:gd name="connsiteX44" fmla="*/ 19414 w 33117"/>
                    <a:gd name="connsiteY44" fmla="*/ 89074 h 109629"/>
                    <a:gd name="connsiteX45" fmla="*/ 19414 w 33117"/>
                    <a:gd name="connsiteY45" fmla="*/ 83364 h 109629"/>
                    <a:gd name="connsiteX46" fmla="*/ 20556 w 33117"/>
                    <a:gd name="connsiteY46" fmla="*/ 82222 h 109629"/>
                    <a:gd name="connsiteX47" fmla="*/ 20556 w 33117"/>
                    <a:gd name="connsiteY47" fmla="*/ 76512 h 109629"/>
                    <a:gd name="connsiteX48" fmla="*/ 21698 w 33117"/>
                    <a:gd name="connsiteY48" fmla="*/ 75370 h 109629"/>
                    <a:gd name="connsiteX49" fmla="*/ 21698 w 33117"/>
                    <a:gd name="connsiteY49" fmla="*/ 69661 h 109629"/>
                    <a:gd name="connsiteX50" fmla="*/ 22840 w 33117"/>
                    <a:gd name="connsiteY50" fmla="*/ 68519 h 109629"/>
                    <a:gd name="connsiteX51" fmla="*/ 22840 w 33117"/>
                    <a:gd name="connsiteY51" fmla="*/ 62809 h 109629"/>
                    <a:gd name="connsiteX52" fmla="*/ 23982 w 33117"/>
                    <a:gd name="connsiteY52" fmla="*/ 61667 h 109629"/>
                    <a:gd name="connsiteX53" fmla="*/ 23982 w 33117"/>
                    <a:gd name="connsiteY53" fmla="*/ 55957 h 109629"/>
                    <a:gd name="connsiteX54" fmla="*/ 25123 w 33117"/>
                    <a:gd name="connsiteY54" fmla="*/ 54815 h 109629"/>
                    <a:gd name="connsiteX55" fmla="*/ 25123 w 33117"/>
                    <a:gd name="connsiteY55" fmla="*/ 49105 h 109629"/>
                    <a:gd name="connsiteX56" fmla="*/ 26265 w 33117"/>
                    <a:gd name="connsiteY56" fmla="*/ 47963 h 109629"/>
                    <a:gd name="connsiteX57" fmla="*/ 26265 w 33117"/>
                    <a:gd name="connsiteY57" fmla="*/ 42253 h 109629"/>
                    <a:gd name="connsiteX58" fmla="*/ 27407 w 33117"/>
                    <a:gd name="connsiteY58" fmla="*/ 41111 h 109629"/>
                    <a:gd name="connsiteX59" fmla="*/ 27407 w 33117"/>
                    <a:gd name="connsiteY59" fmla="*/ 35401 h 109629"/>
                    <a:gd name="connsiteX60" fmla="*/ 28549 w 33117"/>
                    <a:gd name="connsiteY60" fmla="*/ 34259 h 109629"/>
                    <a:gd name="connsiteX61" fmla="*/ 28549 w 33117"/>
                    <a:gd name="connsiteY61" fmla="*/ 28549 h 109629"/>
                    <a:gd name="connsiteX62" fmla="*/ 29691 w 33117"/>
                    <a:gd name="connsiteY62" fmla="*/ 27407 h 109629"/>
                    <a:gd name="connsiteX63" fmla="*/ 29691 w 33117"/>
                    <a:gd name="connsiteY63" fmla="*/ 21698 h 109629"/>
                    <a:gd name="connsiteX64" fmla="*/ 30833 w 33117"/>
                    <a:gd name="connsiteY64" fmla="*/ 20556 h 109629"/>
                    <a:gd name="connsiteX65" fmla="*/ 30833 w 33117"/>
                    <a:gd name="connsiteY65" fmla="*/ 14846 h 109629"/>
                    <a:gd name="connsiteX66" fmla="*/ 31975 w 33117"/>
                    <a:gd name="connsiteY66" fmla="*/ 13704 h 109629"/>
                    <a:gd name="connsiteX67" fmla="*/ 31975 w 33117"/>
                    <a:gd name="connsiteY67" fmla="*/ 7994 h 109629"/>
                    <a:gd name="connsiteX68" fmla="*/ 33117 w 33117"/>
                    <a:gd name="connsiteY68" fmla="*/ 6852 h 109629"/>
                    <a:gd name="connsiteX69" fmla="*/ 33117 w 33117"/>
                    <a:gd name="connsiteY69" fmla="*/ 2284 h 109629"/>
                    <a:gd name="connsiteX70" fmla="*/ 31975 w 33117"/>
                    <a:gd name="connsiteY70" fmla="*/ 2284 h 109629"/>
                    <a:gd name="connsiteX71" fmla="*/ 30833 w 33117"/>
                    <a:gd name="connsiteY71" fmla="*/ 1142 h 109629"/>
                    <a:gd name="connsiteX72" fmla="*/ 25123 w 33117"/>
                    <a:gd name="connsiteY72" fmla="*/ 1142 h 109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</a:cxnLst>
                  <a:rect l="l" t="t" r="r" b="b"/>
                  <a:pathLst>
                    <a:path w="33117" h="109629">
                      <a:moveTo>
                        <a:pt x="23982" y="0"/>
                      </a:moveTo>
                      <a:lnTo>
                        <a:pt x="17130" y="0"/>
                      </a:lnTo>
                      <a:lnTo>
                        <a:pt x="17130" y="5710"/>
                      </a:lnTo>
                      <a:lnTo>
                        <a:pt x="15988" y="6852"/>
                      </a:lnTo>
                      <a:lnTo>
                        <a:pt x="15988" y="12562"/>
                      </a:lnTo>
                      <a:lnTo>
                        <a:pt x="14846" y="13704"/>
                      </a:lnTo>
                      <a:lnTo>
                        <a:pt x="14846" y="19414"/>
                      </a:lnTo>
                      <a:lnTo>
                        <a:pt x="13704" y="20556"/>
                      </a:lnTo>
                      <a:lnTo>
                        <a:pt x="13704" y="26265"/>
                      </a:lnTo>
                      <a:lnTo>
                        <a:pt x="12562" y="27407"/>
                      </a:lnTo>
                      <a:lnTo>
                        <a:pt x="12562" y="33117"/>
                      </a:lnTo>
                      <a:lnTo>
                        <a:pt x="11420" y="34259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6821"/>
                      </a:lnTo>
                      <a:lnTo>
                        <a:pt x="9136" y="47963"/>
                      </a:lnTo>
                      <a:lnTo>
                        <a:pt x="9136" y="53673"/>
                      </a:lnTo>
                      <a:lnTo>
                        <a:pt x="7994" y="54815"/>
                      </a:lnTo>
                      <a:lnTo>
                        <a:pt x="7994" y="60525"/>
                      </a:lnTo>
                      <a:lnTo>
                        <a:pt x="6852" y="61667"/>
                      </a:lnTo>
                      <a:lnTo>
                        <a:pt x="6852" y="67377"/>
                      </a:lnTo>
                      <a:lnTo>
                        <a:pt x="5710" y="68519"/>
                      </a:lnTo>
                      <a:lnTo>
                        <a:pt x="5710" y="74228"/>
                      </a:lnTo>
                      <a:lnTo>
                        <a:pt x="4568" y="75370"/>
                      </a:lnTo>
                      <a:lnTo>
                        <a:pt x="4568" y="81080"/>
                      </a:lnTo>
                      <a:lnTo>
                        <a:pt x="3426" y="82222"/>
                      </a:lnTo>
                      <a:lnTo>
                        <a:pt x="3426" y="87932"/>
                      </a:lnTo>
                      <a:lnTo>
                        <a:pt x="2284" y="89074"/>
                      </a:lnTo>
                      <a:lnTo>
                        <a:pt x="2284" y="94784"/>
                      </a:lnTo>
                      <a:lnTo>
                        <a:pt x="1142" y="95926"/>
                      </a:lnTo>
                      <a:lnTo>
                        <a:pt x="1142" y="101636"/>
                      </a:lnTo>
                      <a:lnTo>
                        <a:pt x="0" y="102778"/>
                      </a:lnTo>
                      <a:lnTo>
                        <a:pt x="0" y="106204"/>
                      </a:lnTo>
                      <a:lnTo>
                        <a:pt x="1142" y="107346"/>
                      </a:lnTo>
                      <a:lnTo>
                        <a:pt x="6852" y="107346"/>
                      </a:lnTo>
                      <a:lnTo>
                        <a:pt x="7994" y="108488"/>
                      </a:lnTo>
                      <a:lnTo>
                        <a:pt x="13704" y="108488"/>
                      </a:lnTo>
                      <a:lnTo>
                        <a:pt x="14846" y="109630"/>
                      </a:lnTo>
                      <a:lnTo>
                        <a:pt x="15988" y="109630"/>
                      </a:lnTo>
                      <a:lnTo>
                        <a:pt x="15988" y="103920"/>
                      </a:lnTo>
                      <a:lnTo>
                        <a:pt x="17130" y="102778"/>
                      </a:lnTo>
                      <a:lnTo>
                        <a:pt x="17130" y="97068"/>
                      </a:lnTo>
                      <a:lnTo>
                        <a:pt x="18272" y="95926"/>
                      </a:lnTo>
                      <a:lnTo>
                        <a:pt x="18272" y="90216"/>
                      </a:lnTo>
                      <a:lnTo>
                        <a:pt x="19414" y="89074"/>
                      </a:lnTo>
                      <a:lnTo>
                        <a:pt x="19414" y="83364"/>
                      </a:lnTo>
                      <a:lnTo>
                        <a:pt x="20556" y="82222"/>
                      </a:lnTo>
                      <a:lnTo>
                        <a:pt x="20556" y="76512"/>
                      </a:lnTo>
                      <a:lnTo>
                        <a:pt x="21698" y="75370"/>
                      </a:lnTo>
                      <a:lnTo>
                        <a:pt x="21698" y="69661"/>
                      </a:lnTo>
                      <a:lnTo>
                        <a:pt x="22840" y="68519"/>
                      </a:lnTo>
                      <a:lnTo>
                        <a:pt x="22840" y="62809"/>
                      </a:lnTo>
                      <a:lnTo>
                        <a:pt x="23982" y="61667"/>
                      </a:lnTo>
                      <a:lnTo>
                        <a:pt x="23982" y="55957"/>
                      </a:lnTo>
                      <a:lnTo>
                        <a:pt x="25123" y="54815"/>
                      </a:lnTo>
                      <a:lnTo>
                        <a:pt x="25123" y="49105"/>
                      </a:lnTo>
                      <a:lnTo>
                        <a:pt x="26265" y="47963"/>
                      </a:lnTo>
                      <a:lnTo>
                        <a:pt x="26265" y="42253"/>
                      </a:lnTo>
                      <a:lnTo>
                        <a:pt x="27407" y="41111"/>
                      </a:lnTo>
                      <a:lnTo>
                        <a:pt x="27407" y="35401"/>
                      </a:lnTo>
                      <a:lnTo>
                        <a:pt x="28549" y="34259"/>
                      </a:lnTo>
                      <a:lnTo>
                        <a:pt x="28549" y="28549"/>
                      </a:lnTo>
                      <a:lnTo>
                        <a:pt x="29691" y="27407"/>
                      </a:lnTo>
                      <a:lnTo>
                        <a:pt x="29691" y="21698"/>
                      </a:lnTo>
                      <a:lnTo>
                        <a:pt x="30833" y="20556"/>
                      </a:lnTo>
                      <a:lnTo>
                        <a:pt x="30833" y="14846"/>
                      </a:lnTo>
                      <a:lnTo>
                        <a:pt x="31975" y="13704"/>
                      </a:lnTo>
                      <a:lnTo>
                        <a:pt x="31975" y="7994"/>
                      </a:lnTo>
                      <a:lnTo>
                        <a:pt x="33117" y="6852"/>
                      </a:lnTo>
                      <a:lnTo>
                        <a:pt x="33117" y="2284"/>
                      </a:lnTo>
                      <a:lnTo>
                        <a:pt x="31975" y="2284"/>
                      </a:lnTo>
                      <a:lnTo>
                        <a:pt x="30833" y="1142"/>
                      </a:lnTo>
                      <a:lnTo>
                        <a:pt x="25123" y="1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4" name="任意形状 7203">
                  <a:extLst>
                    <a:ext uri="{FF2B5EF4-FFF2-40B4-BE49-F238E27FC236}">
                      <a16:creationId xmlns:a16="http://schemas.microsoft.com/office/drawing/2014/main" id="{E3042488-613A-659A-46CA-B6897503247B}"/>
                    </a:ext>
                  </a:extLst>
                </p:cNvPr>
                <p:cNvSpPr/>
                <p:nvPr/>
              </p:nvSpPr>
              <p:spPr>
                <a:xfrm>
                  <a:off x="5525228" y="5070212"/>
                  <a:ext cx="199845" cy="181574"/>
                </a:xfrm>
                <a:custGeom>
                  <a:avLst/>
                  <a:gdLst>
                    <a:gd name="connsiteX0" fmla="*/ 2284 w 199845"/>
                    <a:gd name="connsiteY0" fmla="*/ 3426 h 181574"/>
                    <a:gd name="connsiteX1" fmla="*/ 2284 w 199845"/>
                    <a:gd name="connsiteY1" fmla="*/ 4568 h 181574"/>
                    <a:gd name="connsiteX2" fmla="*/ 1142 w 199845"/>
                    <a:gd name="connsiteY2" fmla="*/ 5710 h 181574"/>
                    <a:gd name="connsiteX3" fmla="*/ 1142 w 199845"/>
                    <a:gd name="connsiteY3" fmla="*/ 7994 h 181574"/>
                    <a:gd name="connsiteX4" fmla="*/ 0 w 199845"/>
                    <a:gd name="connsiteY4" fmla="*/ 9136 h 181574"/>
                    <a:gd name="connsiteX5" fmla="*/ 0 w 199845"/>
                    <a:gd name="connsiteY5" fmla="*/ 172438 h 181574"/>
                    <a:gd name="connsiteX6" fmla="*/ 1142 w 199845"/>
                    <a:gd name="connsiteY6" fmla="*/ 173580 h 181574"/>
                    <a:gd name="connsiteX7" fmla="*/ 1142 w 199845"/>
                    <a:gd name="connsiteY7" fmla="*/ 175864 h 181574"/>
                    <a:gd name="connsiteX8" fmla="*/ 3426 w 199845"/>
                    <a:gd name="connsiteY8" fmla="*/ 179290 h 181574"/>
                    <a:gd name="connsiteX9" fmla="*/ 4568 w 199845"/>
                    <a:gd name="connsiteY9" fmla="*/ 179290 h 181574"/>
                    <a:gd name="connsiteX10" fmla="*/ 5710 w 199845"/>
                    <a:gd name="connsiteY10" fmla="*/ 180432 h 181574"/>
                    <a:gd name="connsiteX11" fmla="*/ 7994 w 199845"/>
                    <a:gd name="connsiteY11" fmla="*/ 180432 h 181574"/>
                    <a:gd name="connsiteX12" fmla="*/ 9136 w 199845"/>
                    <a:gd name="connsiteY12" fmla="*/ 181574 h 181574"/>
                    <a:gd name="connsiteX13" fmla="*/ 190710 w 199845"/>
                    <a:gd name="connsiteY13" fmla="*/ 181574 h 181574"/>
                    <a:gd name="connsiteX14" fmla="*/ 191852 w 199845"/>
                    <a:gd name="connsiteY14" fmla="*/ 180432 h 181574"/>
                    <a:gd name="connsiteX15" fmla="*/ 194136 w 199845"/>
                    <a:gd name="connsiteY15" fmla="*/ 180432 h 181574"/>
                    <a:gd name="connsiteX16" fmla="*/ 197562 w 199845"/>
                    <a:gd name="connsiteY16" fmla="*/ 178148 h 181574"/>
                    <a:gd name="connsiteX17" fmla="*/ 197562 w 199845"/>
                    <a:gd name="connsiteY17" fmla="*/ 177006 h 181574"/>
                    <a:gd name="connsiteX18" fmla="*/ 198704 w 199845"/>
                    <a:gd name="connsiteY18" fmla="*/ 175864 h 181574"/>
                    <a:gd name="connsiteX19" fmla="*/ 198704 w 199845"/>
                    <a:gd name="connsiteY19" fmla="*/ 173580 h 181574"/>
                    <a:gd name="connsiteX20" fmla="*/ 199846 w 199845"/>
                    <a:gd name="connsiteY20" fmla="*/ 172438 h 181574"/>
                    <a:gd name="connsiteX21" fmla="*/ 199846 w 199845"/>
                    <a:gd name="connsiteY21" fmla="*/ 9136 h 181574"/>
                    <a:gd name="connsiteX22" fmla="*/ 198704 w 199845"/>
                    <a:gd name="connsiteY22" fmla="*/ 7994 h 181574"/>
                    <a:gd name="connsiteX23" fmla="*/ 198704 w 199845"/>
                    <a:gd name="connsiteY23" fmla="*/ 5710 h 181574"/>
                    <a:gd name="connsiteX24" fmla="*/ 196420 w 199845"/>
                    <a:gd name="connsiteY24" fmla="*/ 2284 h 181574"/>
                    <a:gd name="connsiteX25" fmla="*/ 195278 w 199845"/>
                    <a:gd name="connsiteY25" fmla="*/ 2284 h 181574"/>
                    <a:gd name="connsiteX26" fmla="*/ 194136 w 199845"/>
                    <a:gd name="connsiteY26" fmla="*/ 1142 h 181574"/>
                    <a:gd name="connsiteX27" fmla="*/ 191852 w 199845"/>
                    <a:gd name="connsiteY27" fmla="*/ 1142 h 181574"/>
                    <a:gd name="connsiteX28" fmla="*/ 190710 w 199845"/>
                    <a:gd name="connsiteY28" fmla="*/ 0 h 181574"/>
                    <a:gd name="connsiteX29" fmla="*/ 9136 w 199845"/>
                    <a:gd name="connsiteY29" fmla="*/ 0 h 181574"/>
                    <a:gd name="connsiteX30" fmla="*/ 7994 w 199845"/>
                    <a:gd name="connsiteY30" fmla="*/ 1142 h 181574"/>
                    <a:gd name="connsiteX31" fmla="*/ 5710 w 199845"/>
                    <a:gd name="connsiteY31" fmla="*/ 1142 h 181574"/>
                    <a:gd name="connsiteX32" fmla="*/ 17130 w 199845"/>
                    <a:gd name="connsiteY32" fmla="*/ 19414 h 181574"/>
                    <a:gd name="connsiteX33" fmla="*/ 17130 w 199845"/>
                    <a:gd name="connsiteY33" fmla="*/ 162161 h 181574"/>
                    <a:gd name="connsiteX34" fmla="*/ 19414 w 199845"/>
                    <a:gd name="connsiteY34" fmla="*/ 164445 h 181574"/>
                    <a:gd name="connsiteX35" fmla="*/ 180432 w 199845"/>
                    <a:gd name="connsiteY35" fmla="*/ 164445 h 181574"/>
                    <a:gd name="connsiteX36" fmla="*/ 182716 w 199845"/>
                    <a:gd name="connsiteY36" fmla="*/ 162161 h 181574"/>
                    <a:gd name="connsiteX37" fmla="*/ 182716 w 199845"/>
                    <a:gd name="connsiteY37" fmla="*/ 19414 h 181574"/>
                    <a:gd name="connsiteX38" fmla="*/ 180432 w 199845"/>
                    <a:gd name="connsiteY38" fmla="*/ 17130 h 181574"/>
                    <a:gd name="connsiteX39" fmla="*/ 19414 w 199845"/>
                    <a:gd name="connsiteY39" fmla="*/ 17130 h 1815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199845" h="181574">
                      <a:moveTo>
                        <a:pt x="2284" y="3426"/>
                      </a:moveTo>
                      <a:lnTo>
                        <a:pt x="2284" y="4568"/>
                      </a:lnTo>
                      <a:lnTo>
                        <a:pt x="1142" y="5710"/>
                      </a:lnTo>
                      <a:lnTo>
                        <a:pt x="1142" y="7994"/>
                      </a:lnTo>
                      <a:lnTo>
                        <a:pt x="0" y="9136"/>
                      </a:lnTo>
                      <a:lnTo>
                        <a:pt x="0" y="172438"/>
                      </a:lnTo>
                      <a:lnTo>
                        <a:pt x="1142" y="173580"/>
                      </a:lnTo>
                      <a:lnTo>
                        <a:pt x="1142" y="175864"/>
                      </a:lnTo>
                      <a:lnTo>
                        <a:pt x="3426" y="179290"/>
                      </a:lnTo>
                      <a:lnTo>
                        <a:pt x="4568" y="179290"/>
                      </a:lnTo>
                      <a:lnTo>
                        <a:pt x="5710" y="180432"/>
                      </a:lnTo>
                      <a:lnTo>
                        <a:pt x="7994" y="180432"/>
                      </a:lnTo>
                      <a:lnTo>
                        <a:pt x="9136" y="181574"/>
                      </a:lnTo>
                      <a:lnTo>
                        <a:pt x="190710" y="181574"/>
                      </a:lnTo>
                      <a:lnTo>
                        <a:pt x="191852" y="180432"/>
                      </a:lnTo>
                      <a:lnTo>
                        <a:pt x="194136" y="180432"/>
                      </a:lnTo>
                      <a:lnTo>
                        <a:pt x="197562" y="178148"/>
                      </a:lnTo>
                      <a:lnTo>
                        <a:pt x="197562" y="177006"/>
                      </a:lnTo>
                      <a:lnTo>
                        <a:pt x="198704" y="175864"/>
                      </a:lnTo>
                      <a:lnTo>
                        <a:pt x="198704" y="173580"/>
                      </a:lnTo>
                      <a:lnTo>
                        <a:pt x="199846" y="172438"/>
                      </a:lnTo>
                      <a:lnTo>
                        <a:pt x="199846" y="9136"/>
                      </a:lnTo>
                      <a:lnTo>
                        <a:pt x="198704" y="7994"/>
                      </a:lnTo>
                      <a:lnTo>
                        <a:pt x="198704" y="5710"/>
                      </a:lnTo>
                      <a:lnTo>
                        <a:pt x="196420" y="2284"/>
                      </a:lnTo>
                      <a:lnTo>
                        <a:pt x="195278" y="2284"/>
                      </a:lnTo>
                      <a:lnTo>
                        <a:pt x="194136" y="1142"/>
                      </a:lnTo>
                      <a:lnTo>
                        <a:pt x="191852" y="1142"/>
                      </a:lnTo>
                      <a:lnTo>
                        <a:pt x="190710" y="0"/>
                      </a:lnTo>
                      <a:lnTo>
                        <a:pt x="9136" y="0"/>
                      </a:lnTo>
                      <a:lnTo>
                        <a:pt x="7994" y="1142"/>
                      </a:lnTo>
                      <a:lnTo>
                        <a:pt x="5710" y="1142"/>
                      </a:lnTo>
                      <a:close/>
                      <a:moveTo>
                        <a:pt x="17130" y="19414"/>
                      </a:moveTo>
                      <a:lnTo>
                        <a:pt x="17130" y="162161"/>
                      </a:lnTo>
                      <a:lnTo>
                        <a:pt x="19414" y="164445"/>
                      </a:lnTo>
                      <a:lnTo>
                        <a:pt x="180432" y="164445"/>
                      </a:lnTo>
                      <a:lnTo>
                        <a:pt x="182716" y="162161"/>
                      </a:lnTo>
                      <a:lnTo>
                        <a:pt x="182716" y="19414"/>
                      </a:lnTo>
                      <a:lnTo>
                        <a:pt x="180432" y="17130"/>
                      </a:lnTo>
                      <a:lnTo>
                        <a:pt x="1941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5" name="任意形状 7204">
                  <a:extLst>
                    <a:ext uri="{FF2B5EF4-FFF2-40B4-BE49-F238E27FC236}">
                      <a16:creationId xmlns:a16="http://schemas.microsoft.com/office/drawing/2014/main" id="{45BB925C-518E-D54A-42CD-8F92AD37C4EC}"/>
                    </a:ext>
                  </a:extLst>
                </p:cNvPr>
                <p:cNvSpPr/>
                <p:nvPr/>
              </p:nvSpPr>
              <p:spPr>
                <a:xfrm>
                  <a:off x="5360783" y="5033669"/>
                  <a:ext cx="547006" cy="547006"/>
                </a:xfrm>
                <a:custGeom>
                  <a:avLst/>
                  <a:gdLst>
                    <a:gd name="connsiteX0" fmla="*/ 28549 w 547006"/>
                    <a:gd name="connsiteY0" fmla="*/ 4568 h 547006"/>
                    <a:gd name="connsiteX1" fmla="*/ 22840 w 547006"/>
                    <a:gd name="connsiteY1" fmla="*/ 10278 h 547006"/>
                    <a:gd name="connsiteX2" fmla="*/ 18272 w 547006"/>
                    <a:gd name="connsiteY2" fmla="*/ 19414 h 547006"/>
                    <a:gd name="connsiteX3" fmla="*/ 18272 w 547006"/>
                    <a:gd name="connsiteY3" fmla="*/ 43395 h 547006"/>
                    <a:gd name="connsiteX4" fmla="*/ 15988 w 547006"/>
                    <a:gd name="connsiteY4" fmla="*/ 45679 h 547006"/>
                    <a:gd name="connsiteX5" fmla="*/ 0 w 547006"/>
                    <a:gd name="connsiteY5" fmla="*/ 45679 h 547006"/>
                    <a:gd name="connsiteX6" fmla="*/ 0 w 547006"/>
                    <a:gd name="connsiteY6" fmla="*/ 62809 h 547006"/>
                    <a:gd name="connsiteX7" fmla="*/ 15988 w 547006"/>
                    <a:gd name="connsiteY7" fmla="*/ 62809 h 547006"/>
                    <a:gd name="connsiteX8" fmla="*/ 18272 w 547006"/>
                    <a:gd name="connsiteY8" fmla="*/ 65093 h 547006"/>
                    <a:gd name="connsiteX9" fmla="*/ 18272 w 547006"/>
                    <a:gd name="connsiteY9" fmla="*/ 98210 h 547006"/>
                    <a:gd name="connsiteX10" fmla="*/ 15988 w 547006"/>
                    <a:gd name="connsiteY10" fmla="*/ 100494 h 547006"/>
                    <a:gd name="connsiteX11" fmla="*/ 0 w 547006"/>
                    <a:gd name="connsiteY11" fmla="*/ 100494 h 547006"/>
                    <a:gd name="connsiteX12" fmla="*/ 0 w 547006"/>
                    <a:gd name="connsiteY12" fmla="*/ 117624 h 547006"/>
                    <a:gd name="connsiteX13" fmla="*/ 15988 w 547006"/>
                    <a:gd name="connsiteY13" fmla="*/ 117624 h 547006"/>
                    <a:gd name="connsiteX14" fmla="*/ 18272 w 547006"/>
                    <a:gd name="connsiteY14" fmla="*/ 119908 h 547006"/>
                    <a:gd name="connsiteX15" fmla="*/ 18272 w 547006"/>
                    <a:gd name="connsiteY15" fmla="*/ 153025 h 547006"/>
                    <a:gd name="connsiteX16" fmla="*/ 15988 w 547006"/>
                    <a:gd name="connsiteY16" fmla="*/ 155309 h 547006"/>
                    <a:gd name="connsiteX17" fmla="*/ 0 w 547006"/>
                    <a:gd name="connsiteY17" fmla="*/ 155309 h 547006"/>
                    <a:gd name="connsiteX18" fmla="*/ 0 w 547006"/>
                    <a:gd name="connsiteY18" fmla="*/ 172438 h 547006"/>
                    <a:gd name="connsiteX19" fmla="*/ 15988 w 547006"/>
                    <a:gd name="connsiteY19" fmla="*/ 172438 h 547006"/>
                    <a:gd name="connsiteX20" fmla="*/ 18272 w 547006"/>
                    <a:gd name="connsiteY20" fmla="*/ 174722 h 547006"/>
                    <a:gd name="connsiteX21" fmla="*/ 18272 w 547006"/>
                    <a:gd name="connsiteY21" fmla="*/ 207840 h 547006"/>
                    <a:gd name="connsiteX22" fmla="*/ 15988 w 547006"/>
                    <a:gd name="connsiteY22" fmla="*/ 210124 h 547006"/>
                    <a:gd name="connsiteX23" fmla="*/ 0 w 547006"/>
                    <a:gd name="connsiteY23" fmla="*/ 210124 h 547006"/>
                    <a:gd name="connsiteX24" fmla="*/ 0 w 547006"/>
                    <a:gd name="connsiteY24" fmla="*/ 227253 h 547006"/>
                    <a:gd name="connsiteX25" fmla="*/ 15988 w 547006"/>
                    <a:gd name="connsiteY25" fmla="*/ 227253 h 547006"/>
                    <a:gd name="connsiteX26" fmla="*/ 18272 w 547006"/>
                    <a:gd name="connsiteY26" fmla="*/ 229537 h 547006"/>
                    <a:gd name="connsiteX27" fmla="*/ 18272 w 547006"/>
                    <a:gd name="connsiteY27" fmla="*/ 262655 h 547006"/>
                    <a:gd name="connsiteX28" fmla="*/ 15988 w 547006"/>
                    <a:gd name="connsiteY28" fmla="*/ 264939 h 547006"/>
                    <a:gd name="connsiteX29" fmla="*/ 0 w 547006"/>
                    <a:gd name="connsiteY29" fmla="*/ 264939 h 547006"/>
                    <a:gd name="connsiteX30" fmla="*/ 0 w 547006"/>
                    <a:gd name="connsiteY30" fmla="*/ 282068 h 547006"/>
                    <a:gd name="connsiteX31" fmla="*/ 15988 w 547006"/>
                    <a:gd name="connsiteY31" fmla="*/ 282068 h 547006"/>
                    <a:gd name="connsiteX32" fmla="*/ 18272 w 547006"/>
                    <a:gd name="connsiteY32" fmla="*/ 284352 h 547006"/>
                    <a:gd name="connsiteX33" fmla="*/ 18272 w 547006"/>
                    <a:gd name="connsiteY33" fmla="*/ 317470 h 547006"/>
                    <a:gd name="connsiteX34" fmla="*/ 15988 w 547006"/>
                    <a:gd name="connsiteY34" fmla="*/ 319753 h 547006"/>
                    <a:gd name="connsiteX35" fmla="*/ 0 w 547006"/>
                    <a:gd name="connsiteY35" fmla="*/ 319753 h 547006"/>
                    <a:gd name="connsiteX36" fmla="*/ 0 w 547006"/>
                    <a:gd name="connsiteY36" fmla="*/ 336883 h 547006"/>
                    <a:gd name="connsiteX37" fmla="*/ 15988 w 547006"/>
                    <a:gd name="connsiteY37" fmla="*/ 336883 h 547006"/>
                    <a:gd name="connsiteX38" fmla="*/ 18272 w 547006"/>
                    <a:gd name="connsiteY38" fmla="*/ 339167 h 547006"/>
                    <a:gd name="connsiteX39" fmla="*/ 18272 w 547006"/>
                    <a:gd name="connsiteY39" fmla="*/ 372284 h 547006"/>
                    <a:gd name="connsiteX40" fmla="*/ 15988 w 547006"/>
                    <a:gd name="connsiteY40" fmla="*/ 374568 h 547006"/>
                    <a:gd name="connsiteX41" fmla="*/ 0 w 547006"/>
                    <a:gd name="connsiteY41" fmla="*/ 374568 h 547006"/>
                    <a:gd name="connsiteX42" fmla="*/ 0 w 547006"/>
                    <a:gd name="connsiteY42" fmla="*/ 391698 h 547006"/>
                    <a:gd name="connsiteX43" fmla="*/ 15988 w 547006"/>
                    <a:gd name="connsiteY43" fmla="*/ 391698 h 547006"/>
                    <a:gd name="connsiteX44" fmla="*/ 18272 w 547006"/>
                    <a:gd name="connsiteY44" fmla="*/ 393982 h 547006"/>
                    <a:gd name="connsiteX45" fmla="*/ 18272 w 547006"/>
                    <a:gd name="connsiteY45" fmla="*/ 427099 h 547006"/>
                    <a:gd name="connsiteX46" fmla="*/ 15988 w 547006"/>
                    <a:gd name="connsiteY46" fmla="*/ 429383 h 547006"/>
                    <a:gd name="connsiteX47" fmla="*/ 0 w 547006"/>
                    <a:gd name="connsiteY47" fmla="*/ 429383 h 547006"/>
                    <a:gd name="connsiteX48" fmla="*/ 0 w 547006"/>
                    <a:gd name="connsiteY48" fmla="*/ 446513 h 547006"/>
                    <a:gd name="connsiteX49" fmla="*/ 15988 w 547006"/>
                    <a:gd name="connsiteY49" fmla="*/ 446513 h 547006"/>
                    <a:gd name="connsiteX50" fmla="*/ 18272 w 547006"/>
                    <a:gd name="connsiteY50" fmla="*/ 448797 h 547006"/>
                    <a:gd name="connsiteX51" fmla="*/ 18272 w 547006"/>
                    <a:gd name="connsiteY51" fmla="*/ 481914 h 547006"/>
                    <a:gd name="connsiteX52" fmla="*/ 15988 w 547006"/>
                    <a:gd name="connsiteY52" fmla="*/ 484198 h 547006"/>
                    <a:gd name="connsiteX53" fmla="*/ 0 w 547006"/>
                    <a:gd name="connsiteY53" fmla="*/ 484198 h 547006"/>
                    <a:gd name="connsiteX54" fmla="*/ 0 w 547006"/>
                    <a:gd name="connsiteY54" fmla="*/ 501328 h 547006"/>
                    <a:gd name="connsiteX55" fmla="*/ 15988 w 547006"/>
                    <a:gd name="connsiteY55" fmla="*/ 501328 h 547006"/>
                    <a:gd name="connsiteX56" fmla="*/ 18272 w 547006"/>
                    <a:gd name="connsiteY56" fmla="*/ 503612 h 547006"/>
                    <a:gd name="connsiteX57" fmla="*/ 18272 w 547006"/>
                    <a:gd name="connsiteY57" fmla="*/ 527593 h 547006"/>
                    <a:gd name="connsiteX58" fmla="*/ 22840 w 547006"/>
                    <a:gd name="connsiteY58" fmla="*/ 536729 h 547006"/>
                    <a:gd name="connsiteX59" fmla="*/ 28549 w 547006"/>
                    <a:gd name="connsiteY59" fmla="*/ 542439 h 547006"/>
                    <a:gd name="connsiteX60" fmla="*/ 37685 w 547006"/>
                    <a:gd name="connsiteY60" fmla="*/ 547007 h 547006"/>
                    <a:gd name="connsiteX61" fmla="*/ 423673 w 547006"/>
                    <a:gd name="connsiteY61" fmla="*/ 547007 h 547006"/>
                    <a:gd name="connsiteX62" fmla="*/ 428241 w 547006"/>
                    <a:gd name="connsiteY62" fmla="*/ 542439 h 547006"/>
                    <a:gd name="connsiteX63" fmla="*/ 432809 w 547006"/>
                    <a:gd name="connsiteY63" fmla="*/ 504754 h 547006"/>
                    <a:gd name="connsiteX64" fmla="*/ 440803 w 547006"/>
                    <a:gd name="connsiteY64" fmla="*/ 500186 h 547006"/>
                    <a:gd name="connsiteX65" fmla="*/ 444229 w 547006"/>
                    <a:gd name="connsiteY65" fmla="*/ 501328 h 547006"/>
                    <a:gd name="connsiteX66" fmla="*/ 473920 w 547006"/>
                    <a:gd name="connsiteY66" fmla="*/ 524167 h 547006"/>
                    <a:gd name="connsiteX67" fmla="*/ 483056 w 547006"/>
                    <a:gd name="connsiteY67" fmla="*/ 521883 h 547006"/>
                    <a:gd name="connsiteX68" fmla="*/ 521883 w 547006"/>
                    <a:gd name="connsiteY68" fmla="*/ 483056 h 547006"/>
                    <a:gd name="connsiteX69" fmla="*/ 524167 w 547006"/>
                    <a:gd name="connsiteY69" fmla="*/ 478488 h 547006"/>
                    <a:gd name="connsiteX70" fmla="*/ 521883 w 547006"/>
                    <a:gd name="connsiteY70" fmla="*/ 469352 h 547006"/>
                    <a:gd name="connsiteX71" fmla="*/ 501328 w 547006"/>
                    <a:gd name="connsiteY71" fmla="*/ 444229 h 547006"/>
                    <a:gd name="connsiteX72" fmla="*/ 500186 w 547006"/>
                    <a:gd name="connsiteY72" fmla="*/ 440803 h 547006"/>
                    <a:gd name="connsiteX73" fmla="*/ 505896 w 547006"/>
                    <a:gd name="connsiteY73" fmla="*/ 432809 h 547006"/>
                    <a:gd name="connsiteX74" fmla="*/ 542439 w 547006"/>
                    <a:gd name="connsiteY74" fmla="*/ 428241 h 547006"/>
                    <a:gd name="connsiteX75" fmla="*/ 547007 w 547006"/>
                    <a:gd name="connsiteY75" fmla="*/ 423673 h 547006"/>
                    <a:gd name="connsiteX76" fmla="*/ 547007 w 547006"/>
                    <a:gd name="connsiteY76" fmla="*/ 360865 h 547006"/>
                    <a:gd name="connsiteX77" fmla="*/ 542439 w 547006"/>
                    <a:gd name="connsiteY77" fmla="*/ 356297 h 547006"/>
                    <a:gd name="connsiteX78" fmla="*/ 504754 w 547006"/>
                    <a:gd name="connsiteY78" fmla="*/ 351729 h 547006"/>
                    <a:gd name="connsiteX79" fmla="*/ 502470 w 547006"/>
                    <a:gd name="connsiteY79" fmla="*/ 349445 h 547006"/>
                    <a:gd name="connsiteX80" fmla="*/ 500186 w 547006"/>
                    <a:gd name="connsiteY80" fmla="*/ 342593 h 547006"/>
                    <a:gd name="connsiteX81" fmla="*/ 521883 w 547006"/>
                    <a:gd name="connsiteY81" fmla="*/ 315186 h 547006"/>
                    <a:gd name="connsiteX82" fmla="*/ 524167 w 547006"/>
                    <a:gd name="connsiteY82" fmla="*/ 306050 h 547006"/>
                    <a:gd name="connsiteX83" fmla="*/ 521883 w 547006"/>
                    <a:gd name="connsiteY83" fmla="*/ 301482 h 547006"/>
                    <a:gd name="connsiteX84" fmla="*/ 483056 w 547006"/>
                    <a:gd name="connsiteY84" fmla="*/ 262655 h 547006"/>
                    <a:gd name="connsiteX85" fmla="*/ 473920 w 547006"/>
                    <a:gd name="connsiteY85" fmla="*/ 260371 h 547006"/>
                    <a:gd name="connsiteX86" fmla="*/ 444229 w 547006"/>
                    <a:gd name="connsiteY86" fmla="*/ 283210 h 547006"/>
                    <a:gd name="connsiteX87" fmla="*/ 440803 w 547006"/>
                    <a:gd name="connsiteY87" fmla="*/ 284352 h 547006"/>
                    <a:gd name="connsiteX88" fmla="*/ 437377 w 547006"/>
                    <a:gd name="connsiteY88" fmla="*/ 280926 h 547006"/>
                    <a:gd name="connsiteX89" fmla="*/ 437377 w 547006"/>
                    <a:gd name="connsiteY89" fmla="*/ 19414 h 547006"/>
                    <a:gd name="connsiteX90" fmla="*/ 432809 w 547006"/>
                    <a:gd name="connsiteY90" fmla="*/ 10278 h 547006"/>
                    <a:gd name="connsiteX91" fmla="*/ 427099 w 547006"/>
                    <a:gd name="connsiteY91" fmla="*/ 4568 h 547006"/>
                    <a:gd name="connsiteX92" fmla="*/ 417963 w 547006"/>
                    <a:gd name="connsiteY92" fmla="*/ 0 h 547006"/>
                    <a:gd name="connsiteX93" fmla="*/ 37685 w 547006"/>
                    <a:gd name="connsiteY93" fmla="*/ 0 h 547006"/>
                    <a:gd name="connsiteX94" fmla="*/ 373426 w 547006"/>
                    <a:gd name="connsiteY94" fmla="*/ 254661 h 547006"/>
                    <a:gd name="connsiteX95" fmla="*/ 371142 w 547006"/>
                    <a:gd name="connsiteY95" fmla="*/ 256945 h 547006"/>
                    <a:gd name="connsiteX96" fmla="*/ 371142 w 547006"/>
                    <a:gd name="connsiteY96" fmla="*/ 263797 h 547006"/>
                    <a:gd name="connsiteX97" fmla="*/ 370000 w 547006"/>
                    <a:gd name="connsiteY97" fmla="*/ 264939 h 547006"/>
                    <a:gd name="connsiteX98" fmla="*/ 370000 w 547006"/>
                    <a:gd name="connsiteY98" fmla="*/ 274074 h 547006"/>
                    <a:gd name="connsiteX99" fmla="*/ 368858 w 547006"/>
                    <a:gd name="connsiteY99" fmla="*/ 275216 h 547006"/>
                    <a:gd name="connsiteX100" fmla="*/ 368858 w 547006"/>
                    <a:gd name="connsiteY100" fmla="*/ 283210 h 547006"/>
                    <a:gd name="connsiteX101" fmla="*/ 367716 w 547006"/>
                    <a:gd name="connsiteY101" fmla="*/ 284352 h 547006"/>
                    <a:gd name="connsiteX102" fmla="*/ 367716 w 547006"/>
                    <a:gd name="connsiteY102" fmla="*/ 290062 h 547006"/>
                    <a:gd name="connsiteX103" fmla="*/ 364291 w 547006"/>
                    <a:gd name="connsiteY103" fmla="*/ 294630 h 547006"/>
                    <a:gd name="connsiteX104" fmla="*/ 359723 w 547006"/>
                    <a:gd name="connsiteY104" fmla="*/ 295772 h 547006"/>
                    <a:gd name="connsiteX105" fmla="*/ 358581 w 547006"/>
                    <a:gd name="connsiteY105" fmla="*/ 296914 h 547006"/>
                    <a:gd name="connsiteX106" fmla="*/ 356297 w 547006"/>
                    <a:gd name="connsiteY106" fmla="*/ 296914 h 547006"/>
                    <a:gd name="connsiteX107" fmla="*/ 352871 w 547006"/>
                    <a:gd name="connsiteY107" fmla="*/ 299198 h 547006"/>
                    <a:gd name="connsiteX108" fmla="*/ 350587 w 547006"/>
                    <a:gd name="connsiteY108" fmla="*/ 299198 h 547006"/>
                    <a:gd name="connsiteX109" fmla="*/ 341451 w 547006"/>
                    <a:gd name="connsiteY109" fmla="*/ 303766 h 547006"/>
                    <a:gd name="connsiteX110" fmla="*/ 340309 w 547006"/>
                    <a:gd name="connsiteY110" fmla="*/ 302624 h 547006"/>
                    <a:gd name="connsiteX111" fmla="*/ 335741 w 547006"/>
                    <a:gd name="connsiteY111" fmla="*/ 301482 h 547006"/>
                    <a:gd name="connsiteX112" fmla="*/ 326605 w 547006"/>
                    <a:gd name="connsiteY112" fmla="*/ 293488 h 547006"/>
                    <a:gd name="connsiteX113" fmla="*/ 320895 w 547006"/>
                    <a:gd name="connsiteY113" fmla="*/ 290062 h 547006"/>
                    <a:gd name="connsiteX114" fmla="*/ 316328 w 547006"/>
                    <a:gd name="connsiteY114" fmla="*/ 285494 h 547006"/>
                    <a:gd name="connsiteX115" fmla="*/ 315186 w 547006"/>
                    <a:gd name="connsiteY115" fmla="*/ 285494 h 547006"/>
                    <a:gd name="connsiteX116" fmla="*/ 311760 w 547006"/>
                    <a:gd name="connsiteY116" fmla="*/ 282068 h 547006"/>
                    <a:gd name="connsiteX117" fmla="*/ 308334 w 547006"/>
                    <a:gd name="connsiteY117" fmla="*/ 280926 h 547006"/>
                    <a:gd name="connsiteX118" fmla="*/ 280926 w 547006"/>
                    <a:gd name="connsiteY118" fmla="*/ 308334 h 547006"/>
                    <a:gd name="connsiteX119" fmla="*/ 282068 w 547006"/>
                    <a:gd name="connsiteY119" fmla="*/ 311760 h 547006"/>
                    <a:gd name="connsiteX120" fmla="*/ 290062 w 547006"/>
                    <a:gd name="connsiteY120" fmla="*/ 320895 h 547006"/>
                    <a:gd name="connsiteX121" fmla="*/ 290062 w 547006"/>
                    <a:gd name="connsiteY121" fmla="*/ 322037 h 547006"/>
                    <a:gd name="connsiteX122" fmla="*/ 293488 w 547006"/>
                    <a:gd name="connsiteY122" fmla="*/ 325463 h 547006"/>
                    <a:gd name="connsiteX123" fmla="*/ 296914 w 547006"/>
                    <a:gd name="connsiteY123" fmla="*/ 331173 h 547006"/>
                    <a:gd name="connsiteX124" fmla="*/ 301482 w 547006"/>
                    <a:gd name="connsiteY124" fmla="*/ 335741 h 547006"/>
                    <a:gd name="connsiteX125" fmla="*/ 302624 w 547006"/>
                    <a:gd name="connsiteY125" fmla="*/ 340309 h 547006"/>
                    <a:gd name="connsiteX126" fmla="*/ 303766 w 547006"/>
                    <a:gd name="connsiteY126" fmla="*/ 341451 h 547006"/>
                    <a:gd name="connsiteX127" fmla="*/ 298056 w 547006"/>
                    <a:gd name="connsiteY127" fmla="*/ 352871 h 547006"/>
                    <a:gd name="connsiteX128" fmla="*/ 298056 w 547006"/>
                    <a:gd name="connsiteY128" fmla="*/ 355155 h 547006"/>
                    <a:gd name="connsiteX129" fmla="*/ 295772 w 547006"/>
                    <a:gd name="connsiteY129" fmla="*/ 358581 h 547006"/>
                    <a:gd name="connsiteX130" fmla="*/ 295772 w 547006"/>
                    <a:gd name="connsiteY130" fmla="*/ 360865 h 547006"/>
                    <a:gd name="connsiteX131" fmla="*/ 292346 w 547006"/>
                    <a:gd name="connsiteY131" fmla="*/ 366574 h 547006"/>
                    <a:gd name="connsiteX132" fmla="*/ 290062 w 547006"/>
                    <a:gd name="connsiteY132" fmla="*/ 367716 h 547006"/>
                    <a:gd name="connsiteX133" fmla="*/ 283210 w 547006"/>
                    <a:gd name="connsiteY133" fmla="*/ 367716 h 547006"/>
                    <a:gd name="connsiteX134" fmla="*/ 282068 w 547006"/>
                    <a:gd name="connsiteY134" fmla="*/ 368858 h 547006"/>
                    <a:gd name="connsiteX135" fmla="*/ 275216 w 547006"/>
                    <a:gd name="connsiteY135" fmla="*/ 368858 h 547006"/>
                    <a:gd name="connsiteX136" fmla="*/ 274074 w 547006"/>
                    <a:gd name="connsiteY136" fmla="*/ 370000 h 547006"/>
                    <a:gd name="connsiteX137" fmla="*/ 256945 w 547006"/>
                    <a:gd name="connsiteY137" fmla="*/ 371142 h 547006"/>
                    <a:gd name="connsiteX138" fmla="*/ 254661 w 547006"/>
                    <a:gd name="connsiteY138" fmla="*/ 373426 h 547006"/>
                    <a:gd name="connsiteX139" fmla="*/ 254661 w 547006"/>
                    <a:gd name="connsiteY139" fmla="*/ 411112 h 547006"/>
                    <a:gd name="connsiteX140" fmla="*/ 256945 w 547006"/>
                    <a:gd name="connsiteY140" fmla="*/ 413396 h 547006"/>
                    <a:gd name="connsiteX141" fmla="*/ 264939 w 547006"/>
                    <a:gd name="connsiteY141" fmla="*/ 413396 h 547006"/>
                    <a:gd name="connsiteX142" fmla="*/ 266081 w 547006"/>
                    <a:gd name="connsiteY142" fmla="*/ 414538 h 547006"/>
                    <a:gd name="connsiteX143" fmla="*/ 274074 w 547006"/>
                    <a:gd name="connsiteY143" fmla="*/ 414538 h 547006"/>
                    <a:gd name="connsiteX144" fmla="*/ 275216 w 547006"/>
                    <a:gd name="connsiteY144" fmla="*/ 415679 h 547006"/>
                    <a:gd name="connsiteX145" fmla="*/ 283210 w 547006"/>
                    <a:gd name="connsiteY145" fmla="*/ 415679 h 547006"/>
                    <a:gd name="connsiteX146" fmla="*/ 284352 w 547006"/>
                    <a:gd name="connsiteY146" fmla="*/ 416821 h 547006"/>
                    <a:gd name="connsiteX147" fmla="*/ 290062 w 547006"/>
                    <a:gd name="connsiteY147" fmla="*/ 416821 h 547006"/>
                    <a:gd name="connsiteX148" fmla="*/ 294630 w 547006"/>
                    <a:gd name="connsiteY148" fmla="*/ 420247 h 547006"/>
                    <a:gd name="connsiteX149" fmla="*/ 295772 w 547006"/>
                    <a:gd name="connsiteY149" fmla="*/ 424815 h 547006"/>
                    <a:gd name="connsiteX150" fmla="*/ 296914 w 547006"/>
                    <a:gd name="connsiteY150" fmla="*/ 425957 h 547006"/>
                    <a:gd name="connsiteX151" fmla="*/ 296914 w 547006"/>
                    <a:gd name="connsiteY151" fmla="*/ 428241 h 547006"/>
                    <a:gd name="connsiteX152" fmla="*/ 299198 w 547006"/>
                    <a:gd name="connsiteY152" fmla="*/ 431667 h 547006"/>
                    <a:gd name="connsiteX153" fmla="*/ 299198 w 547006"/>
                    <a:gd name="connsiteY153" fmla="*/ 433951 h 547006"/>
                    <a:gd name="connsiteX154" fmla="*/ 303766 w 547006"/>
                    <a:gd name="connsiteY154" fmla="*/ 443087 h 547006"/>
                    <a:gd name="connsiteX155" fmla="*/ 302624 w 547006"/>
                    <a:gd name="connsiteY155" fmla="*/ 444229 h 547006"/>
                    <a:gd name="connsiteX156" fmla="*/ 301482 w 547006"/>
                    <a:gd name="connsiteY156" fmla="*/ 448797 h 547006"/>
                    <a:gd name="connsiteX157" fmla="*/ 293488 w 547006"/>
                    <a:gd name="connsiteY157" fmla="*/ 457933 h 547006"/>
                    <a:gd name="connsiteX158" fmla="*/ 290062 w 547006"/>
                    <a:gd name="connsiteY158" fmla="*/ 463643 h 547006"/>
                    <a:gd name="connsiteX159" fmla="*/ 285494 w 547006"/>
                    <a:gd name="connsiteY159" fmla="*/ 468210 h 547006"/>
                    <a:gd name="connsiteX160" fmla="*/ 285494 w 547006"/>
                    <a:gd name="connsiteY160" fmla="*/ 469352 h 547006"/>
                    <a:gd name="connsiteX161" fmla="*/ 282068 w 547006"/>
                    <a:gd name="connsiteY161" fmla="*/ 472778 h 547006"/>
                    <a:gd name="connsiteX162" fmla="*/ 280926 w 547006"/>
                    <a:gd name="connsiteY162" fmla="*/ 476204 h 547006"/>
                    <a:gd name="connsiteX163" fmla="*/ 308334 w 547006"/>
                    <a:gd name="connsiteY163" fmla="*/ 503612 h 547006"/>
                    <a:gd name="connsiteX164" fmla="*/ 310618 w 547006"/>
                    <a:gd name="connsiteY164" fmla="*/ 503612 h 547006"/>
                    <a:gd name="connsiteX165" fmla="*/ 315186 w 547006"/>
                    <a:gd name="connsiteY165" fmla="*/ 499044 h 547006"/>
                    <a:gd name="connsiteX166" fmla="*/ 320895 w 547006"/>
                    <a:gd name="connsiteY166" fmla="*/ 495618 h 547006"/>
                    <a:gd name="connsiteX167" fmla="*/ 335741 w 547006"/>
                    <a:gd name="connsiteY167" fmla="*/ 483056 h 547006"/>
                    <a:gd name="connsiteX168" fmla="*/ 340309 w 547006"/>
                    <a:gd name="connsiteY168" fmla="*/ 481914 h 547006"/>
                    <a:gd name="connsiteX169" fmla="*/ 341451 w 547006"/>
                    <a:gd name="connsiteY169" fmla="*/ 480772 h 547006"/>
                    <a:gd name="connsiteX170" fmla="*/ 352871 w 547006"/>
                    <a:gd name="connsiteY170" fmla="*/ 486482 h 547006"/>
                    <a:gd name="connsiteX171" fmla="*/ 355155 w 547006"/>
                    <a:gd name="connsiteY171" fmla="*/ 486482 h 547006"/>
                    <a:gd name="connsiteX172" fmla="*/ 362007 w 547006"/>
                    <a:gd name="connsiteY172" fmla="*/ 489908 h 547006"/>
                    <a:gd name="connsiteX173" fmla="*/ 364291 w 547006"/>
                    <a:gd name="connsiteY173" fmla="*/ 489908 h 547006"/>
                    <a:gd name="connsiteX174" fmla="*/ 366574 w 547006"/>
                    <a:gd name="connsiteY174" fmla="*/ 492192 h 547006"/>
                    <a:gd name="connsiteX175" fmla="*/ 367716 w 547006"/>
                    <a:gd name="connsiteY175" fmla="*/ 494476 h 547006"/>
                    <a:gd name="connsiteX176" fmla="*/ 367716 w 547006"/>
                    <a:gd name="connsiteY176" fmla="*/ 501328 h 547006"/>
                    <a:gd name="connsiteX177" fmla="*/ 368858 w 547006"/>
                    <a:gd name="connsiteY177" fmla="*/ 502470 h 547006"/>
                    <a:gd name="connsiteX178" fmla="*/ 368858 w 547006"/>
                    <a:gd name="connsiteY178" fmla="*/ 510464 h 547006"/>
                    <a:gd name="connsiteX179" fmla="*/ 370000 w 547006"/>
                    <a:gd name="connsiteY179" fmla="*/ 511606 h 547006"/>
                    <a:gd name="connsiteX180" fmla="*/ 371142 w 547006"/>
                    <a:gd name="connsiteY180" fmla="*/ 527593 h 547006"/>
                    <a:gd name="connsiteX181" fmla="*/ 373426 w 547006"/>
                    <a:gd name="connsiteY181" fmla="*/ 529877 h 547006"/>
                    <a:gd name="connsiteX182" fmla="*/ 411112 w 547006"/>
                    <a:gd name="connsiteY182" fmla="*/ 529877 h 547006"/>
                    <a:gd name="connsiteX183" fmla="*/ 413396 w 547006"/>
                    <a:gd name="connsiteY183" fmla="*/ 527593 h 547006"/>
                    <a:gd name="connsiteX184" fmla="*/ 413396 w 547006"/>
                    <a:gd name="connsiteY184" fmla="*/ 519599 h 547006"/>
                    <a:gd name="connsiteX185" fmla="*/ 414538 w 547006"/>
                    <a:gd name="connsiteY185" fmla="*/ 518457 h 547006"/>
                    <a:gd name="connsiteX186" fmla="*/ 414538 w 547006"/>
                    <a:gd name="connsiteY186" fmla="*/ 510464 h 547006"/>
                    <a:gd name="connsiteX187" fmla="*/ 415679 w 547006"/>
                    <a:gd name="connsiteY187" fmla="*/ 509322 h 547006"/>
                    <a:gd name="connsiteX188" fmla="*/ 415679 w 547006"/>
                    <a:gd name="connsiteY188" fmla="*/ 501328 h 547006"/>
                    <a:gd name="connsiteX189" fmla="*/ 416821 w 547006"/>
                    <a:gd name="connsiteY189" fmla="*/ 500186 h 547006"/>
                    <a:gd name="connsiteX190" fmla="*/ 416821 w 547006"/>
                    <a:gd name="connsiteY190" fmla="*/ 494476 h 547006"/>
                    <a:gd name="connsiteX191" fmla="*/ 420247 w 547006"/>
                    <a:gd name="connsiteY191" fmla="*/ 489908 h 547006"/>
                    <a:gd name="connsiteX192" fmla="*/ 424815 w 547006"/>
                    <a:gd name="connsiteY192" fmla="*/ 488766 h 547006"/>
                    <a:gd name="connsiteX193" fmla="*/ 425957 w 547006"/>
                    <a:gd name="connsiteY193" fmla="*/ 487624 h 547006"/>
                    <a:gd name="connsiteX194" fmla="*/ 428241 w 547006"/>
                    <a:gd name="connsiteY194" fmla="*/ 487624 h 547006"/>
                    <a:gd name="connsiteX195" fmla="*/ 431667 w 547006"/>
                    <a:gd name="connsiteY195" fmla="*/ 485340 h 547006"/>
                    <a:gd name="connsiteX196" fmla="*/ 433951 w 547006"/>
                    <a:gd name="connsiteY196" fmla="*/ 485340 h 547006"/>
                    <a:gd name="connsiteX197" fmla="*/ 439661 w 547006"/>
                    <a:gd name="connsiteY197" fmla="*/ 481914 h 547006"/>
                    <a:gd name="connsiteX198" fmla="*/ 444229 w 547006"/>
                    <a:gd name="connsiteY198" fmla="*/ 480772 h 547006"/>
                    <a:gd name="connsiteX199" fmla="*/ 448797 w 547006"/>
                    <a:gd name="connsiteY199" fmla="*/ 483056 h 547006"/>
                    <a:gd name="connsiteX200" fmla="*/ 452223 w 547006"/>
                    <a:gd name="connsiteY200" fmla="*/ 486482 h 547006"/>
                    <a:gd name="connsiteX201" fmla="*/ 453365 w 547006"/>
                    <a:gd name="connsiteY201" fmla="*/ 486482 h 547006"/>
                    <a:gd name="connsiteX202" fmla="*/ 457933 w 547006"/>
                    <a:gd name="connsiteY202" fmla="*/ 491050 h 547006"/>
                    <a:gd name="connsiteX203" fmla="*/ 463643 w 547006"/>
                    <a:gd name="connsiteY203" fmla="*/ 494476 h 547006"/>
                    <a:gd name="connsiteX204" fmla="*/ 472778 w 547006"/>
                    <a:gd name="connsiteY204" fmla="*/ 502470 h 547006"/>
                    <a:gd name="connsiteX205" fmla="*/ 476204 w 547006"/>
                    <a:gd name="connsiteY205" fmla="*/ 503612 h 547006"/>
                    <a:gd name="connsiteX206" fmla="*/ 503612 w 547006"/>
                    <a:gd name="connsiteY206" fmla="*/ 476204 h 547006"/>
                    <a:gd name="connsiteX207" fmla="*/ 503612 w 547006"/>
                    <a:gd name="connsiteY207" fmla="*/ 473920 h 547006"/>
                    <a:gd name="connsiteX208" fmla="*/ 499044 w 547006"/>
                    <a:gd name="connsiteY208" fmla="*/ 469352 h 547006"/>
                    <a:gd name="connsiteX209" fmla="*/ 495618 w 547006"/>
                    <a:gd name="connsiteY209" fmla="*/ 463643 h 547006"/>
                    <a:gd name="connsiteX210" fmla="*/ 483056 w 547006"/>
                    <a:gd name="connsiteY210" fmla="*/ 448797 h 547006"/>
                    <a:gd name="connsiteX211" fmla="*/ 481914 w 547006"/>
                    <a:gd name="connsiteY211" fmla="*/ 444229 h 547006"/>
                    <a:gd name="connsiteX212" fmla="*/ 480772 w 547006"/>
                    <a:gd name="connsiteY212" fmla="*/ 443087 h 547006"/>
                    <a:gd name="connsiteX213" fmla="*/ 486482 w 547006"/>
                    <a:gd name="connsiteY213" fmla="*/ 431667 h 547006"/>
                    <a:gd name="connsiteX214" fmla="*/ 486482 w 547006"/>
                    <a:gd name="connsiteY214" fmla="*/ 429383 h 547006"/>
                    <a:gd name="connsiteX215" fmla="*/ 489908 w 547006"/>
                    <a:gd name="connsiteY215" fmla="*/ 422531 h 547006"/>
                    <a:gd name="connsiteX216" fmla="*/ 489908 w 547006"/>
                    <a:gd name="connsiteY216" fmla="*/ 420247 h 547006"/>
                    <a:gd name="connsiteX217" fmla="*/ 492192 w 547006"/>
                    <a:gd name="connsiteY217" fmla="*/ 417963 h 547006"/>
                    <a:gd name="connsiteX218" fmla="*/ 494476 w 547006"/>
                    <a:gd name="connsiteY218" fmla="*/ 416821 h 547006"/>
                    <a:gd name="connsiteX219" fmla="*/ 501328 w 547006"/>
                    <a:gd name="connsiteY219" fmla="*/ 416821 h 547006"/>
                    <a:gd name="connsiteX220" fmla="*/ 502470 w 547006"/>
                    <a:gd name="connsiteY220" fmla="*/ 415679 h 547006"/>
                    <a:gd name="connsiteX221" fmla="*/ 510464 w 547006"/>
                    <a:gd name="connsiteY221" fmla="*/ 415679 h 547006"/>
                    <a:gd name="connsiteX222" fmla="*/ 511606 w 547006"/>
                    <a:gd name="connsiteY222" fmla="*/ 414538 h 547006"/>
                    <a:gd name="connsiteX223" fmla="*/ 527593 w 547006"/>
                    <a:gd name="connsiteY223" fmla="*/ 413396 h 547006"/>
                    <a:gd name="connsiteX224" fmla="*/ 529877 w 547006"/>
                    <a:gd name="connsiteY224" fmla="*/ 411112 h 547006"/>
                    <a:gd name="connsiteX225" fmla="*/ 529877 w 547006"/>
                    <a:gd name="connsiteY225" fmla="*/ 373426 h 547006"/>
                    <a:gd name="connsiteX226" fmla="*/ 527593 w 547006"/>
                    <a:gd name="connsiteY226" fmla="*/ 371142 h 547006"/>
                    <a:gd name="connsiteX227" fmla="*/ 519599 w 547006"/>
                    <a:gd name="connsiteY227" fmla="*/ 371142 h 547006"/>
                    <a:gd name="connsiteX228" fmla="*/ 518457 w 547006"/>
                    <a:gd name="connsiteY228" fmla="*/ 370000 h 547006"/>
                    <a:gd name="connsiteX229" fmla="*/ 510464 w 547006"/>
                    <a:gd name="connsiteY229" fmla="*/ 370000 h 547006"/>
                    <a:gd name="connsiteX230" fmla="*/ 509322 w 547006"/>
                    <a:gd name="connsiteY230" fmla="*/ 368858 h 547006"/>
                    <a:gd name="connsiteX231" fmla="*/ 501328 w 547006"/>
                    <a:gd name="connsiteY231" fmla="*/ 368858 h 547006"/>
                    <a:gd name="connsiteX232" fmla="*/ 500186 w 547006"/>
                    <a:gd name="connsiteY232" fmla="*/ 367716 h 547006"/>
                    <a:gd name="connsiteX233" fmla="*/ 494476 w 547006"/>
                    <a:gd name="connsiteY233" fmla="*/ 367716 h 547006"/>
                    <a:gd name="connsiteX234" fmla="*/ 489908 w 547006"/>
                    <a:gd name="connsiteY234" fmla="*/ 364291 h 547006"/>
                    <a:gd name="connsiteX235" fmla="*/ 488766 w 547006"/>
                    <a:gd name="connsiteY235" fmla="*/ 359723 h 547006"/>
                    <a:gd name="connsiteX236" fmla="*/ 487624 w 547006"/>
                    <a:gd name="connsiteY236" fmla="*/ 358581 h 547006"/>
                    <a:gd name="connsiteX237" fmla="*/ 487624 w 547006"/>
                    <a:gd name="connsiteY237" fmla="*/ 356297 h 547006"/>
                    <a:gd name="connsiteX238" fmla="*/ 485340 w 547006"/>
                    <a:gd name="connsiteY238" fmla="*/ 352871 h 547006"/>
                    <a:gd name="connsiteX239" fmla="*/ 485340 w 547006"/>
                    <a:gd name="connsiteY239" fmla="*/ 350587 h 547006"/>
                    <a:gd name="connsiteX240" fmla="*/ 481914 w 547006"/>
                    <a:gd name="connsiteY240" fmla="*/ 344877 h 547006"/>
                    <a:gd name="connsiteX241" fmla="*/ 480772 w 547006"/>
                    <a:gd name="connsiteY241" fmla="*/ 340309 h 547006"/>
                    <a:gd name="connsiteX242" fmla="*/ 483056 w 547006"/>
                    <a:gd name="connsiteY242" fmla="*/ 335741 h 547006"/>
                    <a:gd name="connsiteX243" fmla="*/ 486482 w 547006"/>
                    <a:gd name="connsiteY243" fmla="*/ 332315 h 547006"/>
                    <a:gd name="connsiteX244" fmla="*/ 486482 w 547006"/>
                    <a:gd name="connsiteY244" fmla="*/ 331173 h 547006"/>
                    <a:gd name="connsiteX245" fmla="*/ 491050 w 547006"/>
                    <a:gd name="connsiteY245" fmla="*/ 326605 h 547006"/>
                    <a:gd name="connsiteX246" fmla="*/ 494476 w 547006"/>
                    <a:gd name="connsiteY246" fmla="*/ 320895 h 547006"/>
                    <a:gd name="connsiteX247" fmla="*/ 502470 w 547006"/>
                    <a:gd name="connsiteY247" fmla="*/ 311760 h 547006"/>
                    <a:gd name="connsiteX248" fmla="*/ 503612 w 547006"/>
                    <a:gd name="connsiteY248" fmla="*/ 308334 h 547006"/>
                    <a:gd name="connsiteX249" fmla="*/ 476204 w 547006"/>
                    <a:gd name="connsiteY249" fmla="*/ 280926 h 547006"/>
                    <a:gd name="connsiteX250" fmla="*/ 473920 w 547006"/>
                    <a:gd name="connsiteY250" fmla="*/ 280926 h 547006"/>
                    <a:gd name="connsiteX251" fmla="*/ 469352 w 547006"/>
                    <a:gd name="connsiteY251" fmla="*/ 285494 h 547006"/>
                    <a:gd name="connsiteX252" fmla="*/ 463643 w 547006"/>
                    <a:gd name="connsiteY252" fmla="*/ 288920 h 547006"/>
                    <a:gd name="connsiteX253" fmla="*/ 448797 w 547006"/>
                    <a:gd name="connsiteY253" fmla="*/ 301482 h 547006"/>
                    <a:gd name="connsiteX254" fmla="*/ 444229 w 547006"/>
                    <a:gd name="connsiteY254" fmla="*/ 302624 h 547006"/>
                    <a:gd name="connsiteX255" fmla="*/ 443087 w 547006"/>
                    <a:gd name="connsiteY255" fmla="*/ 303766 h 547006"/>
                    <a:gd name="connsiteX256" fmla="*/ 431667 w 547006"/>
                    <a:gd name="connsiteY256" fmla="*/ 298056 h 547006"/>
                    <a:gd name="connsiteX257" fmla="*/ 429383 w 547006"/>
                    <a:gd name="connsiteY257" fmla="*/ 298056 h 547006"/>
                    <a:gd name="connsiteX258" fmla="*/ 425957 w 547006"/>
                    <a:gd name="connsiteY258" fmla="*/ 295772 h 547006"/>
                    <a:gd name="connsiteX259" fmla="*/ 420247 w 547006"/>
                    <a:gd name="connsiteY259" fmla="*/ 294630 h 547006"/>
                    <a:gd name="connsiteX260" fmla="*/ 417963 w 547006"/>
                    <a:gd name="connsiteY260" fmla="*/ 292346 h 547006"/>
                    <a:gd name="connsiteX261" fmla="*/ 416821 w 547006"/>
                    <a:gd name="connsiteY261" fmla="*/ 290062 h 547006"/>
                    <a:gd name="connsiteX262" fmla="*/ 416821 w 547006"/>
                    <a:gd name="connsiteY262" fmla="*/ 283210 h 547006"/>
                    <a:gd name="connsiteX263" fmla="*/ 415679 w 547006"/>
                    <a:gd name="connsiteY263" fmla="*/ 282068 h 547006"/>
                    <a:gd name="connsiteX264" fmla="*/ 415679 w 547006"/>
                    <a:gd name="connsiteY264" fmla="*/ 274074 h 547006"/>
                    <a:gd name="connsiteX265" fmla="*/ 414538 w 547006"/>
                    <a:gd name="connsiteY265" fmla="*/ 272932 h 547006"/>
                    <a:gd name="connsiteX266" fmla="*/ 413396 w 547006"/>
                    <a:gd name="connsiteY266" fmla="*/ 256945 h 547006"/>
                    <a:gd name="connsiteX267" fmla="*/ 411112 w 547006"/>
                    <a:gd name="connsiteY267" fmla="*/ 254661 h 547006"/>
                    <a:gd name="connsiteX268" fmla="*/ 110772 w 547006"/>
                    <a:gd name="connsiteY268" fmla="*/ 17130 h 547006"/>
                    <a:gd name="connsiteX269" fmla="*/ 108488 w 547006"/>
                    <a:gd name="connsiteY269" fmla="*/ 19414 h 547006"/>
                    <a:gd name="connsiteX270" fmla="*/ 108488 w 547006"/>
                    <a:gd name="connsiteY270" fmla="*/ 528735 h 547006"/>
                    <a:gd name="connsiteX271" fmla="*/ 110772 w 547006"/>
                    <a:gd name="connsiteY271" fmla="*/ 531019 h 547006"/>
                    <a:gd name="connsiteX272" fmla="*/ 352871 w 547006"/>
                    <a:gd name="connsiteY272" fmla="*/ 531019 h 547006"/>
                    <a:gd name="connsiteX273" fmla="*/ 355155 w 547006"/>
                    <a:gd name="connsiteY273" fmla="*/ 528735 h 547006"/>
                    <a:gd name="connsiteX274" fmla="*/ 355155 w 547006"/>
                    <a:gd name="connsiteY274" fmla="*/ 520741 h 547006"/>
                    <a:gd name="connsiteX275" fmla="*/ 354013 w 547006"/>
                    <a:gd name="connsiteY275" fmla="*/ 519599 h 547006"/>
                    <a:gd name="connsiteX276" fmla="*/ 352871 w 547006"/>
                    <a:gd name="connsiteY276" fmla="*/ 504754 h 547006"/>
                    <a:gd name="connsiteX277" fmla="*/ 349445 w 547006"/>
                    <a:gd name="connsiteY277" fmla="*/ 501328 h 547006"/>
                    <a:gd name="connsiteX278" fmla="*/ 341451 w 547006"/>
                    <a:gd name="connsiteY278" fmla="*/ 499044 h 547006"/>
                    <a:gd name="connsiteX279" fmla="*/ 312902 w 547006"/>
                    <a:gd name="connsiteY279" fmla="*/ 521883 h 547006"/>
                    <a:gd name="connsiteX280" fmla="*/ 306050 w 547006"/>
                    <a:gd name="connsiteY280" fmla="*/ 523025 h 547006"/>
                    <a:gd name="connsiteX281" fmla="*/ 262655 w 547006"/>
                    <a:gd name="connsiteY281" fmla="*/ 480772 h 547006"/>
                    <a:gd name="connsiteX282" fmla="*/ 261513 w 547006"/>
                    <a:gd name="connsiteY282" fmla="*/ 478488 h 547006"/>
                    <a:gd name="connsiteX283" fmla="*/ 262655 w 547006"/>
                    <a:gd name="connsiteY283" fmla="*/ 471636 h 547006"/>
                    <a:gd name="connsiteX284" fmla="*/ 285494 w 547006"/>
                    <a:gd name="connsiteY284" fmla="*/ 443087 h 547006"/>
                    <a:gd name="connsiteX285" fmla="*/ 283210 w 547006"/>
                    <a:gd name="connsiteY285" fmla="*/ 435093 h 547006"/>
                    <a:gd name="connsiteX286" fmla="*/ 279784 w 547006"/>
                    <a:gd name="connsiteY286" fmla="*/ 431667 h 547006"/>
                    <a:gd name="connsiteX287" fmla="*/ 246667 w 547006"/>
                    <a:gd name="connsiteY287" fmla="*/ 428241 h 547006"/>
                    <a:gd name="connsiteX288" fmla="*/ 239815 w 547006"/>
                    <a:gd name="connsiteY288" fmla="*/ 424815 h 547006"/>
                    <a:gd name="connsiteX289" fmla="*/ 237531 w 547006"/>
                    <a:gd name="connsiteY289" fmla="*/ 419105 h 547006"/>
                    <a:gd name="connsiteX290" fmla="*/ 237531 w 547006"/>
                    <a:gd name="connsiteY290" fmla="*/ 365433 h 547006"/>
                    <a:gd name="connsiteX291" fmla="*/ 242099 w 547006"/>
                    <a:gd name="connsiteY291" fmla="*/ 357439 h 547006"/>
                    <a:gd name="connsiteX292" fmla="*/ 279784 w 547006"/>
                    <a:gd name="connsiteY292" fmla="*/ 352871 h 547006"/>
                    <a:gd name="connsiteX293" fmla="*/ 283210 w 547006"/>
                    <a:gd name="connsiteY293" fmla="*/ 349445 h 547006"/>
                    <a:gd name="connsiteX294" fmla="*/ 285494 w 547006"/>
                    <a:gd name="connsiteY294" fmla="*/ 341451 h 547006"/>
                    <a:gd name="connsiteX295" fmla="*/ 262655 w 547006"/>
                    <a:gd name="connsiteY295" fmla="*/ 312902 h 547006"/>
                    <a:gd name="connsiteX296" fmla="*/ 261513 w 547006"/>
                    <a:gd name="connsiteY296" fmla="*/ 306050 h 547006"/>
                    <a:gd name="connsiteX297" fmla="*/ 303766 w 547006"/>
                    <a:gd name="connsiteY297" fmla="*/ 262655 h 547006"/>
                    <a:gd name="connsiteX298" fmla="*/ 306050 w 547006"/>
                    <a:gd name="connsiteY298" fmla="*/ 261513 h 547006"/>
                    <a:gd name="connsiteX299" fmla="*/ 312902 w 547006"/>
                    <a:gd name="connsiteY299" fmla="*/ 262655 h 547006"/>
                    <a:gd name="connsiteX300" fmla="*/ 341451 w 547006"/>
                    <a:gd name="connsiteY300" fmla="*/ 285494 h 547006"/>
                    <a:gd name="connsiteX301" fmla="*/ 349445 w 547006"/>
                    <a:gd name="connsiteY301" fmla="*/ 283210 h 547006"/>
                    <a:gd name="connsiteX302" fmla="*/ 352871 w 547006"/>
                    <a:gd name="connsiteY302" fmla="*/ 279784 h 547006"/>
                    <a:gd name="connsiteX303" fmla="*/ 357439 w 547006"/>
                    <a:gd name="connsiteY303" fmla="*/ 242099 h 547006"/>
                    <a:gd name="connsiteX304" fmla="*/ 359723 w 547006"/>
                    <a:gd name="connsiteY304" fmla="*/ 239815 h 547006"/>
                    <a:gd name="connsiteX305" fmla="*/ 365433 w 547006"/>
                    <a:gd name="connsiteY305" fmla="*/ 237531 h 547006"/>
                    <a:gd name="connsiteX306" fmla="*/ 417963 w 547006"/>
                    <a:gd name="connsiteY306" fmla="*/ 237531 h 547006"/>
                    <a:gd name="connsiteX307" fmla="*/ 420247 w 547006"/>
                    <a:gd name="connsiteY307" fmla="*/ 235247 h 547006"/>
                    <a:gd name="connsiteX308" fmla="*/ 420247 w 547006"/>
                    <a:gd name="connsiteY308" fmla="*/ 22840 h 547006"/>
                    <a:gd name="connsiteX309" fmla="*/ 414538 w 547006"/>
                    <a:gd name="connsiteY309" fmla="*/ 17130 h 547006"/>
                    <a:gd name="connsiteX310" fmla="*/ 41111 w 547006"/>
                    <a:gd name="connsiteY310" fmla="*/ 17130 h 547006"/>
                    <a:gd name="connsiteX311" fmla="*/ 38827 w 547006"/>
                    <a:gd name="connsiteY311" fmla="*/ 18272 h 547006"/>
                    <a:gd name="connsiteX312" fmla="*/ 35401 w 547006"/>
                    <a:gd name="connsiteY312" fmla="*/ 22840 h 547006"/>
                    <a:gd name="connsiteX313" fmla="*/ 35401 w 547006"/>
                    <a:gd name="connsiteY313" fmla="*/ 43395 h 547006"/>
                    <a:gd name="connsiteX314" fmla="*/ 37685 w 547006"/>
                    <a:gd name="connsiteY314" fmla="*/ 45679 h 547006"/>
                    <a:gd name="connsiteX315" fmla="*/ 53673 w 547006"/>
                    <a:gd name="connsiteY315" fmla="*/ 45679 h 547006"/>
                    <a:gd name="connsiteX316" fmla="*/ 53673 w 547006"/>
                    <a:gd name="connsiteY316" fmla="*/ 62809 h 547006"/>
                    <a:gd name="connsiteX317" fmla="*/ 37685 w 547006"/>
                    <a:gd name="connsiteY317" fmla="*/ 62809 h 547006"/>
                    <a:gd name="connsiteX318" fmla="*/ 35401 w 547006"/>
                    <a:gd name="connsiteY318" fmla="*/ 65093 h 547006"/>
                    <a:gd name="connsiteX319" fmla="*/ 35401 w 547006"/>
                    <a:gd name="connsiteY319" fmla="*/ 98210 h 547006"/>
                    <a:gd name="connsiteX320" fmla="*/ 37685 w 547006"/>
                    <a:gd name="connsiteY320" fmla="*/ 100494 h 547006"/>
                    <a:gd name="connsiteX321" fmla="*/ 53673 w 547006"/>
                    <a:gd name="connsiteY321" fmla="*/ 100494 h 547006"/>
                    <a:gd name="connsiteX322" fmla="*/ 53673 w 547006"/>
                    <a:gd name="connsiteY322" fmla="*/ 117624 h 547006"/>
                    <a:gd name="connsiteX323" fmla="*/ 37685 w 547006"/>
                    <a:gd name="connsiteY323" fmla="*/ 117624 h 547006"/>
                    <a:gd name="connsiteX324" fmla="*/ 35401 w 547006"/>
                    <a:gd name="connsiteY324" fmla="*/ 119908 h 547006"/>
                    <a:gd name="connsiteX325" fmla="*/ 35401 w 547006"/>
                    <a:gd name="connsiteY325" fmla="*/ 153025 h 547006"/>
                    <a:gd name="connsiteX326" fmla="*/ 37685 w 547006"/>
                    <a:gd name="connsiteY326" fmla="*/ 155309 h 547006"/>
                    <a:gd name="connsiteX327" fmla="*/ 53673 w 547006"/>
                    <a:gd name="connsiteY327" fmla="*/ 155309 h 547006"/>
                    <a:gd name="connsiteX328" fmla="*/ 53673 w 547006"/>
                    <a:gd name="connsiteY328" fmla="*/ 172438 h 547006"/>
                    <a:gd name="connsiteX329" fmla="*/ 37685 w 547006"/>
                    <a:gd name="connsiteY329" fmla="*/ 172438 h 547006"/>
                    <a:gd name="connsiteX330" fmla="*/ 35401 w 547006"/>
                    <a:gd name="connsiteY330" fmla="*/ 174722 h 547006"/>
                    <a:gd name="connsiteX331" fmla="*/ 35401 w 547006"/>
                    <a:gd name="connsiteY331" fmla="*/ 207840 h 547006"/>
                    <a:gd name="connsiteX332" fmla="*/ 37685 w 547006"/>
                    <a:gd name="connsiteY332" fmla="*/ 210124 h 547006"/>
                    <a:gd name="connsiteX333" fmla="*/ 53673 w 547006"/>
                    <a:gd name="connsiteY333" fmla="*/ 210124 h 547006"/>
                    <a:gd name="connsiteX334" fmla="*/ 53673 w 547006"/>
                    <a:gd name="connsiteY334" fmla="*/ 227253 h 547006"/>
                    <a:gd name="connsiteX335" fmla="*/ 37685 w 547006"/>
                    <a:gd name="connsiteY335" fmla="*/ 227253 h 547006"/>
                    <a:gd name="connsiteX336" fmla="*/ 35401 w 547006"/>
                    <a:gd name="connsiteY336" fmla="*/ 229537 h 547006"/>
                    <a:gd name="connsiteX337" fmla="*/ 35401 w 547006"/>
                    <a:gd name="connsiteY337" fmla="*/ 262655 h 547006"/>
                    <a:gd name="connsiteX338" fmla="*/ 37685 w 547006"/>
                    <a:gd name="connsiteY338" fmla="*/ 264939 h 547006"/>
                    <a:gd name="connsiteX339" fmla="*/ 53673 w 547006"/>
                    <a:gd name="connsiteY339" fmla="*/ 264939 h 547006"/>
                    <a:gd name="connsiteX340" fmla="*/ 53673 w 547006"/>
                    <a:gd name="connsiteY340" fmla="*/ 282068 h 547006"/>
                    <a:gd name="connsiteX341" fmla="*/ 37685 w 547006"/>
                    <a:gd name="connsiteY341" fmla="*/ 282068 h 547006"/>
                    <a:gd name="connsiteX342" fmla="*/ 35401 w 547006"/>
                    <a:gd name="connsiteY342" fmla="*/ 284352 h 547006"/>
                    <a:gd name="connsiteX343" fmla="*/ 35401 w 547006"/>
                    <a:gd name="connsiteY343" fmla="*/ 317470 h 547006"/>
                    <a:gd name="connsiteX344" fmla="*/ 37685 w 547006"/>
                    <a:gd name="connsiteY344" fmla="*/ 319753 h 547006"/>
                    <a:gd name="connsiteX345" fmla="*/ 53673 w 547006"/>
                    <a:gd name="connsiteY345" fmla="*/ 319753 h 547006"/>
                    <a:gd name="connsiteX346" fmla="*/ 53673 w 547006"/>
                    <a:gd name="connsiteY346" fmla="*/ 336883 h 547006"/>
                    <a:gd name="connsiteX347" fmla="*/ 37685 w 547006"/>
                    <a:gd name="connsiteY347" fmla="*/ 336883 h 547006"/>
                    <a:gd name="connsiteX348" fmla="*/ 35401 w 547006"/>
                    <a:gd name="connsiteY348" fmla="*/ 339167 h 547006"/>
                    <a:gd name="connsiteX349" fmla="*/ 35401 w 547006"/>
                    <a:gd name="connsiteY349" fmla="*/ 372284 h 547006"/>
                    <a:gd name="connsiteX350" fmla="*/ 37685 w 547006"/>
                    <a:gd name="connsiteY350" fmla="*/ 374568 h 547006"/>
                    <a:gd name="connsiteX351" fmla="*/ 53673 w 547006"/>
                    <a:gd name="connsiteY351" fmla="*/ 374568 h 547006"/>
                    <a:gd name="connsiteX352" fmla="*/ 53673 w 547006"/>
                    <a:gd name="connsiteY352" fmla="*/ 391698 h 547006"/>
                    <a:gd name="connsiteX353" fmla="*/ 37685 w 547006"/>
                    <a:gd name="connsiteY353" fmla="*/ 391698 h 547006"/>
                    <a:gd name="connsiteX354" fmla="*/ 35401 w 547006"/>
                    <a:gd name="connsiteY354" fmla="*/ 393982 h 547006"/>
                    <a:gd name="connsiteX355" fmla="*/ 35401 w 547006"/>
                    <a:gd name="connsiteY355" fmla="*/ 427099 h 547006"/>
                    <a:gd name="connsiteX356" fmla="*/ 37685 w 547006"/>
                    <a:gd name="connsiteY356" fmla="*/ 429383 h 547006"/>
                    <a:gd name="connsiteX357" fmla="*/ 53673 w 547006"/>
                    <a:gd name="connsiteY357" fmla="*/ 429383 h 547006"/>
                    <a:gd name="connsiteX358" fmla="*/ 53673 w 547006"/>
                    <a:gd name="connsiteY358" fmla="*/ 446513 h 547006"/>
                    <a:gd name="connsiteX359" fmla="*/ 37685 w 547006"/>
                    <a:gd name="connsiteY359" fmla="*/ 446513 h 547006"/>
                    <a:gd name="connsiteX360" fmla="*/ 35401 w 547006"/>
                    <a:gd name="connsiteY360" fmla="*/ 448797 h 547006"/>
                    <a:gd name="connsiteX361" fmla="*/ 35401 w 547006"/>
                    <a:gd name="connsiteY361" fmla="*/ 481914 h 547006"/>
                    <a:gd name="connsiteX362" fmla="*/ 37685 w 547006"/>
                    <a:gd name="connsiteY362" fmla="*/ 484198 h 547006"/>
                    <a:gd name="connsiteX363" fmla="*/ 53673 w 547006"/>
                    <a:gd name="connsiteY363" fmla="*/ 484198 h 547006"/>
                    <a:gd name="connsiteX364" fmla="*/ 53673 w 547006"/>
                    <a:gd name="connsiteY364" fmla="*/ 501328 h 547006"/>
                    <a:gd name="connsiteX365" fmla="*/ 37685 w 547006"/>
                    <a:gd name="connsiteY365" fmla="*/ 501328 h 547006"/>
                    <a:gd name="connsiteX366" fmla="*/ 35401 w 547006"/>
                    <a:gd name="connsiteY366" fmla="*/ 503612 h 547006"/>
                    <a:gd name="connsiteX367" fmla="*/ 35401 w 547006"/>
                    <a:gd name="connsiteY367" fmla="*/ 524167 h 547006"/>
                    <a:gd name="connsiteX368" fmla="*/ 36543 w 547006"/>
                    <a:gd name="connsiteY368" fmla="*/ 526451 h 547006"/>
                    <a:gd name="connsiteX369" fmla="*/ 41111 w 547006"/>
                    <a:gd name="connsiteY369" fmla="*/ 529877 h 547006"/>
                    <a:gd name="connsiteX370" fmla="*/ 89074 w 547006"/>
                    <a:gd name="connsiteY370" fmla="*/ 529877 h 547006"/>
                    <a:gd name="connsiteX371" fmla="*/ 91358 w 547006"/>
                    <a:gd name="connsiteY371" fmla="*/ 527593 h 547006"/>
                    <a:gd name="connsiteX372" fmla="*/ 91358 w 547006"/>
                    <a:gd name="connsiteY372" fmla="*/ 19414 h 547006"/>
                    <a:gd name="connsiteX373" fmla="*/ 89074 w 547006"/>
                    <a:gd name="connsiteY373" fmla="*/ 17130 h 547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</a:cxnLst>
                  <a:rect l="l" t="t" r="r" b="b"/>
                  <a:pathLst>
                    <a:path w="547006" h="547006">
                      <a:moveTo>
                        <a:pt x="28549" y="4568"/>
                      </a:moveTo>
                      <a:lnTo>
                        <a:pt x="22840" y="10278"/>
                      </a:lnTo>
                      <a:lnTo>
                        <a:pt x="18272" y="19414"/>
                      </a:lnTo>
                      <a:lnTo>
                        <a:pt x="18272" y="43395"/>
                      </a:lnTo>
                      <a:lnTo>
                        <a:pt x="15988" y="45679"/>
                      </a:lnTo>
                      <a:lnTo>
                        <a:pt x="0" y="45679"/>
                      </a:lnTo>
                      <a:lnTo>
                        <a:pt x="0" y="62809"/>
                      </a:lnTo>
                      <a:lnTo>
                        <a:pt x="15988" y="62809"/>
                      </a:lnTo>
                      <a:lnTo>
                        <a:pt x="18272" y="65093"/>
                      </a:lnTo>
                      <a:lnTo>
                        <a:pt x="18272" y="98210"/>
                      </a:lnTo>
                      <a:lnTo>
                        <a:pt x="15988" y="100494"/>
                      </a:lnTo>
                      <a:lnTo>
                        <a:pt x="0" y="100494"/>
                      </a:lnTo>
                      <a:lnTo>
                        <a:pt x="0" y="117624"/>
                      </a:lnTo>
                      <a:lnTo>
                        <a:pt x="15988" y="117624"/>
                      </a:lnTo>
                      <a:lnTo>
                        <a:pt x="18272" y="119908"/>
                      </a:lnTo>
                      <a:lnTo>
                        <a:pt x="18272" y="153025"/>
                      </a:lnTo>
                      <a:lnTo>
                        <a:pt x="15988" y="155309"/>
                      </a:lnTo>
                      <a:lnTo>
                        <a:pt x="0" y="155309"/>
                      </a:lnTo>
                      <a:lnTo>
                        <a:pt x="0" y="172438"/>
                      </a:lnTo>
                      <a:lnTo>
                        <a:pt x="15988" y="172438"/>
                      </a:lnTo>
                      <a:lnTo>
                        <a:pt x="18272" y="174722"/>
                      </a:lnTo>
                      <a:lnTo>
                        <a:pt x="18272" y="207840"/>
                      </a:lnTo>
                      <a:lnTo>
                        <a:pt x="15988" y="210124"/>
                      </a:lnTo>
                      <a:lnTo>
                        <a:pt x="0" y="210124"/>
                      </a:lnTo>
                      <a:lnTo>
                        <a:pt x="0" y="227253"/>
                      </a:lnTo>
                      <a:lnTo>
                        <a:pt x="15988" y="227253"/>
                      </a:lnTo>
                      <a:lnTo>
                        <a:pt x="18272" y="229537"/>
                      </a:lnTo>
                      <a:lnTo>
                        <a:pt x="18272" y="262655"/>
                      </a:lnTo>
                      <a:lnTo>
                        <a:pt x="15988" y="264939"/>
                      </a:lnTo>
                      <a:lnTo>
                        <a:pt x="0" y="264939"/>
                      </a:lnTo>
                      <a:lnTo>
                        <a:pt x="0" y="282068"/>
                      </a:lnTo>
                      <a:lnTo>
                        <a:pt x="15988" y="282068"/>
                      </a:lnTo>
                      <a:lnTo>
                        <a:pt x="18272" y="284352"/>
                      </a:lnTo>
                      <a:lnTo>
                        <a:pt x="18272" y="317470"/>
                      </a:lnTo>
                      <a:lnTo>
                        <a:pt x="15988" y="319753"/>
                      </a:lnTo>
                      <a:lnTo>
                        <a:pt x="0" y="319753"/>
                      </a:lnTo>
                      <a:lnTo>
                        <a:pt x="0" y="336883"/>
                      </a:lnTo>
                      <a:lnTo>
                        <a:pt x="15988" y="336883"/>
                      </a:lnTo>
                      <a:lnTo>
                        <a:pt x="18272" y="339167"/>
                      </a:lnTo>
                      <a:lnTo>
                        <a:pt x="18272" y="372284"/>
                      </a:lnTo>
                      <a:lnTo>
                        <a:pt x="15988" y="374568"/>
                      </a:lnTo>
                      <a:lnTo>
                        <a:pt x="0" y="374568"/>
                      </a:lnTo>
                      <a:lnTo>
                        <a:pt x="0" y="391698"/>
                      </a:lnTo>
                      <a:lnTo>
                        <a:pt x="15988" y="391698"/>
                      </a:lnTo>
                      <a:lnTo>
                        <a:pt x="18272" y="393982"/>
                      </a:lnTo>
                      <a:lnTo>
                        <a:pt x="18272" y="427099"/>
                      </a:lnTo>
                      <a:lnTo>
                        <a:pt x="15988" y="429383"/>
                      </a:lnTo>
                      <a:lnTo>
                        <a:pt x="0" y="429383"/>
                      </a:lnTo>
                      <a:lnTo>
                        <a:pt x="0" y="446513"/>
                      </a:lnTo>
                      <a:lnTo>
                        <a:pt x="15988" y="446513"/>
                      </a:lnTo>
                      <a:lnTo>
                        <a:pt x="18272" y="448797"/>
                      </a:lnTo>
                      <a:lnTo>
                        <a:pt x="18272" y="481914"/>
                      </a:lnTo>
                      <a:lnTo>
                        <a:pt x="15988" y="484198"/>
                      </a:lnTo>
                      <a:lnTo>
                        <a:pt x="0" y="484198"/>
                      </a:lnTo>
                      <a:lnTo>
                        <a:pt x="0" y="501328"/>
                      </a:lnTo>
                      <a:lnTo>
                        <a:pt x="15988" y="501328"/>
                      </a:lnTo>
                      <a:lnTo>
                        <a:pt x="18272" y="503612"/>
                      </a:lnTo>
                      <a:lnTo>
                        <a:pt x="18272" y="527593"/>
                      </a:lnTo>
                      <a:lnTo>
                        <a:pt x="22840" y="536729"/>
                      </a:lnTo>
                      <a:lnTo>
                        <a:pt x="28549" y="542439"/>
                      </a:lnTo>
                      <a:lnTo>
                        <a:pt x="37685" y="547007"/>
                      </a:lnTo>
                      <a:lnTo>
                        <a:pt x="423673" y="547007"/>
                      </a:lnTo>
                      <a:lnTo>
                        <a:pt x="428241" y="542439"/>
                      </a:lnTo>
                      <a:lnTo>
                        <a:pt x="432809" y="504754"/>
                      </a:lnTo>
                      <a:lnTo>
                        <a:pt x="440803" y="500186"/>
                      </a:lnTo>
                      <a:lnTo>
                        <a:pt x="444229" y="501328"/>
                      </a:lnTo>
                      <a:lnTo>
                        <a:pt x="473920" y="524167"/>
                      </a:lnTo>
                      <a:lnTo>
                        <a:pt x="483056" y="521883"/>
                      </a:lnTo>
                      <a:lnTo>
                        <a:pt x="521883" y="483056"/>
                      </a:lnTo>
                      <a:lnTo>
                        <a:pt x="524167" y="478488"/>
                      </a:lnTo>
                      <a:lnTo>
                        <a:pt x="521883" y="469352"/>
                      </a:lnTo>
                      <a:lnTo>
                        <a:pt x="501328" y="444229"/>
                      </a:lnTo>
                      <a:lnTo>
                        <a:pt x="500186" y="440803"/>
                      </a:lnTo>
                      <a:lnTo>
                        <a:pt x="505896" y="432809"/>
                      </a:lnTo>
                      <a:lnTo>
                        <a:pt x="542439" y="428241"/>
                      </a:lnTo>
                      <a:lnTo>
                        <a:pt x="547007" y="423673"/>
                      </a:lnTo>
                      <a:lnTo>
                        <a:pt x="547007" y="360865"/>
                      </a:lnTo>
                      <a:lnTo>
                        <a:pt x="542439" y="356297"/>
                      </a:lnTo>
                      <a:lnTo>
                        <a:pt x="504754" y="351729"/>
                      </a:lnTo>
                      <a:lnTo>
                        <a:pt x="502470" y="349445"/>
                      </a:lnTo>
                      <a:lnTo>
                        <a:pt x="500186" y="342593"/>
                      </a:lnTo>
                      <a:lnTo>
                        <a:pt x="521883" y="315186"/>
                      </a:lnTo>
                      <a:lnTo>
                        <a:pt x="524167" y="306050"/>
                      </a:lnTo>
                      <a:lnTo>
                        <a:pt x="521883" y="301482"/>
                      </a:lnTo>
                      <a:lnTo>
                        <a:pt x="483056" y="262655"/>
                      </a:lnTo>
                      <a:lnTo>
                        <a:pt x="473920" y="260371"/>
                      </a:lnTo>
                      <a:lnTo>
                        <a:pt x="444229" y="283210"/>
                      </a:lnTo>
                      <a:lnTo>
                        <a:pt x="440803" y="284352"/>
                      </a:lnTo>
                      <a:lnTo>
                        <a:pt x="437377" y="280926"/>
                      </a:lnTo>
                      <a:lnTo>
                        <a:pt x="437377" y="19414"/>
                      </a:lnTo>
                      <a:lnTo>
                        <a:pt x="432809" y="10278"/>
                      </a:lnTo>
                      <a:lnTo>
                        <a:pt x="427099" y="4568"/>
                      </a:lnTo>
                      <a:lnTo>
                        <a:pt x="417963" y="0"/>
                      </a:lnTo>
                      <a:lnTo>
                        <a:pt x="37685" y="0"/>
                      </a:lnTo>
                      <a:close/>
                      <a:moveTo>
                        <a:pt x="373426" y="254661"/>
                      </a:moveTo>
                      <a:lnTo>
                        <a:pt x="371142" y="256945"/>
                      </a:lnTo>
                      <a:lnTo>
                        <a:pt x="371142" y="263797"/>
                      </a:lnTo>
                      <a:lnTo>
                        <a:pt x="370000" y="264939"/>
                      </a:lnTo>
                      <a:lnTo>
                        <a:pt x="370000" y="274074"/>
                      </a:lnTo>
                      <a:lnTo>
                        <a:pt x="368858" y="275216"/>
                      </a:lnTo>
                      <a:lnTo>
                        <a:pt x="368858" y="283210"/>
                      </a:lnTo>
                      <a:lnTo>
                        <a:pt x="367716" y="284352"/>
                      </a:lnTo>
                      <a:lnTo>
                        <a:pt x="367716" y="290062"/>
                      </a:lnTo>
                      <a:lnTo>
                        <a:pt x="364291" y="294630"/>
                      </a:lnTo>
                      <a:lnTo>
                        <a:pt x="359723" y="295772"/>
                      </a:lnTo>
                      <a:lnTo>
                        <a:pt x="358581" y="296914"/>
                      </a:lnTo>
                      <a:lnTo>
                        <a:pt x="356297" y="296914"/>
                      </a:lnTo>
                      <a:lnTo>
                        <a:pt x="352871" y="299198"/>
                      </a:lnTo>
                      <a:lnTo>
                        <a:pt x="350587" y="299198"/>
                      </a:lnTo>
                      <a:lnTo>
                        <a:pt x="341451" y="303766"/>
                      </a:lnTo>
                      <a:lnTo>
                        <a:pt x="340309" y="302624"/>
                      </a:lnTo>
                      <a:lnTo>
                        <a:pt x="335741" y="301482"/>
                      </a:lnTo>
                      <a:lnTo>
                        <a:pt x="326605" y="293488"/>
                      </a:lnTo>
                      <a:lnTo>
                        <a:pt x="320895" y="290062"/>
                      </a:lnTo>
                      <a:lnTo>
                        <a:pt x="316328" y="285494"/>
                      </a:lnTo>
                      <a:lnTo>
                        <a:pt x="315186" y="285494"/>
                      </a:lnTo>
                      <a:lnTo>
                        <a:pt x="311760" y="282068"/>
                      </a:lnTo>
                      <a:lnTo>
                        <a:pt x="308334" y="280926"/>
                      </a:lnTo>
                      <a:lnTo>
                        <a:pt x="280926" y="308334"/>
                      </a:lnTo>
                      <a:lnTo>
                        <a:pt x="282068" y="311760"/>
                      </a:lnTo>
                      <a:lnTo>
                        <a:pt x="290062" y="320895"/>
                      </a:lnTo>
                      <a:lnTo>
                        <a:pt x="290062" y="322037"/>
                      </a:lnTo>
                      <a:lnTo>
                        <a:pt x="293488" y="325463"/>
                      </a:lnTo>
                      <a:lnTo>
                        <a:pt x="296914" y="331173"/>
                      </a:lnTo>
                      <a:lnTo>
                        <a:pt x="301482" y="335741"/>
                      </a:lnTo>
                      <a:lnTo>
                        <a:pt x="302624" y="340309"/>
                      </a:lnTo>
                      <a:lnTo>
                        <a:pt x="303766" y="341451"/>
                      </a:lnTo>
                      <a:lnTo>
                        <a:pt x="298056" y="352871"/>
                      </a:lnTo>
                      <a:lnTo>
                        <a:pt x="298056" y="355155"/>
                      </a:lnTo>
                      <a:lnTo>
                        <a:pt x="295772" y="358581"/>
                      </a:lnTo>
                      <a:lnTo>
                        <a:pt x="295772" y="360865"/>
                      </a:lnTo>
                      <a:lnTo>
                        <a:pt x="292346" y="366574"/>
                      </a:lnTo>
                      <a:lnTo>
                        <a:pt x="290062" y="367716"/>
                      </a:lnTo>
                      <a:lnTo>
                        <a:pt x="283210" y="367716"/>
                      </a:lnTo>
                      <a:lnTo>
                        <a:pt x="282068" y="368858"/>
                      </a:lnTo>
                      <a:lnTo>
                        <a:pt x="275216" y="368858"/>
                      </a:lnTo>
                      <a:lnTo>
                        <a:pt x="274074" y="370000"/>
                      </a:lnTo>
                      <a:lnTo>
                        <a:pt x="256945" y="371142"/>
                      </a:lnTo>
                      <a:lnTo>
                        <a:pt x="254661" y="373426"/>
                      </a:lnTo>
                      <a:lnTo>
                        <a:pt x="254661" y="411112"/>
                      </a:lnTo>
                      <a:lnTo>
                        <a:pt x="256945" y="413396"/>
                      </a:lnTo>
                      <a:lnTo>
                        <a:pt x="264939" y="413396"/>
                      </a:lnTo>
                      <a:lnTo>
                        <a:pt x="266081" y="414538"/>
                      </a:lnTo>
                      <a:lnTo>
                        <a:pt x="274074" y="414538"/>
                      </a:lnTo>
                      <a:lnTo>
                        <a:pt x="275216" y="415679"/>
                      </a:lnTo>
                      <a:lnTo>
                        <a:pt x="283210" y="415679"/>
                      </a:lnTo>
                      <a:lnTo>
                        <a:pt x="284352" y="416821"/>
                      </a:lnTo>
                      <a:lnTo>
                        <a:pt x="290062" y="416821"/>
                      </a:lnTo>
                      <a:lnTo>
                        <a:pt x="294630" y="420247"/>
                      </a:lnTo>
                      <a:lnTo>
                        <a:pt x="295772" y="424815"/>
                      </a:lnTo>
                      <a:lnTo>
                        <a:pt x="296914" y="425957"/>
                      </a:lnTo>
                      <a:lnTo>
                        <a:pt x="296914" y="428241"/>
                      </a:lnTo>
                      <a:lnTo>
                        <a:pt x="299198" y="431667"/>
                      </a:lnTo>
                      <a:lnTo>
                        <a:pt x="299198" y="433951"/>
                      </a:lnTo>
                      <a:lnTo>
                        <a:pt x="303766" y="443087"/>
                      </a:lnTo>
                      <a:lnTo>
                        <a:pt x="302624" y="444229"/>
                      </a:lnTo>
                      <a:lnTo>
                        <a:pt x="301482" y="448797"/>
                      </a:lnTo>
                      <a:lnTo>
                        <a:pt x="293488" y="457933"/>
                      </a:lnTo>
                      <a:lnTo>
                        <a:pt x="290062" y="463643"/>
                      </a:lnTo>
                      <a:lnTo>
                        <a:pt x="285494" y="468210"/>
                      </a:lnTo>
                      <a:lnTo>
                        <a:pt x="285494" y="469352"/>
                      </a:lnTo>
                      <a:lnTo>
                        <a:pt x="282068" y="472778"/>
                      </a:lnTo>
                      <a:lnTo>
                        <a:pt x="280926" y="476204"/>
                      </a:lnTo>
                      <a:lnTo>
                        <a:pt x="308334" y="503612"/>
                      </a:lnTo>
                      <a:lnTo>
                        <a:pt x="310618" y="503612"/>
                      </a:lnTo>
                      <a:lnTo>
                        <a:pt x="315186" y="499044"/>
                      </a:lnTo>
                      <a:lnTo>
                        <a:pt x="320895" y="495618"/>
                      </a:lnTo>
                      <a:lnTo>
                        <a:pt x="335741" y="483056"/>
                      </a:lnTo>
                      <a:lnTo>
                        <a:pt x="340309" y="481914"/>
                      </a:lnTo>
                      <a:lnTo>
                        <a:pt x="341451" y="480772"/>
                      </a:lnTo>
                      <a:lnTo>
                        <a:pt x="352871" y="486482"/>
                      </a:lnTo>
                      <a:lnTo>
                        <a:pt x="355155" y="486482"/>
                      </a:lnTo>
                      <a:lnTo>
                        <a:pt x="362007" y="489908"/>
                      </a:lnTo>
                      <a:lnTo>
                        <a:pt x="364291" y="489908"/>
                      </a:lnTo>
                      <a:lnTo>
                        <a:pt x="366574" y="492192"/>
                      </a:lnTo>
                      <a:lnTo>
                        <a:pt x="367716" y="494476"/>
                      </a:lnTo>
                      <a:lnTo>
                        <a:pt x="367716" y="501328"/>
                      </a:lnTo>
                      <a:lnTo>
                        <a:pt x="368858" y="502470"/>
                      </a:lnTo>
                      <a:lnTo>
                        <a:pt x="368858" y="510464"/>
                      </a:lnTo>
                      <a:lnTo>
                        <a:pt x="370000" y="511606"/>
                      </a:lnTo>
                      <a:lnTo>
                        <a:pt x="371142" y="527593"/>
                      </a:lnTo>
                      <a:lnTo>
                        <a:pt x="373426" y="529877"/>
                      </a:lnTo>
                      <a:lnTo>
                        <a:pt x="411112" y="529877"/>
                      </a:lnTo>
                      <a:lnTo>
                        <a:pt x="413396" y="527593"/>
                      </a:lnTo>
                      <a:lnTo>
                        <a:pt x="413396" y="519599"/>
                      </a:lnTo>
                      <a:lnTo>
                        <a:pt x="414538" y="518457"/>
                      </a:lnTo>
                      <a:lnTo>
                        <a:pt x="414538" y="510464"/>
                      </a:lnTo>
                      <a:lnTo>
                        <a:pt x="415679" y="509322"/>
                      </a:lnTo>
                      <a:lnTo>
                        <a:pt x="415679" y="501328"/>
                      </a:lnTo>
                      <a:lnTo>
                        <a:pt x="416821" y="500186"/>
                      </a:lnTo>
                      <a:lnTo>
                        <a:pt x="416821" y="494476"/>
                      </a:lnTo>
                      <a:lnTo>
                        <a:pt x="420247" y="489908"/>
                      </a:lnTo>
                      <a:lnTo>
                        <a:pt x="424815" y="488766"/>
                      </a:lnTo>
                      <a:lnTo>
                        <a:pt x="425957" y="487624"/>
                      </a:lnTo>
                      <a:lnTo>
                        <a:pt x="428241" y="487624"/>
                      </a:lnTo>
                      <a:lnTo>
                        <a:pt x="431667" y="485340"/>
                      </a:lnTo>
                      <a:lnTo>
                        <a:pt x="433951" y="485340"/>
                      </a:lnTo>
                      <a:lnTo>
                        <a:pt x="439661" y="481914"/>
                      </a:lnTo>
                      <a:lnTo>
                        <a:pt x="444229" y="480772"/>
                      </a:lnTo>
                      <a:lnTo>
                        <a:pt x="448797" y="483056"/>
                      </a:lnTo>
                      <a:lnTo>
                        <a:pt x="452223" y="486482"/>
                      </a:lnTo>
                      <a:lnTo>
                        <a:pt x="453365" y="486482"/>
                      </a:lnTo>
                      <a:lnTo>
                        <a:pt x="457933" y="491050"/>
                      </a:lnTo>
                      <a:lnTo>
                        <a:pt x="463643" y="494476"/>
                      </a:lnTo>
                      <a:lnTo>
                        <a:pt x="472778" y="502470"/>
                      </a:lnTo>
                      <a:lnTo>
                        <a:pt x="476204" y="503612"/>
                      </a:lnTo>
                      <a:lnTo>
                        <a:pt x="503612" y="476204"/>
                      </a:lnTo>
                      <a:lnTo>
                        <a:pt x="503612" y="473920"/>
                      </a:lnTo>
                      <a:lnTo>
                        <a:pt x="499044" y="469352"/>
                      </a:lnTo>
                      <a:lnTo>
                        <a:pt x="495618" y="463643"/>
                      </a:lnTo>
                      <a:lnTo>
                        <a:pt x="483056" y="448797"/>
                      </a:lnTo>
                      <a:lnTo>
                        <a:pt x="481914" y="444229"/>
                      </a:lnTo>
                      <a:lnTo>
                        <a:pt x="480772" y="443087"/>
                      </a:lnTo>
                      <a:lnTo>
                        <a:pt x="486482" y="431667"/>
                      </a:lnTo>
                      <a:lnTo>
                        <a:pt x="486482" y="429383"/>
                      </a:lnTo>
                      <a:lnTo>
                        <a:pt x="489908" y="422531"/>
                      </a:lnTo>
                      <a:lnTo>
                        <a:pt x="489908" y="420247"/>
                      </a:lnTo>
                      <a:lnTo>
                        <a:pt x="492192" y="417963"/>
                      </a:lnTo>
                      <a:lnTo>
                        <a:pt x="494476" y="416821"/>
                      </a:lnTo>
                      <a:lnTo>
                        <a:pt x="501328" y="416821"/>
                      </a:lnTo>
                      <a:lnTo>
                        <a:pt x="502470" y="415679"/>
                      </a:lnTo>
                      <a:lnTo>
                        <a:pt x="510464" y="415679"/>
                      </a:lnTo>
                      <a:lnTo>
                        <a:pt x="511606" y="414538"/>
                      </a:lnTo>
                      <a:lnTo>
                        <a:pt x="527593" y="413396"/>
                      </a:lnTo>
                      <a:lnTo>
                        <a:pt x="529877" y="411112"/>
                      </a:lnTo>
                      <a:lnTo>
                        <a:pt x="529877" y="373426"/>
                      </a:lnTo>
                      <a:lnTo>
                        <a:pt x="527593" y="371142"/>
                      </a:lnTo>
                      <a:lnTo>
                        <a:pt x="519599" y="371142"/>
                      </a:lnTo>
                      <a:lnTo>
                        <a:pt x="518457" y="370000"/>
                      </a:lnTo>
                      <a:lnTo>
                        <a:pt x="510464" y="370000"/>
                      </a:lnTo>
                      <a:lnTo>
                        <a:pt x="509322" y="368858"/>
                      </a:lnTo>
                      <a:lnTo>
                        <a:pt x="501328" y="368858"/>
                      </a:lnTo>
                      <a:lnTo>
                        <a:pt x="500186" y="367716"/>
                      </a:lnTo>
                      <a:lnTo>
                        <a:pt x="494476" y="367716"/>
                      </a:lnTo>
                      <a:lnTo>
                        <a:pt x="489908" y="364291"/>
                      </a:lnTo>
                      <a:lnTo>
                        <a:pt x="488766" y="359723"/>
                      </a:lnTo>
                      <a:lnTo>
                        <a:pt x="487624" y="358581"/>
                      </a:lnTo>
                      <a:lnTo>
                        <a:pt x="487624" y="356297"/>
                      </a:lnTo>
                      <a:lnTo>
                        <a:pt x="485340" y="352871"/>
                      </a:lnTo>
                      <a:lnTo>
                        <a:pt x="485340" y="350587"/>
                      </a:lnTo>
                      <a:lnTo>
                        <a:pt x="481914" y="344877"/>
                      </a:lnTo>
                      <a:lnTo>
                        <a:pt x="480772" y="340309"/>
                      </a:lnTo>
                      <a:lnTo>
                        <a:pt x="483056" y="335741"/>
                      </a:lnTo>
                      <a:lnTo>
                        <a:pt x="486482" y="332315"/>
                      </a:lnTo>
                      <a:lnTo>
                        <a:pt x="486482" y="331173"/>
                      </a:lnTo>
                      <a:lnTo>
                        <a:pt x="491050" y="326605"/>
                      </a:lnTo>
                      <a:lnTo>
                        <a:pt x="494476" y="320895"/>
                      </a:lnTo>
                      <a:lnTo>
                        <a:pt x="502470" y="311760"/>
                      </a:lnTo>
                      <a:lnTo>
                        <a:pt x="503612" y="308334"/>
                      </a:lnTo>
                      <a:lnTo>
                        <a:pt x="476204" y="280926"/>
                      </a:lnTo>
                      <a:lnTo>
                        <a:pt x="473920" y="280926"/>
                      </a:lnTo>
                      <a:lnTo>
                        <a:pt x="469352" y="285494"/>
                      </a:lnTo>
                      <a:lnTo>
                        <a:pt x="463643" y="288920"/>
                      </a:lnTo>
                      <a:lnTo>
                        <a:pt x="448797" y="301482"/>
                      </a:lnTo>
                      <a:lnTo>
                        <a:pt x="444229" y="302624"/>
                      </a:lnTo>
                      <a:lnTo>
                        <a:pt x="443087" y="303766"/>
                      </a:lnTo>
                      <a:lnTo>
                        <a:pt x="431667" y="298056"/>
                      </a:lnTo>
                      <a:lnTo>
                        <a:pt x="429383" y="298056"/>
                      </a:lnTo>
                      <a:lnTo>
                        <a:pt x="425957" y="295772"/>
                      </a:lnTo>
                      <a:lnTo>
                        <a:pt x="420247" y="294630"/>
                      </a:lnTo>
                      <a:lnTo>
                        <a:pt x="417963" y="292346"/>
                      </a:lnTo>
                      <a:lnTo>
                        <a:pt x="416821" y="290062"/>
                      </a:lnTo>
                      <a:lnTo>
                        <a:pt x="416821" y="283210"/>
                      </a:lnTo>
                      <a:lnTo>
                        <a:pt x="415679" y="282068"/>
                      </a:lnTo>
                      <a:lnTo>
                        <a:pt x="415679" y="274074"/>
                      </a:lnTo>
                      <a:lnTo>
                        <a:pt x="414538" y="272932"/>
                      </a:lnTo>
                      <a:lnTo>
                        <a:pt x="413396" y="256945"/>
                      </a:lnTo>
                      <a:lnTo>
                        <a:pt x="411112" y="254661"/>
                      </a:lnTo>
                      <a:close/>
                      <a:moveTo>
                        <a:pt x="110772" y="17130"/>
                      </a:moveTo>
                      <a:lnTo>
                        <a:pt x="108488" y="19414"/>
                      </a:lnTo>
                      <a:lnTo>
                        <a:pt x="108488" y="528735"/>
                      </a:lnTo>
                      <a:lnTo>
                        <a:pt x="110772" y="531019"/>
                      </a:lnTo>
                      <a:lnTo>
                        <a:pt x="352871" y="531019"/>
                      </a:lnTo>
                      <a:lnTo>
                        <a:pt x="355155" y="528735"/>
                      </a:lnTo>
                      <a:lnTo>
                        <a:pt x="355155" y="520741"/>
                      </a:lnTo>
                      <a:lnTo>
                        <a:pt x="354013" y="519599"/>
                      </a:lnTo>
                      <a:lnTo>
                        <a:pt x="352871" y="504754"/>
                      </a:lnTo>
                      <a:lnTo>
                        <a:pt x="349445" y="501328"/>
                      </a:lnTo>
                      <a:lnTo>
                        <a:pt x="341451" y="499044"/>
                      </a:lnTo>
                      <a:lnTo>
                        <a:pt x="312902" y="521883"/>
                      </a:lnTo>
                      <a:lnTo>
                        <a:pt x="306050" y="523025"/>
                      </a:lnTo>
                      <a:lnTo>
                        <a:pt x="262655" y="480772"/>
                      </a:lnTo>
                      <a:lnTo>
                        <a:pt x="261513" y="478488"/>
                      </a:lnTo>
                      <a:lnTo>
                        <a:pt x="262655" y="471636"/>
                      </a:lnTo>
                      <a:lnTo>
                        <a:pt x="285494" y="443087"/>
                      </a:lnTo>
                      <a:lnTo>
                        <a:pt x="283210" y="435093"/>
                      </a:lnTo>
                      <a:lnTo>
                        <a:pt x="279784" y="431667"/>
                      </a:lnTo>
                      <a:lnTo>
                        <a:pt x="246667" y="428241"/>
                      </a:lnTo>
                      <a:lnTo>
                        <a:pt x="239815" y="424815"/>
                      </a:lnTo>
                      <a:lnTo>
                        <a:pt x="237531" y="419105"/>
                      </a:lnTo>
                      <a:lnTo>
                        <a:pt x="237531" y="365433"/>
                      </a:lnTo>
                      <a:lnTo>
                        <a:pt x="242099" y="357439"/>
                      </a:lnTo>
                      <a:lnTo>
                        <a:pt x="279784" y="352871"/>
                      </a:lnTo>
                      <a:lnTo>
                        <a:pt x="283210" y="349445"/>
                      </a:lnTo>
                      <a:lnTo>
                        <a:pt x="285494" y="341451"/>
                      </a:lnTo>
                      <a:lnTo>
                        <a:pt x="262655" y="312902"/>
                      </a:lnTo>
                      <a:lnTo>
                        <a:pt x="261513" y="306050"/>
                      </a:lnTo>
                      <a:lnTo>
                        <a:pt x="303766" y="262655"/>
                      </a:lnTo>
                      <a:lnTo>
                        <a:pt x="306050" y="261513"/>
                      </a:lnTo>
                      <a:lnTo>
                        <a:pt x="312902" y="262655"/>
                      </a:lnTo>
                      <a:lnTo>
                        <a:pt x="341451" y="285494"/>
                      </a:lnTo>
                      <a:lnTo>
                        <a:pt x="349445" y="283210"/>
                      </a:lnTo>
                      <a:lnTo>
                        <a:pt x="352871" y="279784"/>
                      </a:lnTo>
                      <a:lnTo>
                        <a:pt x="357439" y="242099"/>
                      </a:lnTo>
                      <a:lnTo>
                        <a:pt x="359723" y="239815"/>
                      </a:lnTo>
                      <a:lnTo>
                        <a:pt x="365433" y="237531"/>
                      </a:lnTo>
                      <a:lnTo>
                        <a:pt x="417963" y="237531"/>
                      </a:lnTo>
                      <a:lnTo>
                        <a:pt x="420247" y="235247"/>
                      </a:lnTo>
                      <a:lnTo>
                        <a:pt x="420247" y="22840"/>
                      </a:lnTo>
                      <a:lnTo>
                        <a:pt x="414538" y="17130"/>
                      </a:lnTo>
                      <a:close/>
                      <a:moveTo>
                        <a:pt x="41111" y="17130"/>
                      </a:moveTo>
                      <a:lnTo>
                        <a:pt x="38827" y="18272"/>
                      </a:lnTo>
                      <a:lnTo>
                        <a:pt x="35401" y="22840"/>
                      </a:lnTo>
                      <a:lnTo>
                        <a:pt x="35401" y="43395"/>
                      </a:lnTo>
                      <a:lnTo>
                        <a:pt x="37685" y="45679"/>
                      </a:lnTo>
                      <a:lnTo>
                        <a:pt x="53673" y="45679"/>
                      </a:lnTo>
                      <a:lnTo>
                        <a:pt x="53673" y="62809"/>
                      </a:lnTo>
                      <a:lnTo>
                        <a:pt x="37685" y="62809"/>
                      </a:lnTo>
                      <a:lnTo>
                        <a:pt x="35401" y="65093"/>
                      </a:lnTo>
                      <a:lnTo>
                        <a:pt x="35401" y="98210"/>
                      </a:lnTo>
                      <a:lnTo>
                        <a:pt x="37685" y="100494"/>
                      </a:lnTo>
                      <a:lnTo>
                        <a:pt x="53673" y="100494"/>
                      </a:lnTo>
                      <a:lnTo>
                        <a:pt x="53673" y="117624"/>
                      </a:lnTo>
                      <a:lnTo>
                        <a:pt x="37685" y="117624"/>
                      </a:lnTo>
                      <a:lnTo>
                        <a:pt x="35401" y="119908"/>
                      </a:lnTo>
                      <a:lnTo>
                        <a:pt x="35401" y="153025"/>
                      </a:lnTo>
                      <a:lnTo>
                        <a:pt x="37685" y="155309"/>
                      </a:lnTo>
                      <a:lnTo>
                        <a:pt x="53673" y="155309"/>
                      </a:lnTo>
                      <a:lnTo>
                        <a:pt x="53673" y="172438"/>
                      </a:lnTo>
                      <a:lnTo>
                        <a:pt x="37685" y="172438"/>
                      </a:lnTo>
                      <a:lnTo>
                        <a:pt x="35401" y="174722"/>
                      </a:lnTo>
                      <a:lnTo>
                        <a:pt x="35401" y="207840"/>
                      </a:lnTo>
                      <a:lnTo>
                        <a:pt x="37685" y="210124"/>
                      </a:lnTo>
                      <a:lnTo>
                        <a:pt x="53673" y="210124"/>
                      </a:lnTo>
                      <a:lnTo>
                        <a:pt x="53673" y="227253"/>
                      </a:lnTo>
                      <a:lnTo>
                        <a:pt x="37685" y="227253"/>
                      </a:lnTo>
                      <a:lnTo>
                        <a:pt x="35401" y="229537"/>
                      </a:lnTo>
                      <a:lnTo>
                        <a:pt x="35401" y="262655"/>
                      </a:lnTo>
                      <a:lnTo>
                        <a:pt x="37685" y="264939"/>
                      </a:lnTo>
                      <a:lnTo>
                        <a:pt x="53673" y="264939"/>
                      </a:lnTo>
                      <a:lnTo>
                        <a:pt x="53673" y="282068"/>
                      </a:lnTo>
                      <a:lnTo>
                        <a:pt x="37685" y="282068"/>
                      </a:lnTo>
                      <a:lnTo>
                        <a:pt x="35401" y="284352"/>
                      </a:lnTo>
                      <a:lnTo>
                        <a:pt x="35401" y="317470"/>
                      </a:lnTo>
                      <a:lnTo>
                        <a:pt x="37685" y="319753"/>
                      </a:lnTo>
                      <a:lnTo>
                        <a:pt x="53673" y="319753"/>
                      </a:lnTo>
                      <a:lnTo>
                        <a:pt x="53673" y="336883"/>
                      </a:lnTo>
                      <a:lnTo>
                        <a:pt x="37685" y="336883"/>
                      </a:lnTo>
                      <a:lnTo>
                        <a:pt x="35401" y="339167"/>
                      </a:lnTo>
                      <a:lnTo>
                        <a:pt x="35401" y="372284"/>
                      </a:lnTo>
                      <a:lnTo>
                        <a:pt x="37685" y="374568"/>
                      </a:lnTo>
                      <a:lnTo>
                        <a:pt x="53673" y="374568"/>
                      </a:lnTo>
                      <a:lnTo>
                        <a:pt x="53673" y="391698"/>
                      </a:lnTo>
                      <a:lnTo>
                        <a:pt x="37685" y="391698"/>
                      </a:lnTo>
                      <a:lnTo>
                        <a:pt x="35401" y="393982"/>
                      </a:lnTo>
                      <a:lnTo>
                        <a:pt x="35401" y="427099"/>
                      </a:lnTo>
                      <a:lnTo>
                        <a:pt x="37685" y="429383"/>
                      </a:lnTo>
                      <a:lnTo>
                        <a:pt x="53673" y="429383"/>
                      </a:lnTo>
                      <a:lnTo>
                        <a:pt x="53673" y="446513"/>
                      </a:lnTo>
                      <a:lnTo>
                        <a:pt x="37685" y="446513"/>
                      </a:lnTo>
                      <a:lnTo>
                        <a:pt x="35401" y="448797"/>
                      </a:lnTo>
                      <a:lnTo>
                        <a:pt x="35401" y="481914"/>
                      </a:lnTo>
                      <a:lnTo>
                        <a:pt x="37685" y="484198"/>
                      </a:lnTo>
                      <a:lnTo>
                        <a:pt x="53673" y="484198"/>
                      </a:lnTo>
                      <a:lnTo>
                        <a:pt x="53673" y="501328"/>
                      </a:lnTo>
                      <a:lnTo>
                        <a:pt x="37685" y="501328"/>
                      </a:lnTo>
                      <a:lnTo>
                        <a:pt x="35401" y="503612"/>
                      </a:lnTo>
                      <a:lnTo>
                        <a:pt x="35401" y="524167"/>
                      </a:lnTo>
                      <a:lnTo>
                        <a:pt x="36543" y="526451"/>
                      </a:lnTo>
                      <a:lnTo>
                        <a:pt x="41111" y="529877"/>
                      </a:lnTo>
                      <a:lnTo>
                        <a:pt x="89074" y="529877"/>
                      </a:lnTo>
                      <a:lnTo>
                        <a:pt x="91358" y="527593"/>
                      </a:lnTo>
                      <a:lnTo>
                        <a:pt x="91358" y="19414"/>
                      </a:lnTo>
                      <a:lnTo>
                        <a:pt x="8907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6" name="任意形状 7205">
                  <a:extLst>
                    <a:ext uri="{FF2B5EF4-FFF2-40B4-BE49-F238E27FC236}">
                      <a16:creationId xmlns:a16="http://schemas.microsoft.com/office/drawing/2014/main" id="{ABA33B91-F105-F3FE-7DEE-9B0977428C0A}"/>
                    </a:ext>
                  </a:extLst>
                </p:cNvPr>
                <p:cNvSpPr/>
                <p:nvPr/>
              </p:nvSpPr>
              <p:spPr>
                <a:xfrm>
                  <a:off x="5616586" y="5289472"/>
                  <a:ext cx="227253" cy="272932"/>
                </a:xfrm>
                <a:custGeom>
                  <a:avLst/>
                  <a:gdLst>
                    <a:gd name="connsiteX0" fmla="*/ 117624 w 227253"/>
                    <a:gd name="connsiteY0" fmla="*/ 0 h 272932"/>
                    <a:gd name="connsiteX1" fmla="*/ 117624 w 227253"/>
                    <a:gd name="connsiteY1" fmla="*/ 7994 h 272932"/>
                    <a:gd name="connsiteX2" fmla="*/ 116482 w 227253"/>
                    <a:gd name="connsiteY2" fmla="*/ 9136 h 272932"/>
                    <a:gd name="connsiteX3" fmla="*/ 116482 w 227253"/>
                    <a:gd name="connsiteY3" fmla="*/ 18272 h 272932"/>
                    <a:gd name="connsiteX4" fmla="*/ 115340 w 227253"/>
                    <a:gd name="connsiteY4" fmla="*/ 19414 h 272932"/>
                    <a:gd name="connsiteX5" fmla="*/ 115340 w 227253"/>
                    <a:gd name="connsiteY5" fmla="*/ 27407 h 272932"/>
                    <a:gd name="connsiteX6" fmla="*/ 114198 w 227253"/>
                    <a:gd name="connsiteY6" fmla="*/ 28549 h 272932"/>
                    <a:gd name="connsiteX7" fmla="*/ 114198 w 227253"/>
                    <a:gd name="connsiteY7" fmla="*/ 34259 h 272932"/>
                    <a:gd name="connsiteX8" fmla="*/ 113056 w 227253"/>
                    <a:gd name="connsiteY8" fmla="*/ 35401 h 272932"/>
                    <a:gd name="connsiteX9" fmla="*/ 113056 w 227253"/>
                    <a:gd name="connsiteY9" fmla="*/ 36543 h 272932"/>
                    <a:gd name="connsiteX10" fmla="*/ 108488 w 227253"/>
                    <a:gd name="connsiteY10" fmla="*/ 41111 h 272932"/>
                    <a:gd name="connsiteX11" fmla="*/ 107346 w 227253"/>
                    <a:gd name="connsiteY11" fmla="*/ 41111 h 272932"/>
                    <a:gd name="connsiteX12" fmla="*/ 106204 w 227253"/>
                    <a:gd name="connsiteY12" fmla="*/ 42253 h 272932"/>
                    <a:gd name="connsiteX13" fmla="*/ 103920 w 227253"/>
                    <a:gd name="connsiteY13" fmla="*/ 42253 h 272932"/>
                    <a:gd name="connsiteX14" fmla="*/ 102778 w 227253"/>
                    <a:gd name="connsiteY14" fmla="*/ 43395 h 272932"/>
                    <a:gd name="connsiteX15" fmla="*/ 100494 w 227253"/>
                    <a:gd name="connsiteY15" fmla="*/ 43395 h 272932"/>
                    <a:gd name="connsiteX16" fmla="*/ 90216 w 227253"/>
                    <a:gd name="connsiteY16" fmla="*/ 49105 h 272932"/>
                    <a:gd name="connsiteX17" fmla="*/ 86790 w 227253"/>
                    <a:gd name="connsiteY17" fmla="*/ 49105 h 272932"/>
                    <a:gd name="connsiteX18" fmla="*/ 85648 w 227253"/>
                    <a:gd name="connsiteY18" fmla="*/ 50247 h 272932"/>
                    <a:gd name="connsiteX19" fmla="*/ 84506 w 227253"/>
                    <a:gd name="connsiteY19" fmla="*/ 49105 h 272932"/>
                    <a:gd name="connsiteX20" fmla="*/ 81080 w 227253"/>
                    <a:gd name="connsiteY20" fmla="*/ 49105 h 272932"/>
                    <a:gd name="connsiteX21" fmla="*/ 78796 w 227253"/>
                    <a:gd name="connsiteY21" fmla="*/ 46821 h 272932"/>
                    <a:gd name="connsiteX22" fmla="*/ 77654 w 227253"/>
                    <a:gd name="connsiteY22" fmla="*/ 46821 h 272932"/>
                    <a:gd name="connsiteX23" fmla="*/ 73087 w 227253"/>
                    <a:gd name="connsiteY23" fmla="*/ 42253 h 272932"/>
                    <a:gd name="connsiteX24" fmla="*/ 71945 w 227253"/>
                    <a:gd name="connsiteY24" fmla="*/ 42253 h 272932"/>
                    <a:gd name="connsiteX25" fmla="*/ 68519 w 227253"/>
                    <a:gd name="connsiteY25" fmla="*/ 38827 h 272932"/>
                    <a:gd name="connsiteX26" fmla="*/ 67377 w 227253"/>
                    <a:gd name="connsiteY26" fmla="*/ 38827 h 272932"/>
                    <a:gd name="connsiteX27" fmla="*/ 62809 w 227253"/>
                    <a:gd name="connsiteY27" fmla="*/ 34259 h 272932"/>
                    <a:gd name="connsiteX28" fmla="*/ 61667 w 227253"/>
                    <a:gd name="connsiteY28" fmla="*/ 34259 h 272932"/>
                    <a:gd name="connsiteX29" fmla="*/ 53673 w 227253"/>
                    <a:gd name="connsiteY29" fmla="*/ 27407 h 272932"/>
                    <a:gd name="connsiteX30" fmla="*/ 27407 w 227253"/>
                    <a:gd name="connsiteY30" fmla="*/ 53673 h 272932"/>
                    <a:gd name="connsiteX31" fmla="*/ 30833 w 227253"/>
                    <a:gd name="connsiteY31" fmla="*/ 57099 h 272932"/>
                    <a:gd name="connsiteX32" fmla="*/ 30833 w 227253"/>
                    <a:gd name="connsiteY32" fmla="*/ 58241 h 272932"/>
                    <a:gd name="connsiteX33" fmla="*/ 34259 w 227253"/>
                    <a:gd name="connsiteY33" fmla="*/ 61667 h 272932"/>
                    <a:gd name="connsiteX34" fmla="*/ 34259 w 227253"/>
                    <a:gd name="connsiteY34" fmla="*/ 62809 h 272932"/>
                    <a:gd name="connsiteX35" fmla="*/ 38827 w 227253"/>
                    <a:gd name="connsiteY35" fmla="*/ 67377 h 272932"/>
                    <a:gd name="connsiteX36" fmla="*/ 38827 w 227253"/>
                    <a:gd name="connsiteY36" fmla="*/ 68519 h 272932"/>
                    <a:gd name="connsiteX37" fmla="*/ 49105 w 227253"/>
                    <a:gd name="connsiteY37" fmla="*/ 81080 h 272932"/>
                    <a:gd name="connsiteX38" fmla="*/ 49105 w 227253"/>
                    <a:gd name="connsiteY38" fmla="*/ 89074 h 272932"/>
                    <a:gd name="connsiteX39" fmla="*/ 47963 w 227253"/>
                    <a:gd name="connsiteY39" fmla="*/ 90216 h 272932"/>
                    <a:gd name="connsiteX40" fmla="*/ 47963 w 227253"/>
                    <a:gd name="connsiteY40" fmla="*/ 91358 h 272932"/>
                    <a:gd name="connsiteX41" fmla="*/ 46821 w 227253"/>
                    <a:gd name="connsiteY41" fmla="*/ 92500 h 272932"/>
                    <a:gd name="connsiteX42" fmla="*/ 46821 w 227253"/>
                    <a:gd name="connsiteY42" fmla="*/ 94784 h 272932"/>
                    <a:gd name="connsiteX43" fmla="*/ 43395 w 227253"/>
                    <a:gd name="connsiteY43" fmla="*/ 100494 h 272932"/>
                    <a:gd name="connsiteX44" fmla="*/ 43395 w 227253"/>
                    <a:gd name="connsiteY44" fmla="*/ 102778 h 272932"/>
                    <a:gd name="connsiteX45" fmla="*/ 42253 w 227253"/>
                    <a:gd name="connsiteY45" fmla="*/ 103920 h 272932"/>
                    <a:gd name="connsiteX46" fmla="*/ 42253 w 227253"/>
                    <a:gd name="connsiteY46" fmla="*/ 106204 h 272932"/>
                    <a:gd name="connsiteX47" fmla="*/ 41111 w 227253"/>
                    <a:gd name="connsiteY47" fmla="*/ 107346 h 272932"/>
                    <a:gd name="connsiteX48" fmla="*/ 41111 w 227253"/>
                    <a:gd name="connsiteY48" fmla="*/ 108488 h 272932"/>
                    <a:gd name="connsiteX49" fmla="*/ 36543 w 227253"/>
                    <a:gd name="connsiteY49" fmla="*/ 113056 h 272932"/>
                    <a:gd name="connsiteX50" fmla="*/ 35401 w 227253"/>
                    <a:gd name="connsiteY50" fmla="*/ 113056 h 272932"/>
                    <a:gd name="connsiteX51" fmla="*/ 34259 w 227253"/>
                    <a:gd name="connsiteY51" fmla="*/ 114198 h 272932"/>
                    <a:gd name="connsiteX52" fmla="*/ 27407 w 227253"/>
                    <a:gd name="connsiteY52" fmla="*/ 114198 h 272932"/>
                    <a:gd name="connsiteX53" fmla="*/ 26265 w 227253"/>
                    <a:gd name="connsiteY53" fmla="*/ 115340 h 272932"/>
                    <a:gd name="connsiteX54" fmla="*/ 18272 w 227253"/>
                    <a:gd name="connsiteY54" fmla="*/ 115340 h 272932"/>
                    <a:gd name="connsiteX55" fmla="*/ 17130 w 227253"/>
                    <a:gd name="connsiteY55" fmla="*/ 116482 h 272932"/>
                    <a:gd name="connsiteX56" fmla="*/ 9136 w 227253"/>
                    <a:gd name="connsiteY56" fmla="*/ 116482 h 272932"/>
                    <a:gd name="connsiteX57" fmla="*/ 7994 w 227253"/>
                    <a:gd name="connsiteY57" fmla="*/ 117624 h 272932"/>
                    <a:gd name="connsiteX58" fmla="*/ 0 w 227253"/>
                    <a:gd name="connsiteY58" fmla="*/ 117624 h 272932"/>
                    <a:gd name="connsiteX59" fmla="*/ 0 w 227253"/>
                    <a:gd name="connsiteY59" fmla="*/ 155309 h 272932"/>
                    <a:gd name="connsiteX60" fmla="*/ 9136 w 227253"/>
                    <a:gd name="connsiteY60" fmla="*/ 155309 h 272932"/>
                    <a:gd name="connsiteX61" fmla="*/ 10278 w 227253"/>
                    <a:gd name="connsiteY61" fmla="*/ 156451 h 272932"/>
                    <a:gd name="connsiteX62" fmla="*/ 18272 w 227253"/>
                    <a:gd name="connsiteY62" fmla="*/ 156451 h 272932"/>
                    <a:gd name="connsiteX63" fmla="*/ 19414 w 227253"/>
                    <a:gd name="connsiteY63" fmla="*/ 157593 h 272932"/>
                    <a:gd name="connsiteX64" fmla="*/ 27407 w 227253"/>
                    <a:gd name="connsiteY64" fmla="*/ 157593 h 272932"/>
                    <a:gd name="connsiteX65" fmla="*/ 28549 w 227253"/>
                    <a:gd name="connsiteY65" fmla="*/ 158735 h 272932"/>
                    <a:gd name="connsiteX66" fmla="*/ 34259 w 227253"/>
                    <a:gd name="connsiteY66" fmla="*/ 158735 h 272932"/>
                    <a:gd name="connsiteX67" fmla="*/ 35401 w 227253"/>
                    <a:gd name="connsiteY67" fmla="*/ 159877 h 272932"/>
                    <a:gd name="connsiteX68" fmla="*/ 36543 w 227253"/>
                    <a:gd name="connsiteY68" fmla="*/ 159877 h 272932"/>
                    <a:gd name="connsiteX69" fmla="*/ 41111 w 227253"/>
                    <a:gd name="connsiteY69" fmla="*/ 164445 h 272932"/>
                    <a:gd name="connsiteX70" fmla="*/ 41111 w 227253"/>
                    <a:gd name="connsiteY70" fmla="*/ 165587 h 272932"/>
                    <a:gd name="connsiteX71" fmla="*/ 42253 w 227253"/>
                    <a:gd name="connsiteY71" fmla="*/ 166729 h 272932"/>
                    <a:gd name="connsiteX72" fmla="*/ 42253 w 227253"/>
                    <a:gd name="connsiteY72" fmla="*/ 169013 h 272932"/>
                    <a:gd name="connsiteX73" fmla="*/ 43395 w 227253"/>
                    <a:gd name="connsiteY73" fmla="*/ 170155 h 272932"/>
                    <a:gd name="connsiteX74" fmla="*/ 43395 w 227253"/>
                    <a:gd name="connsiteY74" fmla="*/ 172438 h 272932"/>
                    <a:gd name="connsiteX75" fmla="*/ 49105 w 227253"/>
                    <a:gd name="connsiteY75" fmla="*/ 182716 h 272932"/>
                    <a:gd name="connsiteX76" fmla="*/ 49105 w 227253"/>
                    <a:gd name="connsiteY76" fmla="*/ 186142 h 272932"/>
                    <a:gd name="connsiteX77" fmla="*/ 50247 w 227253"/>
                    <a:gd name="connsiteY77" fmla="*/ 187284 h 272932"/>
                    <a:gd name="connsiteX78" fmla="*/ 49105 w 227253"/>
                    <a:gd name="connsiteY78" fmla="*/ 188426 h 272932"/>
                    <a:gd name="connsiteX79" fmla="*/ 49105 w 227253"/>
                    <a:gd name="connsiteY79" fmla="*/ 191852 h 272932"/>
                    <a:gd name="connsiteX80" fmla="*/ 46821 w 227253"/>
                    <a:gd name="connsiteY80" fmla="*/ 194136 h 272932"/>
                    <a:gd name="connsiteX81" fmla="*/ 46821 w 227253"/>
                    <a:gd name="connsiteY81" fmla="*/ 195278 h 272932"/>
                    <a:gd name="connsiteX82" fmla="*/ 42253 w 227253"/>
                    <a:gd name="connsiteY82" fmla="*/ 199846 h 272932"/>
                    <a:gd name="connsiteX83" fmla="*/ 42253 w 227253"/>
                    <a:gd name="connsiteY83" fmla="*/ 200988 h 272932"/>
                    <a:gd name="connsiteX84" fmla="*/ 38827 w 227253"/>
                    <a:gd name="connsiteY84" fmla="*/ 204414 h 272932"/>
                    <a:gd name="connsiteX85" fmla="*/ 38827 w 227253"/>
                    <a:gd name="connsiteY85" fmla="*/ 205556 h 272932"/>
                    <a:gd name="connsiteX86" fmla="*/ 34259 w 227253"/>
                    <a:gd name="connsiteY86" fmla="*/ 210124 h 272932"/>
                    <a:gd name="connsiteX87" fmla="*/ 34259 w 227253"/>
                    <a:gd name="connsiteY87" fmla="*/ 211266 h 272932"/>
                    <a:gd name="connsiteX88" fmla="*/ 27407 w 227253"/>
                    <a:gd name="connsiteY88" fmla="*/ 219260 h 272932"/>
                    <a:gd name="connsiteX89" fmla="*/ 53673 w 227253"/>
                    <a:gd name="connsiteY89" fmla="*/ 245525 h 272932"/>
                    <a:gd name="connsiteX90" fmla="*/ 57099 w 227253"/>
                    <a:gd name="connsiteY90" fmla="*/ 242099 h 272932"/>
                    <a:gd name="connsiteX91" fmla="*/ 58241 w 227253"/>
                    <a:gd name="connsiteY91" fmla="*/ 242099 h 272932"/>
                    <a:gd name="connsiteX92" fmla="*/ 61667 w 227253"/>
                    <a:gd name="connsiteY92" fmla="*/ 238673 h 272932"/>
                    <a:gd name="connsiteX93" fmla="*/ 62809 w 227253"/>
                    <a:gd name="connsiteY93" fmla="*/ 238673 h 272932"/>
                    <a:gd name="connsiteX94" fmla="*/ 66235 w 227253"/>
                    <a:gd name="connsiteY94" fmla="*/ 235247 h 272932"/>
                    <a:gd name="connsiteX95" fmla="*/ 67377 w 227253"/>
                    <a:gd name="connsiteY95" fmla="*/ 235247 h 272932"/>
                    <a:gd name="connsiteX96" fmla="*/ 71945 w 227253"/>
                    <a:gd name="connsiteY96" fmla="*/ 230679 h 272932"/>
                    <a:gd name="connsiteX97" fmla="*/ 73087 w 227253"/>
                    <a:gd name="connsiteY97" fmla="*/ 230679 h 272932"/>
                    <a:gd name="connsiteX98" fmla="*/ 81080 w 227253"/>
                    <a:gd name="connsiteY98" fmla="*/ 223827 h 272932"/>
                    <a:gd name="connsiteX99" fmla="*/ 89074 w 227253"/>
                    <a:gd name="connsiteY99" fmla="*/ 223827 h 272932"/>
                    <a:gd name="connsiteX100" fmla="*/ 90216 w 227253"/>
                    <a:gd name="connsiteY100" fmla="*/ 224969 h 272932"/>
                    <a:gd name="connsiteX101" fmla="*/ 91358 w 227253"/>
                    <a:gd name="connsiteY101" fmla="*/ 224969 h 272932"/>
                    <a:gd name="connsiteX102" fmla="*/ 92500 w 227253"/>
                    <a:gd name="connsiteY102" fmla="*/ 226111 h 272932"/>
                    <a:gd name="connsiteX103" fmla="*/ 94784 w 227253"/>
                    <a:gd name="connsiteY103" fmla="*/ 226111 h 272932"/>
                    <a:gd name="connsiteX104" fmla="*/ 100494 w 227253"/>
                    <a:gd name="connsiteY104" fmla="*/ 229537 h 272932"/>
                    <a:gd name="connsiteX105" fmla="*/ 102778 w 227253"/>
                    <a:gd name="connsiteY105" fmla="*/ 229537 h 272932"/>
                    <a:gd name="connsiteX106" fmla="*/ 103920 w 227253"/>
                    <a:gd name="connsiteY106" fmla="*/ 230679 h 272932"/>
                    <a:gd name="connsiteX107" fmla="*/ 106204 w 227253"/>
                    <a:gd name="connsiteY107" fmla="*/ 230679 h 272932"/>
                    <a:gd name="connsiteX108" fmla="*/ 107346 w 227253"/>
                    <a:gd name="connsiteY108" fmla="*/ 231821 h 272932"/>
                    <a:gd name="connsiteX109" fmla="*/ 108488 w 227253"/>
                    <a:gd name="connsiteY109" fmla="*/ 231821 h 272932"/>
                    <a:gd name="connsiteX110" fmla="*/ 113056 w 227253"/>
                    <a:gd name="connsiteY110" fmla="*/ 236389 h 272932"/>
                    <a:gd name="connsiteX111" fmla="*/ 113056 w 227253"/>
                    <a:gd name="connsiteY111" fmla="*/ 237531 h 272932"/>
                    <a:gd name="connsiteX112" fmla="*/ 114198 w 227253"/>
                    <a:gd name="connsiteY112" fmla="*/ 238673 h 272932"/>
                    <a:gd name="connsiteX113" fmla="*/ 114198 w 227253"/>
                    <a:gd name="connsiteY113" fmla="*/ 245525 h 272932"/>
                    <a:gd name="connsiteX114" fmla="*/ 115340 w 227253"/>
                    <a:gd name="connsiteY114" fmla="*/ 246667 h 272932"/>
                    <a:gd name="connsiteX115" fmla="*/ 115340 w 227253"/>
                    <a:gd name="connsiteY115" fmla="*/ 254661 h 272932"/>
                    <a:gd name="connsiteX116" fmla="*/ 116482 w 227253"/>
                    <a:gd name="connsiteY116" fmla="*/ 255803 h 272932"/>
                    <a:gd name="connsiteX117" fmla="*/ 116482 w 227253"/>
                    <a:gd name="connsiteY117" fmla="*/ 263797 h 272932"/>
                    <a:gd name="connsiteX118" fmla="*/ 117624 w 227253"/>
                    <a:gd name="connsiteY118" fmla="*/ 264939 h 272932"/>
                    <a:gd name="connsiteX119" fmla="*/ 117624 w 227253"/>
                    <a:gd name="connsiteY119" fmla="*/ 272932 h 272932"/>
                    <a:gd name="connsiteX120" fmla="*/ 135895 w 227253"/>
                    <a:gd name="connsiteY120" fmla="*/ 272932 h 272932"/>
                    <a:gd name="connsiteX121" fmla="*/ 135895 w 227253"/>
                    <a:gd name="connsiteY121" fmla="*/ 229537 h 272932"/>
                    <a:gd name="connsiteX122" fmla="*/ 138179 w 227253"/>
                    <a:gd name="connsiteY122" fmla="*/ 227253 h 272932"/>
                    <a:gd name="connsiteX123" fmla="*/ 140463 w 227253"/>
                    <a:gd name="connsiteY123" fmla="*/ 227253 h 272932"/>
                    <a:gd name="connsiteX124" fmla="*/ 141605 w 227253"/>
                    <a:gd name="connsiteY124" fmla="*/ 226111 h 272932"/>
                    <a:gd name="connsiteX125" fmla="*/ 150741 w 227253"/>
                    <a:gd name="connsiteY125" fmla="*/ 226111 h 272932"/>
                    <a:gd name="connsiteX126" fmla="*/ 151883 w 227253"/>
                    <a:gd name="connsiteY126" fmla="*/ 224969 h 272932"/>
                    <a:gd name="connsiteX127" fmla="*/ 156451 w 227253"/>
                    <a:gd name="connsiteY127" fmla="*/ 224969 h 272932"/>
                    <a:gd name="connsiteX128" fmla="*/ 157593 w 227253"/>
                    <a:gd name="connsiteY128" fmla="*/ 223827 h 272932"/>
                    <a:gd name="connsiteX129" fmla="*/ 161019 w 227253"/>
                    <a:gd name="connsiteY129" fmla="*/ 223827 h 272932"/>
                    <a:gd name="connsiteX130" fmla="*/ 162161 w 227253"/>
                    <a:gd name="connsiteY130" fmla="*/ 222685 h 272932"/>
                    <a:gd name="connsiteX131" fmla="*/ 164445 w 227253"/>
                    <a:gd name="connsiteY131" fmla="*/ 222685 h 272932"/>
                    <a:gd name="connsiteX132" fmla="*/ 165587 w 227253"/>
                    <a:gd name="connsiteY132" fmla="*/ 221543 h 272932"/>
                    <a:gd name="connsiteX133" fmla="*/ 171296 w 227253"/>
                    <a:gd name="connsiteY133" fmla="*/ 220401 h 272932"/>
                    <a:gd name="connsiteX134" fmla="*/ 172438 w 227253"/>
                    <a:gd name="connsiteY134" fmla="*/ 219260 h 272932"/>
                    <a:gd name="connsiteX135" fmla="*/ 182716 w 227253"/>
                    <a:gd name="connsiteY135" fmla="*/ 214692 h 272932"/>
                    <a:gd name="connsiteX136" fmla="*/ 185000 w 227253"/>
                    <a:gd name="connsiteY136" fmla="*/ 212408 h 272932"/>
                    <a:gd name="connsiteX137" fmla="*/ 186142 w 227253"/>
                    <a:gd name="connsiteY137" fmla="*/ 212408 h 272932"/>
                    <a:gd name="connsiteX138" fmla="*/ 188426 w 227253"/>
                    <a:gd name="connsiteY138" fmla="*/ 210124 h 272932"/>
                    <a:gd name="connsiteX139" fmla="*/ 189568 w 227253"/>
                    <a:gd name="connsiteY139" fmla="*/ 210124 h 272932"/>
                    <a:gd name="connsiteX140" fmla="*/ 192994 w 227253"/>
                    <a:gd name="connsiteY140" fmla="*/ 206698 h 272932"/>
                    <a:gd name="connsiteX141" fmla="*/ 194136 w 227253"/>
                    <a:gd name="connsiteY141" fmla="*/ 206698 h 272932"/>
                    <a:gd name="connsiteX142" fmla="*/ 206698 w 227253"/>
                    <a:gd name="connsiteY142" fmla="*/ 194136 h 272932"/>
                    <a:gd name="connsiteX143" fmla="*/ 206698 w 227253"/>
                    <a:gd name="connsiteY143" fmla="*/ 192994 h 272932"/>
                    <a:gd name="connsiteX144" fmla="*/ 210124 w 227253"/>
                    <a:gd name="connsiteY144" fmla="*/ 189568 h 272932"/>
                    <a:gd name="connsiteX145" fmla="*/ 210124 w 227253"/>
                    <a:gd name="connsiteY145" fmla="*/ 188426 h 272932"/>
                    <a:gd name="connsiteX146" fmla="*/ 214692 w 227253"/>
                    <a:gd name="connsiteY146" fmla="*/ 182716 h 272932"/>
                    <a:gd name="connsiteX147" fmla="*/ 214692 w 227253"/>
                    <a:gd name="connsiteY147" fmla="*/ 181574 h 272932"/>
                    <a:gd name="connsiteX148" fmla="*/ 220401 w 227253"/>
                    <a:gd name="connsiteY148" fmla="*/ 171296 h 272932"/>
                    <a:gd name="connsiteX149" fmla="*/ 220401 w 227253"/>
                    <a:gd name="connsiteY149" fmla="*/ 169013 h 272932"/>
                    <a:gd name="connsiteX150" fmla="*/ 221543 w 227253"/>
                    <a:gd name="connsiteY150" fmla="*/ 167871 h 272932"/>
                    <a:gd name="connsiteX151" fmla="*/ 221543 w 227253"/>
                    <a:gd name="connsiteY151" fmla="*/ 165587 h 272932"/>
                    <a:gd name="connsiteX152" fmla="*/ 222685 w 227253"/>
                    <a:gd name="connsiteY152" fmla="*/ 164445 h 272932"/>
                    <a:gd name="connsiteX153" fmla="*/ 222685 w 227253"/>
                    <a:gd name="connsiteY153" fmla="*/ 162161 h 272932"/>
                    <a:gd name="connsiteX154" fmla="*/ 223827 w 227253"/>
                    <a:gd name="connsiteY154" fmla="*/ 161019 h 272932"/>
                    <a:gd name="connsiteX155" fmla="*/ 223827 w 227253"/>
                    <a:gd name="connsiteY155" fmla="*/ 157593 h 272932"/>
                    <a:gd name="connsiteX156" fmla="*/ 224969 w 227253"/>
                    <a:gd name="connsiteY156" fmla="*/ 156451 h 272932"/>
                    <a:gd name="connsiteX157" fmla="*/ 224969 w 227253"/>
                    <a:gd name="connsiteY157" fmla="*/ 151883 h 272932"/>
                    <a:gd name="connsiteX158" fmla="*/ 226111 w 227253"/>
                    <a:gd name="connsiteY158" fmla="*/ 150741 h 272932"/>
                    <a:gd name="connsiteX159" fmla="*/ 226111 w 227253"/>
                    <a:gd name="connsiteY159" fmla="*/ 141605 h 272932"/>
                    <a:gd name="connsiteX160" fmla="*/ 227253 w 227253"/>
                    <a:gd name="connsiteY160" fmla="*/ 140463 h 272932"/>
                    <a:gd name="connsiteX161" fmla="*/ 227253 w 227253"/>
                    <a:gd name="connsiteY161" fmla="*/ 132469 h 272932"/>
                    <a:gd name="connsiteX162" fmla="*/ 226111 w 227253"/>
                    <a:gd name="connsiteY162" fmla="*/ 131327 h 272932"/>
                    <a:gd name="connsiteX163" fmla="*/ 226111 w 227253"/>
                    <a:gd name="connsiteY163" fmla="*/ 122191 h 272932"/>
                    <a:gd name="connsiteX164" fmla="*/ 224969 w 227253"/>
                    <a:gd name="connsiteY164" fmla="*/ 121050 h 272932"/>
                    <a:gd name="connsiteX165" fmla="*/ 224969 w 227253"/>
                    <a:gd name="connsiteY165" fmla="*/ 116482 h 272932"/>
                    <a:gd name="connsiteX166" fmla="*/ 223827 w 227253"/>
                    <a:gd name="connsiteY166" fmla="*/ 115340 h 272932"/>
                    <a:gd name="connsiteX167" fmla="*/ 223827 w 227253"/>
                    <a:gd name="connsiteY167" fmla="*/ 111914 h 272932"/>
                    <a:gd name="connsiteX168" fmla="*/ 222685 w 227253"/>
                    <a:gd name="connsiteY168" fmla="*/ 110772 h 272932"/>
                    <a:gd name="connsiteX169" fmla="*/ 222685 w 227253"/>
                    <a:gd name="connsiteY169" fmla="*/ 108488 h 272932"/>
                    <a:gd name="connsiteX170" fmla="*/ 221543 w 227253"/>
                    <a:gd name="connsiteY170" fmla="*/ 107346 h 272932"/>
                    <a:gd name="connsiteX171" fmla="*/ 220401 w 227253"/>
                    <a:gd name="connsiteY171" fmla="*/ 101636 h 272932"/>
                    <a:gd name="connsiteX172" fmla="*/ 219260 w 227253"/>
                    <a:gd name="connsiteY172" fmla="*/ 100494 h 272932"/>
                    <a:gd name="connsiteX173" fmla="*/ 214692 w 227253"/>
                    <a:gd name="connsiteY173" fmla="*/ 90216 h 272932"/>
                    <a:gd name="connsiteX174" fmla="*/ 212408 w 227253"/>
                    <a:gd name="connsiteY174" fmla="*/ 87932 h 272932"/>
                    <a:gd name="connsiteX175" fmla="*/ 212408 w 227253"/>
                    <a:gd name="connsiteY175" fmla="*/ 86790 h 272932"/>
                    <a:gd name="connsiteX176" fmla="*/ 210124 w 227253"/>
                    <a:gd name="connsiteY176" fmla="*/ 84506 h 272932"/>
                    <a:gd name="connsiteX177" fmla="*/ 210124 w 227253"/>
                    <a:gd name="connsiteY177" fmla="*/ 83364 h 272932"/>
                    <a:gd name="connsiteX178" fmla="*/ 206698 w 227253"/>
                    <a:gd name="connsiteY178" fmla="*/ 79938 h 272932"/>
                    <a:gd name="connsiteX179" fmla="*/ 206698 w 227253"/>
                    <a:gd name="connsiteY179" fmla="*/ 78796 h 272932"/>
                    <a:gd name="connsiteX180" fmla="*/ 194136 w 227253"/>
                    <a:gd name="connsiteY180" fmla="*/ 66235 h 272932"/>
                    <a:gd name="connsiteX181" fmla="*/ 192994 w 227253"/>
                    <a:gd name="connsiteY181" fmla="*/ 66235 h 272932"/>
                    <a:gd name="connsiteX182" fmla="*/ 189568 w 227253"/>
                    <a:gd name="connsiteY182" fmla="*/ 62809 h 272932"/>
                    <a:gd name="connsiteX183" fmla="*/ 188426 w 227253"/>
                    <a:gd name="connsiteY183" fmla="*/ 62809 h 272932"/>
                    <a:gd name="connsiteX184" fmla="*/ 182716 w 227253"/>
                    <a:gd name="connsiteY184" fmla="*/ 58241 h 272932"/>
                    <a:gd name="connsiteX185" fmla="*/ 181574 w 227253"/>
                    <a:gd name="connsiteY185" fmla="*/ 58241 h 272932"/>
                    <a:gd name="connsiteX186" fmla="*/ 171296 w 227253"/>
                    <a:gd name="connsiteY186" fmla="*/ 52531 h 272932"/>
                    <a:gd name="connsiteX187" fmla="*/ 169013 w 227253"/>
                    <a:gd name="connsiteY187" fmla="*/ 52531 h 272932"/>
                    <a:gd name="connsiteX188" fmla="*/ 167871 w 227253"/>
                    <a:gd name="connsiteY188" fmla="*/ 51389 h 272932"/>
                    <a:gd name="connsiteX189" fmla="*/ 165587 w 227253"/>
                    <a:gd name="connsiteY189" fmla="*/ 51389 h 272932"/>
                    <a:gd name="connsiteX190" fmla="*/ 164445 w 227253"/>
                    <a:gd name="connsiteY190" fmla="*/ 50247 h 272932"/>
                    <a:gd name="connsiteX191" fmla="*/ 162161 w 227253"/>
                    <a:gd name="connsiteY191" fmla="*/ 50247 h 272932"/>
                    <a:gd name="connsiteX192" fmla="*/ 161019 w 227253"/>
                    <a:gd name="connsiteY192" fmla="*/ 49105 h 272932"/>
                    <a:gd name="connsiteX193" fmla="*/ 157593 w 227253"/>
                    <a:gd name="connsiteY193" fmla="*/ 49105 h 272932"/>
                    <a:gd name="connsiteX194" fmla="*/ 156451 w 227253"/>
                    <a:gd name="connsiteY194" fmla="*/ 47963 h 272932"/>
                    <a:gd name="connsiteX195" fmla="*/ 151883 w 227253"/>
                    <a:gd name="connsiteY195" fmla="*/ 47963 h 272932"/>
                    <a:gd name="connsiteX196" fmla="*/ 150741 w 227253"/>
                    <a:gd name="connsiteY196" fmla="*/ 46821 h 272932"/>
                    <a:gd name="connsiteX197" fmla="*/ 141605 w 227253"/>
                    <a:gd name="connsiteY197" fmla="*/ 46821 h 272932"/>
                    <a:gd name="connsiteX198" fmla="*/ 140463 w 227253"/>
                    <a:gd name="connsiteY198" fmla="*/ 45679 h 272932"/>
                    <a:gd name="connsiteX199" fmla="*/ 138179 w 227253"/>
                    <a:gd name="connsiteY199" fmla="*/ 45679 h 272932"/>
                    <a:gd name="connsiteX200" fmla="*/ 135895 w 227253"/>
                    <a:gd name="connsiteY200" fmla="*/ 43395 h 272932"/>
                    <a:gd name="connsiteX201" fmla="*/ 135895 w 227253"/>
                    <a:gd name="connsiteY201" fmla="*/ 0 h 272932"/>
                    <a:gd name="connsiteX202" fmla="*/ 123333 w 227253"/>
                    <a:gd name="connsiteY202" fmla="*/ 53673 h 272932"/>
                    <a:gd name="connsiteX203" fmla="*/ 122191 w 227253"/>
                    <a:gd name="connsiteY203" fmla="*/ 54815 h 272932"/>
                    <a:gd name="connsiteX204" fmla="*/ 117624 w 227253"/>
                    <a:gd name="connsiteY204" fmla="*/ 54815 h 272932"/>
                    <a:gd name="connsiteX205" fmla="*/ 116482 w 227253"/>
                    <a:gd name="connsiteY205" fmla="*/ 55957 h 272932"/>
                    <a:gd name="connsiteX206" fmla="*/ 113056 w 227253"/>
                    <a:gd name="connsiteY206" fmla="*/ 55957 h 272932"/>
                    <a:gd name="connsiteX207" fmla="*/ 111914 w 227253"/>
                    <a:gd name="connsiteY207" fmla="*/ 57099 h 272932"/>
                    <a:gd name="connsiteX208" fmla="*/ 109630 w 227253"/>
                    <a:gd name="connsiteY208" fmla="*/ 57099 h 272932"/>
                    <a:gd name="connsiteX209" fmla="*/ 108488 w 227253"/>
                    <a:gd name="connsiteY209" fmla="*/ 58241 h 272932"/>
                    <a:gd name="connsiteX210" fmla="*/ 106204 w 227253"/>
                    <a:gd name="connsiteY210" fmla="*/ 58241 h 272932"/>
                    <a:gd name="connsiteX211" fmla="*/ 105062 w 227253"/>
                    <a:gd name="connsiteY211" fmla="*/ 59383 h 272932"/>
                    <a:gd name="connsiteX212" fmla="*/ 103920 w 227253"/>
                    <a:gd name="connsiteY212" fmla="*/ 59383 h 272932"/>
                    <a:gd name="connsiteX213" fmla="*/ 102778 w 227253"/>
                    <a:gd name="connsiteY213" fmla="*/ 60525 h 272932"/>
                    <a:gd name="connsiteX214" fmla="*/ 101636 w 227253"/>
                    <a:gd name="connsiteY214" fmla="*/ 60525 h 272932"/>
                    <a:gd name="connsiteX215" fmla="*/ 100494 w 227253"/>
                    <a:gd name="connsiteY215" fmla="*/ 61667 h 272932"/>
                    <a:gd name="connsiteX216" fmla="*/ 99352 w 227253"/>
                    <a:gd name="connsiteY216" fmla="*/ 61667 h 272932"/>
                    <a:gd name="connsiteX217" fmla="*/ 98210 w 227253"/>
                    <a:gd name="connsiteY217" fmla="*/ 62809 h 272932"/>
                    <a:gd name="connsiteX218" fmla="*/ 97068 w 227253"/>
                    <a:gd name="connsiteY218" fmla="*/ 62809 h 272932"/>
                    <a:gd name="connsiteX219" fmla="*/ 95926 w 227253"/>
                    <a:gd name="connsiteY219" fmla="*/ 63951 h 272932"/>
                    <a:gd name="connsiteX220" fmla="*/ 94784 w 227253"/>
                    <a:gd name="connsiteY220" fmla="*/ 63951 h 272932"/>
                    <a:gd name="connsiteX221" fmla="*/ 92500 w 227253"/>
                    <a:gd name="connsiteY221" fmla="*/ 66235 h 272932"/>
                    <a:gd name="connsiteX222" fmla="*/ 91358 w 227253"/>
                    <a:gd name="connsiteY222" fmla="*/ 66235 h 272932"/>
                    <a:gd name="connsiteX223" fmla="*/ 89074 w 227253"/>
                    <a:gd name="connsiteY223" fmla="*/ 68519 h 272932"/>
                    <a:gd name="connsiteX224" fmla="*/ 87932 w 227253"/>
                    <a:gd name="connsiteY224" fmla="*/ 68519 h 272932"/>
                    <a:gd name="connsiteX225" fmla="*/ 84506 w 227253"/>
                    <a:gd name="connsiteY225" fmla="*/ 71945 h 272932"/>
                    <a:gd name="connsiteX226" fmla="*/ 83364 w 227253"/>
                    <a:gd name="connsiteY226" fmla="*/ 71945 h 272932"/>
                    <a:gd name="connsiteX227" fmla="*/ 71945 w 227253"/>
                    <a:gd name="connsiteY227" fmla="*/ 83364 h 272932"/>
                    <a:gd name="connsiteX228" fmla="*/ 71945 w 227253"/>
                    <a:gd name="connsiteY228" fmla="*/ 84506 h 272932"/>
                    <a:gd name="connsiteX229" fmla="*/ 68519 w 227253"/>
                    <a:gd name="connsiteY229" fmla="*/ 87932 h 272932"/>
                    <a:gd name="connsiteX230" fmla="*/ 68519 w 227253"/>
                    <a:gd name="connsiteY230" fmla="*/ 89074 h 272932"/>
                    <a:gd name="connsiteX231" fmla="*/ 66235 w 227253"/>
                    <a:gd name="connsiteY231" fmla="*/ 91358 h 272932"/>
                    <a:gd name="connsiteX232" fmla="*/ 66235 w 227253"/>
                    <a:gd name="connsiteY232" fmla="*/ 92500 h 272932"/>
                    <a:gd name="connsiteX233" fmla="*/ 63951 w 227253"/>
                    <a:gd name="connsiteY233" fmla="*/ 94784 h 272932"/>
                    <a:gd name="connsiteX234" fmla="*/ 63951 w 227253"/>
                    <a:gd name="connsiteY234" fmla="*/ 95926 h 272932"/>
                    <a:gd name="connsiteX235" fmla="*/ 62809 w 227253"/>
                    <a:gd name="connsiteY235" fmla="*/ 97068 h 272932"/>
                    <a:gd name="connsiteX236" fmla="*/ 62809 w 227253"/>
                    <a:gd name="connsiteY236" fmla="*/ 98210 h 272932"/>
                    <a:gd name="connsiteX237" fmla="*/ 61667 w 227253"/>
                    <a:gd name="connsiteY237" fmla="*/ 99352 h 272932"/>
                    <a:gd name="connsiteX238" fmla="*/ 61667 w 227253"/>
                    <a:gd name="connsiteY238" fmla="*/ 100494 h 272932"/>
                    <a:gd name="connsiteX239" fmla="*/ 60525 w 227253"/>
                    <a:gd name="connsiteY239" fmla="*/ 101636 h 272932"/>
                    <a:gd name="connsiteX240" fmla="*/ 60525 w 227253"/>
                    <a:gd name="connsiteY240" fmla="*/ 102778 h 272932"/>
                    <a:gd name="connsiteX241" fmla="*/ 59383 w 227253"/>
                    <a:gd name="connsiteY241" fmla="*/ 103920 h 272932"/>
                    <a:gd name="connsiteX242" fmla="*/ 59383 w 227253"/>
                    <a:gd name="connsiteY242" fmla="*/ 106204 h 272932"/>
                    <a:gd name="connsiteX243" fmla="*/ 58241 w 227253"/>
                    <a:gd name="connsiteY243" fmla="*/ 107346 h 272932"/>
                    <a:gd name="connsiteX244" fmla="*/ 58241 w 227253"/>
                    <a:gd name="connsiteY244" fmla="*/ 108488 h 272932"/>
                    <a:gd name="connsiteX245" fmla="*/ 57099 w 227253"/>
                    <a:gd name="connsiteY245" fmla="*/ 109630 h 272932"/>
                    <a:gd name="connsiteX246" fmla="*/ 57099 w 227253"/>
                    <a:gd name="connsiteY246" fmla="*/ 111914 h 272932"/>
                    <a:gd name="connsiteX247" fmla="*/ 55957 w 227253"/>
                    <a:gd name="connsiteY247" fmla="*/ 113056 h 272932"/>
                    <a:gd name="connsiteX248" fmla="*/ 55957 w 227253"/>
                    <a:gd name="connsiteY248" fmla="*/ 116482 h 272932"/>
                    <a:gd name="connsiteX249" fmla="*/ 54815 w 227253"/>
                    <a:gd name="connsiteY249" fmla="*/ 117624 h 272932"/>
                    <a:gd name="connsiteX250" fmla="*/ 54815 w 227253"/>
                    <a:gd name="connsiteY250" fmla="*/ 122191 h 272932"/>
                    <a:gd name="connsiteX251" fmla="*/ 53673 w 227253"/>
                    <a:gd name="connsiteY251" fmla="*/ 123333 h 272932"/>
                    <a:gd name="connsiteX252" fmla="*/ 53673 w 227253"/>
                    <a:gd name="connsiteY252" fmla="*/ 149599 h 272932"/>
                    <a:gd name="connsiteX253" fmla="*/ 54815 w 227253"/>
                    <a:gd name="connsiteY253" fmla="*/ 150741 h 272932"/>
                    <a:gd name="connsiteX254" fmla="*/ 54815 w 227253"/>
                    <a:gd name="connsiteY254" fmla="*/ 155309 h 272932"/>
                    <a:gd name="connsiteX255" fmla="*/ 55957 w 227253"/>
                    <a:gd name="connsiteY255" fmla="*/ 156451 h 272932"/>
                    <a:gd name="connsiteX256" fmla="*/ 55957 w 227253"/>
                    <a:gd name="connsiteY256" fmla="*/ 159877 h 272932"/>
                    <a:gd name="connsiteX257" fmla="*/ 57099 w 227253"/>
                    <a:gd name="connsiteY257" fmla="*/ 161019 h 272932"/>
                    <a:gd name="connsiteX258" fmla="*/ 57099 w 227253"/>
                    <a:gd name="connsiteY258" fmla="*/ 163303 h 272932"/>
                    <a:gd name="connsiteX259" fmla="*/ 58241 w 227253"/>
                    <a:gd name="connsiteY259" fmla="*/ 164445 h 272932"/>
                    <a:gd name="connsiteX260" fmla="*/ 58241 w 227253"/>
                    <a:gd name="connsiteY260" fmla="*/ 165587 h 272932"/>
                    <a:gd name="connsiteX261" fmla="*/ 59383 w 227253"/>
                    <a:gd name="connsiteY261" fmla="*/ 166729 h 272932"/>
                    <a:gd name="connsiteX262" fmla="*/ 59383 w 227253"/>
                    <a:gd name="connsiteY262" fmla="*/ 169013 h 272932"/>
                    <a:gd name="connsiteX263" fmla="*/ 60525 w 227253"/>
                    <a:gd name="connsiteY263" fmla="*/ 170155 h 272932"/>
                    <a:gd name="connsiteX264" fmla="*/ 60525 w 227253"/>
                    <a:gd name="connsiteY264" fmla="*/ 171296 h 272932"/>
                    <a:gd name="connsiteX265" fmla="*/ 61667 w 227253"/>
                    <a:gd name="connsiteY265" fmla="*/ 172438 h 272932"/>
                    <a:gd name="connsiteX266" fmla="*/ 61667 w 227253"/>
                    <a:gd name="connsiteY266" fmla="*/ 173580 h 272932"/>
                    <a:gd name="connsiteX267" fmla="*/ 62809 w 227253"/>
                    <a:gd name="connsiteY267" fmla="*/ 174722 h 272932"/>
                    <a:gd name="connsiteX268" fmla="*/ 62809 w 227253"/>
                    <a:gd name="connsiteY268" fmla="*/ 175864 h 272932"/>
                    <a:gd name="connsiteX269" fmla="*/ 63951 w 227253"/>
                    <a:gd name="connsiteY269" fmla="*/ 177006 h 272932"/>
                    <a:gd name="connsiteX270" fmla="*/ 63951 w 227253"/>
                    <a:gd name="connsiteY270" fmla="*/ 178148 h 272932"/>
                    <a:gd name="connsiteX271" fmla="*/ 66235 w 227253"/>
                    <a:gd name="connsiteY271" fmla="*/ 180432 h 272932"/>
                    <a:gd name="connsiteX272" fmla="*/ 66235 w 227253"/>
                    <a:gd name="connsiteY272" fmla="*/ 181574 h 272932"/>
                    <a:gd name="connsiteX273" fmla="*/ 68519 w 227253"/>
                    <a:gd name="connsiteY273" fmla="*/ 183858 h 272932"/>
                    <a:gd name="connsiteX274" fmla="*/ 68519 w 227253"/>
                    <a:gd name="connsiteY274" fmla="*/ 185000 h 272932"/>
                    <a:gd name="connsiteX275" fmla="*/ 71945 w 227253"/>
                    <a:gd name="connsiteY275" fmla="*/ 188426 h 272932"/>
                    <a:gd name="connsiteX276" fmla="*/ 71945 w 227253"/>
                    <a:gd name="connsiteY276" fmla="*/ 189568 h 272932"/>
                    <a:gd name="connsiteX277" fmla="*/ 83364 w 227253"/>
                    <a:gd name="connsiteY277" fmla="*/ 200988 h 272932"/>
                    <a:gd name="connsiteX278" fmla="*/ 84506 w 227253"/>
                    <a:gd name="connsiteY278" fmla="*/ 200988 h 272932"/>
                    <a:gd name="connsiteX279" fmla="*/ 87932 w 227253"/>
                    <a:gd name="connsiteY279" fmla="*/ 204414 h 272932"/>
                    <a:gd name="connsiteX280" fmla="*/ 89074 w 227253"/>
                    <a:gd name="connsiteY280" fmla="*/ 204414 h 272932"/>
                    <a:gd name="connsiteX281" fmla="*/ 91358 w 227253"/>
                    <a:gd name="connsiteY281" fmla="*/ 206698 h 272932"/>
                    <a:gd name="connsiteX282" fmla="*/ 92500 w 227253"/>
                    <a:gd name="connsiteY282" fmla="*/ 206698 h 272932"/>
                    <a:gd name="connsiteX283" fmla="*/ 94784 w 227253"/>
                    <a:gd name="connsiteY283" fmla="*/ 208982 h 272932"/>
                    <a:gd name="connsiteX284" fmla="*/ 95926 w 227253"/>
                    <a:gd name="connsiteY284" fmla="*/ 208982 h 272932"/>
                    <a:gd name="connsiteX285" fmla="*/ 97068 w 227253"/>
                    <a:gd name="connsiteY285" fmla="*/ 210124 h 272932"/>
                    <a:gd name="connsiteX286" fmla="*/ 98210 w 227253"/>
                    <a:gd name="connsiteY286" fmla="*/ 210124 h 272932"/>
                    <a:gd name="connsiteX287" fmla="*/ 99352 w 227253"/>
                    <a:gd name="connsiteY287" fmla="*/ 211266 h 272932"/>
                    <a:gd name="connsiteX288" fmla="*/ 100494 w 227253"/>
                    <a:gd name="connsiteY288" fmla="*/ 211266 h 272932"/>
                    <a:gd name="connsiteX289" fmla="*/ 101636 w 227253"/>
                    <a:gd name="connsiteY289" fmla="*/ 212408 h 272932"/>
                    <a:gd name="connsiteX290" fmla="*/ 102778 w 227253"/>
                    <a:gd name="connsiteY290" fmla="*/ 212408 h 272932"/>
                    <a:gd name="connsiteX291" fmla="*/ 103920 w 227253"/>
                    <a:gd name="connsiteY291" fmla="*/ 213550 h 272932"/>
                    <a:gd name="connsiteX292" fmla="*/ 106204 w 227253"/>
                    <a:gd name="connsiteY292" fmla="*/ 213550 h 272932"/>
                    <a:gd name="connsiteX293" fmla="*/ 107346 w 227253"/>
                    <a:gd name="connsiteY293" fmla="*/ 214692 h 272932"/>
                    <a:gd name="connsiteX294" fmla="*/ 108488 w 227253"/>
                    <a:gd name="connsiteY294" fmla="*/ 214692 h 272932"/>
                    <a:gd name="connsiteX295" fmla="*/ 109630 w 227253"/>
                    <a:gd name="connsiteY295" fmla="*/ 215834 h 272932"/>
                    <a:gd name="connsiteX296" fmla="*/ 111914 w 227253"/>
                    <a:gd name="connsiteY296" fmla="*/ 215834 h 272932"/>
                    <a:gd name="connsiteX297" fmla="*/ 113056 w 227253"/>
                    <a:gd name="connsiteY297" fmla="*/ 216976 h 272932"/>
                    <a:gd name="connsiteX298" fmla="*/ 116482 w 227253"/>
                    <a:gd name="connsiteY298" fmla="*/ 216976 h 272932"/>
                    <a:gd name="connsiteX299" fmla="*/ 117624 w 227253"/>
                    <a:gd name="connsiteY299" fmla="*/ 218118 h 272932"/>
                    <a:gd name="connsiteX300" fmla="*/ 122191 w 227253"/>
                    <a:gd name="connsiteY300" fmla="*/ 218118 h 272932"/>
                    <a:gd name="connsiteX301" fmla="*/ 123333 w 227253"/>
                    <a:gd name="connsiteY301" fmla="*/ 219260 h 272932"/>
                    <a:gd name="connsiteX302" fmla="*/ 149599 w 227253"/>
                    <a:gd name="connsiteY302" fmla="*/ 219260 h 272932"/>
                    <a:gd name="connsiteX303" fmla="*/ 150741 w 227253"/>
                    <a:gd name="connsiteY303" fmla="*/ 218118 h 272932"/>
                    <a:gd name="connsiteX304" fmla="*/ 155309 w 227253"/>
                    <a:gd name="connsiteY304" fmla="*/ 218118 h 272932"/>
                    <a:gd name="connsiteX305" fmla="*/ 156451 w 227253"/>
                    <a:gd name="connsiteY305" fmla="*/ 216976 h 272932"/>
                    <a:gd name="connsiteX306" fmla="*/ 158735 w 227253"/>
                    <a:gd name="connsiteY306" fmla="*/ 216976 h 272932"/>
                    <a:gd name="connsiteX307" fmla="*/ 159877 w 227253"/>
                    <a:gd name="connsiteY307" fmla="*/ 215834 h 272932"/>
                    <a:gd name="connsiteX308" fmla="*/ 163303 w 227253"/>
                    <a:gd name="connsiteY308" fmla="*/ 215834 h 272932"/>
                    <a:gd name="connsiteX309" fmla="*/ 164445 w 227253"/>
                    <a:gd name="connsiteY309" fmla="*/ 214692 h 272932"/>
                    <a:gd name="connsiteX310" fmla="*/ 165587 w 227253"/>
                    <a:gd name="connsiteY310" fmla="*/ 214692 h 272932"/>
                    <a:gd name="connsiteX311" fmla="*/ 166729 w 227253"/>
                    <a:gd name="connsiteY311" fmla="*/ 213550 h 272932"/>
                    <a:gd name="connsiteX312" fmla="*/ 169013 w 227253"/>
                    <a:gd name="connsiteY312" fmla="*/ 213550 h 272932"/>
                    <a:gd name="connsiteX313" fmla="*/ 170155 w 227253"/>
                    <a:gd name="connsiteY313" fmla="*/ 212408 h 272932"/>
                    <a:gd name="connsiteX314" fmla="*/ 171296 w 227253"/>
                    <a:gd name="connsiteY314" fmla="*/ 212408 h 272932"/>
                    <a:gd name="connsiteX315" fmla="*/ 172438 w 227253"/>
                    <a:gd name="connsiteY315" fmla="*/ 211266 h 272932"/>
                    <a:gd name="connsiteX316" fmla="*/ 173580 w 227253"/>
                    <a:gd name="connsiteY316" fmla="*/ 211266 h 272932"/>
                    <a:gd name="connsiteX317" fmla="*/ 174722 w 227253"/>
                    <a:gd name="connsiteY317" fmla="*/ 210124 h 272932"/>
                    <a:gd name="connsiteX318" fmla="*/ 175864 w 227253"/>
                    <a:gd name="connsiteY318" fmla="*/ 210124 h 272932"/>
                    <a:gd name="connsiteX319" fmla="*/ 177006 w 227253"/>
                    <a:gd name="connsiteY319" fmla="*/ 208982 h 272932"/>
                    <a:gd name="connsiteX320" fmla="*/ 178148 w 227253"/>
                    <a:gd name="connsiteY320" fmla="*/ 208982 h 272932"/>
                    <a:gd name="connsiteX321" fmla="*/ 180432 w 227253"/>
                    <a:gd name="connsiteY321" fmla="*/ 206698 h 272932"/>
                    <a:gd name="connsiteX322" fmla="*/ 181574 w 227253"/>
                    <a:gd name="connsiteY322" fmla="*/ 206698 h 272932"/>
                    <a:gd name="connsiteX323" fmla="*/ 183858 w 227253"/>
                    <a:gd name="connsiteY323" fmla="*/ 204414 h 272932"/>
                    <a:gd name="connsiteX324" fmla="*/ 185000 w 227253"/>
                    <a:gd name="connsiteY324" fmla="*/ 204414 h 272932"/>
                    <a:gd name="connsiteX325" fmla="*/ 188426 w 227253"/>
                    <a:gd name="connsiteY325" fmla="*/ 200988 h 272932"/>
                    <a:gd name="connsiteX326" fmla="*/ 189568 w 227253"/>
                    <a:gd name="connsiteY326" fmla="*/ 200988 h 272932"/>
                    <a:gd name="connsiteX327" fmla="*/ 200988 w 227253"/>
                    <a:gd name="connsiteY327" fmla="*/ 189568 h 272932"/>
                    <a:gd name="connsiteX328" fmla="*/ 200988 w 227253"/>
                    <a:gd name="connsiteY328" fmla="*/ 188426 h 272932"/>
                    <a:gd name="connsiteX329" fmla="*/ 204414 w 227253"/>
                    <a:gd name="connsiteY329" fmla="*/ 185000 h 272932"/>
                    <a:gd name="connsiteX330" fmla="*/ 204414 w 227253"/>
                    <a:gd name="connsiteY330" fmla="*/ 183858 h 272932"/>
                    <a:gd name="connsiteX331" fmla="*/ 206698 w 227253"/>
                    <a:gd name="connsiteY331" fmla="*/ 181574 h 272932"/>
                    <a:gd name="connsiteX332" fmla="*/ 206698 w 227253"/>
                    <a:gd name="connsiteY332" fmla="*/ 180432 h 272932"/>
                    <a:gd name="connsiteX333" fmla="*/ 208982 w 227253"/>
                    <a:gd name="connsiteY333" fmla="*/ 178148 h 272932"/>
                    <a:gd name="connsiteX334" fmla="*/ 208982 w 227253"/>
                    <a:gd name="connsiteY334" fmla="*/ 177006 h 272932"/>
                    <a:gd name="connsiteX335" fmla="*/ 210124 w 227253"/>
                    <a:gd name="connsiteY335" fmla="*/ 175864 h 272932"/>
                    <a:gd name="connsiteX336" fmla="*/ 210124 w 227253"/>
                    <a:gd name="connsiteY336" fmla="*/ 174722 h 272932"/>
                    <a:gd name="connsiteX337" fmla="*/ 211266 w 227253"/>
                    <a:gd name="connsiteY337" fmla="*/ 173580 h 272932"/>
                    <a:gd name="connsiteX338" fmla="*/ 211266 w 227253"/>
                    <a:gd name="connsiteY338" fmla="*/ 172438 h 272932"/>
                    <a:gd name="connsiteX339" fmla="*/ 212408 w 227253"/>
                    <a:gd name="connsiteY339" fmla="*/ 171296 h 272932"/>
                    <a:gd name="connsiteX340" fmla="*/ 212408 w 227253"/>
                    <a:gd name="connsiteY340" fmla="*/ 170155 h 272932"/>
                    <a:gd name="connsiteX341" fmla="*/ 213550 w 227253"/>
                    <a:gd name="connsiteY341" fmla="*/ 169013 h 272932"/>
                    <a:gd name="connsiteX342" fmla="*/ 213550 w 227253"/>
                    <a:gd name="connsiteY342" fmla="*/ 166729 h 272932"/>
                    <a:gd name="connsiteX343" fmla="*/ 214692 w 227253"/>
                    <a:gd name="connsiteY343" fmla="*/ 165587 h 272932"/>
                    <a:gd name="connsiteX344" fmla="*/ 214692 w 227253"/>
                    <a:gd name="connsiteY344" fmla="*/ 164445 h 272932"/>
                    <a:gd name="connsiteX345" fmla="*/ 215834 w 227253"/>
                    <a:gd name="connsiteY345" fmla="*/ 163303 h 272932"/>
                    <a:gd name="connsiteX346" fmla="*/ 215834 w 227253"/>
                    <a:gd name="connsiteY346" fmla="*/ 161019 h 272932"/>
                    <a:gd name="connsiteX347" fmla="*/ 216976 w 227253"/>
                    <a:gd name="connsiteY347" fmla="*/ 159877 h 272932"/>
                    <a:gd name="connsiteX348" fmla="*/ 216976 w 227253"/>
                    <a:gd name="connsiteY348" fmla="*/ 156451 h 272932"/>
                    <a:gd name="connsiteX349" fmla="*/ 218118 w 227253"/>
                    <a:gd name="connsiteY349" fmla="*/ 155309 h 272932"/>
                    <a:gd name="connsiteX350" fmla="*/ 218118 w 227253"/>
                    <a:gd name="connsiteY350" fmla="*/ 150741 h 272932"/>
                    <a:gd name="connsiteX351" fmla="*/ 219260 w 227253"/>
                    <a:gd name="connsiteY351" fmla="*/ 149599 h 272932"/>
                    <a:gd name="connsiteX352" fmla="*/ 219260 w 227253"/>
                    <a:gd name="connsiteY352" fmla="*/ 123333 h 272932"/>
                    <a:gd name="connsiteX353" fmla="*/ 218118 w 227253"/>
                    <a:gd name="connsiteY353" fmla="*/ 122191 h 272932"/>
                    <a:gd name="connsiteX354" fmla="*/ 218118 w 227253"/>
                    <a:gd name="connsiteY354" fmla="*/ 117624 h 272932"/>
                    <a:gd name="connsiteX355" fmla="*/ 216976 w 227253"/>
                    <a:gd name="connsiteY355" fmla="*/ 116482 h 272932"/>
                    <a:gd name="connsiteX356" fmla="*/ 216976 w 227253"/>
                    <a:gd name="connsiteY356" fmla="*/ 113056 h 272932"/>
                    <a:gd name="connsiteX357" fmla="*/ 215834 w 227253"/>
                    <a:gd name="connsiteY357" fmla="*/ 111914 h 272932"/>
                    <a:gd name="connsiteX358" fmla="*/ 215834 w 227253"/>
                    <a:gd name="connsiteY358" fmla="*/ 109630 h 272932"/>
                    <a:gd name="connsiteX359" fmla="*/ 214692 w 227253"/>
                    <a:gd name="connsiteY359" fmla="*/ 108488 h 272932"/>
                    <a:gd name="connsiteX360" fmla="*/ 214692 w 227253"/>
                    <a:gd name="connsiteY360" fmla="*/ 107346 h 272932"/>
                    <a:gd name="connsiteX361" fmla="*/ 213550 w 227253"/>
                    <a:gd name="connsiteY361" fmla="*/ 106204 h 272932"/>
                    <a:gd name="connsiteX362" fmla="*/ 213550 w 227253"/>
                    <a:gd name="connsiteY362" fmla="*/ 103920 h 272932"/>
                    <a:gd name="connsiteX363" fmla="*/ 212408 w 227253"/>
                    <a:gd name="connsiteY363" fmla="*/ 102778 h 272932"/>
                    <a:gd name="connsiteX364" fmla="*/ 212408 w 227253"/>
                    <a:gd name="connsiteY364" fmla="*/ 101636 h 272932"/>
                    <a:gd name="connsiteX365" fmla="*/ 211266 w 227253"/>
                    <a:gd name="connsiteY365" fmla="*/ 100494 h 272932"/>
                    <a:gd name="connsiteX366" fmla="*/ 211266 w 227253"/>
                    <a:gd name="connsiteY366" fmla="*/ 99352 h 272932"/>
                    <a:gd name="connsiteX367" fmla="*/ 210124 w 227253"/>
                    <a:gd name="connsiteY367" fmla="*/ 98210 h 272932"/>
                    <a:gd name="connsiteX368" fmla="*/ 210124 w 227253"/>
                    <a:gd name="connsiteY368" fmla="*/ 97068 h 272932"/>
                    <a:gd name="connsiteX369" fmla="*/ 208982 w 227253"/>
                    <a:gd name="connsiteY369" fmla="*/ 95926 h 272932"/>
                    <a:gd name="connsiteX370" fmla="*/ 208982 w 227253"/>
                    <a:gd name="connsiteY370" fmla="*/ 94784 h 272932"/>
                    <a:gd name="connsiteX371" fmla="*/ 206698 w 227253"/>
                    <a:gd name="connsiteY371" fmla="*/ 92500 h 272932"/>
                    <a:gd name="connsiteX372" fmla="*/ 206698 w 227253"/>
                    <a:gd name="connsiteY372" fmla="*/ 91358 h 272932"/>
                    <a:gd name="connsiteX373" fmla="*/ 204414 w 227253"/>
                    <a:gd name="connsiteY373" fmla="*/ 89074 h 272932"/>
                    <a:gd name="connsiteX374" fmla="*/ 204414 w 227253"/>
                    <a:gd name="connsiteY374" fmla="*/ 87932 h 272932"/>
                    <a:gd name="connsiteX375" fmla="*/ 200988 w 227253"/>
                    <a:gd name="connsiteY375" fmla="*/ 84506 h 272932"/>
                    <a:gd name="connsiteX376" fmla="*/ 200988 w 227253"/>
                    <a:gd name="connsiteY376" fmla="*/ 83364 h 272932"/>
                    <a:gd name="connsiteX377" fmla="*/ 189568 w 227253"/>
                    <a:gd name="connsiteY377" fmla="*/ 71945 h 272932"/>
                    <a:gd name="connsiteX378" fmla="*/ 188426 w 227253"/>
                    <a:gd name="connsiteY378" fmla="*/ 71945 h 272932"/>
                    <a:gd name="connsiteX379" fmla="*/ 185000 w 227253"/>
                    <a:gd name="connsiteY379" fmla="*/ 68519 h 272932"/>
                    <a:gd name="connsiteX380" fmla="*/ 183858 w 227253"/>
                    <a:gd name="connsiteY380" fmla="*/ 68519 h 272932"/>
                    <a:gd name="connsiteX381" fmla="*/ 181574 w 227253"/>
                    <a:gd name="connsiteY381" fmla="*/ 66235 h 272932"/>
                    <a:gd name="connsiteX382" fmla="*/ 180432 w 227253"/>
                    <a:gd name="connsiteY382" fmla="*/ 66235 h 272932"/>
                    <a:gd name="connsiteX383" fmla="*/ 178148 w 227253"/>
                    <a:gd name="connsiteY383" fmla="*/ 63951 h 272932"/>
                    <a:gd name="connsiteX384" fmla="*/ 177006 w 227253"/>
                    <a:gd name="connsiteY384" fmla="*/ 63951 h 272932"/>
                    <a:gd name="connsiteX385" fmla="*/ 175864 w 227253"/>
                    <a:gd name="connsiteY385" fmla="*/ 62809 h 272932"/>
                    <a:gd name="connsiteX386" fmla="*/ 174722 w 227253"/>
                    <a:gd name="connsiteY386" fmla="*/ 62809 h 272932"/>
                    <a:gd name="connsiteX387" fmla="*/ 173580 w 227253"/>
                    <a:gd name="connsiteY387" fmla="*/ 61667 h 272932"/>
                    <a:gd name="connsiteX388" fmla="*/ 172438 w 227253"/>
                    <a:gd name="connsiteY388" fmla="*/ 61667 h 272932"/>
                    <a:gd name="connsiteX389" fmla="*/ 171296 w 227253"/>
                    <a:gd name="connsiteY389" fmla="*/ 60525 h 272932"/>
                    <a:gd name="connsiteX390" fmla="*/ 170155 w 227253"/>
                    <a:gd name="connsiteY390" fmla="*/ 60525 h 272932"/>
                    <a:gd name="connsiteX391" fmla="*/ 169013 w 227253"/>
                    <a:gd name="connsiteY391" fmla="*/ 59383 h 272932"/>
                    <a:gd name="connsiteX392" fmla="*/ 166729 w 227253"/>
                    <a:gd name="connsiteY392" fmla="*/ 59383 h 272932"/>
                    <a:gd name="connsiteX393" fmla="*/ 165587 w 227253"/>
                    <a:gd name="connsiteY393" fmla="*/ 58241 h 272932"/>
                    <a:gd name="connsiteX394" fmla="*/ 164445 w 227253"/>
                    <a:gd name="connsiteY394" fmla="*/ 58241 h 272932"/>
                    <a:gd name="connsiteX395" fmla="*/ 163303 w 227253"/>
                    <a:gd name="connsiteY395" fmla="*/ 57099 h 272932"/>
                    <a:gd name="connsiteX396" fmla="*/ 161019 w 227253"/>
                    <a:gd name="connsiteY396" fmla="*/ 57099 h 272932"/>
                    <a:gd name="connsiteX397" fmla="*/ 159877 w 227253"/>
                    <a:gd name="connsiteY397" fmla="*/ 55957 h 272932"/>
                    <a:gd name="connsiteX398" fmla="*/ 156451 w 227253"/>
                    <a:gd name="connsiteY398" fmla="*/ 55957 h 272932"/>
                    <a:gd name="connsiteX399" fmla="*/ 155309 w 227253"/>
                    <a:gd name="connsiteY399" fmla="*/ 54815 h 272932"/>
                    <a:gd name="connsiteX400" fmla="*/ 150741 w 227253"/>
                    <a:gd name="connsiteY400" fmla="*/ 54815 h 272932"/>
                    <a:gd name="connsiteX401" fmla="*/ 149599 w 227253"/>
                    <a:gd name="connsiteY401" fmla="*/ 53673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</a:cxnLst>
                  <a:rect l="l" t="t" r="r" b="b"/>
                  <a:pathLst>
                    <a:path w="227253" h="272932">
                      <a:moveTo>
                        <a:pt x="117624" y="0"/>
                      </a:moveTo>
                      <a:lnTo>
                        <a:pt x="117624" y="7994"/>
                      </a:lnTo>
                      <a:lnTo>
                        <a:pt x="116482" y="9136"/>
                      </a:lnTo>
                      <a:lnTo>
                        <a:pt x="116482" y="18272"/>
                      </a:lnTo>
                      <a:lnTo>
                        <a:pt x="115340" y="19414"/>
                      </a:lnTo>
                      <a:lnTo>
                        <a:pt x="115340" y="27407"/>
                      </a:lnTo>
                      <a:lnTo>
                        <a:pt x="114198" y="28549"/>
                      </a:lnTo>
                      <a:lnTo>
                        <a:pt x="114198" y="34259"/>
                      </a:lnTo>
                      <a:lnTo>
                        <a:pt x="113056" y="35401"/>
                      </a:lnTo>
                      <a:lnTo>
                        <a:pt x="113056" y="36543"/>
                      </a:lnTo>
                      <a:lnTo>
                        <a:pt x="108488" y="41111"/>
                      </a:lnTo>
                      <a:lnTo>
                        <a:pt x="107346" y="41111"/>
                      </a:lnTo>
                      <a:lnTo>
                        <a:pt x="106204" y="42253"/>
                      </a:lnTo>
                      <a:lnTo>
                        <a:pt x="103920" y="42253"/>
                      </a:lnTo>
                      <a:lnTo>
                        <a:pt x="102778" y="43395"/>
                      </a:lnTo>
                      <a:lnTo>
                        <a:pt x="100494" y="43395"/>
                      </a:lnTo>
                      <a:lnTo>
                        <a:pt x="90216" y="49105"/>
                      </a:lnTo>
                      <a:lnTo>
                        <a:pt x="86790" y="49105"/>
                      </a:lnTo>
                      <a:lnTo>
                        <a:pt x="85648" y="50247"/>
                      </a:lnTo>
                      <a:lnTo>
                        <a:pt x="84506" y="49105"/>
                      </a:lnTo>
                      <a:lnTo>
                        <a:pt x="81080" y="49105"/>
                      </a:lnTo>
                      <a:lnTo>
                        <a:pt x="78796" y="46821"/>
                      </a:lnTo>
                      <a:lnTo>
                        <a:pt x="77654" y="46821"/>
                      </a:lnTo>
                      <a:lnTo>
                        <a:pt x="73087" y="42253"/>
                      </a:lnTo>
                      <a:lnTo>
                        <a:pt x="71945" y="42253"/>
                      </a:lnTo>
                      <a:lnTo>
                        <a:pt x="68519" y="38827"/>
                      </a:lnTo>
                      <a:lnTo>
                        <a:pt x="67377" y="38827"/>
                      </a:lnTo>
                      <a:lnTo>
                        <a:pt x="62809" y="34259"/>
                      </a:lnTo>
                      <a:lnTo>
                        <a:pt x="61667" y="34259"/>
                      </a:lnTo>
                      <a:lnTo>
                        <a:pt x="53673" y="27407"/>
                      </a:lnTo>
                      <a:lnTo>
                        <a:pt x="27407" y="53673"/>
                      </a:lnTo>
                      <a:lnTo>
                        <a:pt x="30833" y="57099"/>
                      </a:lnTo>
                      <a:lnTo>
                        <a:pt x="30833" y="58241"/>
                      </a:lnTo>
                      <a:lnTo>
                        <a:pt x="34259" y="61667"/>
                      </a:lnTo>
                      <a:lnTo>
                        <a:pt x="34259" y="62809"/>
                      </a:lnTo>
                      <a:lnTo>
                        <a:pt x="38827" y="67377"/>
                      </a:lnTo>
                      <a:lnTo>
                        <a:pt x="38827" y="68519"/>
                      </a:lnTo>
                      <a:lnTo>
                        <a:pt x="49105" y="81080"/>
                      </a:lnTo>
                      <a:lnTo>
                        <a:pt x="49105" y="89074"/>
                      </a:lnTo>
                      <a:lnTo>
                        <a:pt x="47963" y="90216"/>
                      </a:lnTo>
                      <a:lnTo>
                        <a:pt x="47963" y="91358"/>
                      </a:lnTo>
                      <a:lnTo>
                        <a:pt x="46821" y="92500"/>
                      </a:lnTo>
                      <a:lnTo>
                        <a:pt x="46821" y="94784"/>
                      </a:lnTo>
                      <a:lnTo>
                        <a:pt x="43395" y="100494"/>
                      </a:lnTo>
                      <a:lnTo>
                        <a:pt x="43395" y="102778"/>
                      </a:lnTo>
                      <a:lnTo>
                        <a:pt x="42253" y="103920"/>
                      </a:lnTo>
                      <a:lnTo>
                        <a:pt x="42253" y="106204"/>
                      </a:lnTo>
                      <a:lnTo>
                        <a:pt x="41111" y="107346"/>
                      </a:lnTo>
                      <a:lnTo>
                        <a:pt x="41111" y="108488"/>
                      </a:lnTo>
                      <a:lnTo>
                        <a:pt x="36543" y="113056"/>
                      </a:lnTo>
                      <a:lnTo>
                        <a:pt x="35401" y="113056"/>
                      </a:lnTo>
                      <a:lnTo>
                        <a:pt x="34259" y="114198"/>
                      </a:lnTo>
                      <a:lnTo>
                        <a:pt x="27407" y="114198"/>
                      </a:lnTo>
                      <a:lnTo>
                        <a:pt x="26265" y="115340"/>
                      </a:lnTo>
                      <a:lnTo>
                        <a:pt x="18272" y="115340"/>
                      </a:lnTo>
                      <a:lnTo>
                        <a:pt x="17130" y="116482"/>
                      </a:lnTo>
                      <a:lnTo>
                        <a:pt x="9136" y="116482"/>
                      </a:lnTo>
                      <a:lnTo>
                        <a:pt x="7994" y="117624"/>
                      </a:lnTo>
                      <a:lnTo>
                        <a:pt x="0" y="117624"/>
                      </a:lnTo>
                      <a:lnTo>
                        <a:pt x="0" y="155309"/>
                      </a:lnTo>
                      <a:lnTo>
                        <a:pt x="9136" y="155309"/>
                      </a:lnTo>
                      <a:lnTo>
                        <a:pt x="10278" y="156451"/>
                      </a:lnTo>
                      <a:lnTo>
                        <a:pt x="18272" y="156451"/>
                      </a:lnTo>
                      <a:lnTo>
                        <a:pt x="19414" y="157593"/>
                      </a:lnTo>
                      <a:lnTo>
                        <a:pt x="27407" y="157593"/>
                      </a:lnTo>
                      <a:lnTo>
                        <a:pt x="28549" y="158735"/>
                      </a:lnTo>
                      <a:lnTo>
                        <a:pt x="34259" y="158735"/>
                      </a:lnTo>
                      <a:lnTo>
                        <a:pt x="35401" y="159877"/>
                      </a:lnTo>
                      <a:lnTo>
                        <a:pt x="36543" y="159877"/>
                      </a:lnTo>
                      <a:lnTo>
                        <a:pt x="41111" y="164445"/>
                      </a:lnTo>
                      <a:lnTo>
                        <a:pt x="41111" y="165587"/>
                      </a:lnTo>
                      <a:lnTo>
                        <a:pt x="42253" y="166729"/>
                      </a:lnTo>
                      <a:lnTo>
                        <a:pt x="42253" y="169013"/>
                      </a:lnTo>
                      <a:lnTo>
                        <a:pt x="43395" y="170155"/>
                      </a:lnTo>
                      <a:lnTo>
                        <a:pt x="43395" y="172438"/>
                      </a:lnTo>
                      <a:lnTo>
                        <a:pt x="49105" y="182716"/>
                      </a:lnTo>
                      <a:lnTo>
                        <a:pt x="49105" y="186142"/>
                      </a:lnTo>
                      <a:lnTo>
                        <a:pt x="50247" y="187284"/>
                      </a:lnTo>
                      <a:lnTo>
                        <a:pt x="49105" y="188426"/>
                      </a:lnTo>
                      <a:lnTo>
                        <a:pt x="49105" y="191852"/>
                      </a:lnTo>
                      <a:lnTo>
                        <a:pt x="46821" y="194136"/>
                      </a:lnTo>
                      <a:lnTo>
                        <a:pt x="46821" y="195278"/>
                      </a:lnTo>
                      <a:lnTo>
                        <a:pt x="42253" y="199846"/>
                      </a:lnTo>
                      <a:lnTo>
                        <a:pt x="42253" y="200988"/>
                      </a:lnTo>
                      <a:lnTo>
                        <a:pt x="38827" y="204414"/>
                      </a:lnTo>
                      <a:lnTo>
                        <a:pt x="38827" y="205556"/>
                      </a:lnTo>
                      <a:lnTo>
                        <a:pt x="34259" y="210124"/>
                      </a:lnTo>
                      <a:lnTo>
                        <a:pt x="34259" y="211266"/>
                      </a:lnTo>
                      <a:lnTo>
                        <a:pt x="27407" y="219260"/>
                      </a:lnTo>
                      <a:lnTo>
                        <a:pt x="53673" y="245525"/>
                      </a:lnTo>
                      <a:lnTo>
                        <a:pt x="57099" y="242099"/>
                      </a:lnTo>
                      <a:lnTo>
                        <a:pt x="58241" y="242099"/>
                      </a:lnTo>
                      <a:lnTo>
                        <a:pt x="61667" y="238673"/>
                      </a:lnTo>
                      <a:lnTo>
                        <a:pt x="62809" y="238673"/>
                      </a:lnTo>
                      <a:lnTo>
                        <a:pt x="66235" y="235247"/>
                      </a:lnTo>
                      <a:lnTo>
                        <a:pt x="67377" y="235247"/>
                      </a:lnTo>
                      <a:lnTo>
                        <a:pt x="71945" y="230679"/>
                      </a:lnTo>
                      <a:lnTo>
                        <a:pt x="73087" y="230679"/>
                      </a:lnTo>
                      <a:lnTo>
                        <a:pt x="81080" y="223827"/>
                      </a:lnTo>
                      <a:lnTo>
                        <a:pt x="89074" y="223827"/>
                      </a:lnTo>
                      <a:lnTo>
                        <a:pt x="90216" y="224969"/>
                      </a:lnTo>
                      <a:lnTo>
                        <a:pt x="91358" y="224969"/>
                      </a:lnTo>
                      <a:lnTo>
                        <a:pt x="92500" y="226111"/>
                      </a:lnTo>
                      <a:lnTo>
                        <a:pt x="94784" y="226111"/>
                      </a:lnTo>
                      <a:lnTo>
                        <a:pt x="100494" y="229537"/>
                      </a:lnTo>
                      <a:lnTo>
                        <a:pt x="102778" y="229537"/>
                      </a:lnTo>
                      <a:lnTo>
                        <a:pt x="103920" y="230679"/>
                      </a:lnTo>
                      <a:lnTo>
                        <a:pt x="106204" y="230679"/>
                      </a:lnTo>
                      <a:lnTo>
                        <a:pt x="107346" y="231821"/>
                      </a:lnTo>
                      <a:lnTo>
                        <a:pt x="108488" y="231821"/>
                      </a:lnTo>
                      <a:lnTo>
                        <a:pt x="113056" y="236389"/>
                      </a:lnTo>
                      <a:lnTo>
                        <a:pt x="113056" y="237531"/>
                      </a:lnTo>
                      <a:lnTo>
                        <a:pt x="114198" y="238673"/>
                      </a:lnTo>
                      <a:lnTo>
                        <a:pt x="114198" y="245525"/>
                      </a:lnTo>
                      <a:lnTo>
                        <a:pt x="115340" y="246667"/>
                      </a:lnTo>
                      <a:lnTo>
                        <a:pt x="115340" y="254661"/>
                      </a:lnTo>
                      <a:lnTo>
                        <a:pt x="116482" y="255803"/>
                      </a:lnTo>
                      <a:lnTo>
                        <a:pt x="116482" y="263797"/>
                      </a:lnTo>
                      <a:lnTo>
                        <a:pt x="117624" y="264939"/>
                      </a:lnTo>
                      <a:lnTo>
                        <a:pt x="117624" y="272932"/>
                      </a:lnTo>
                      <a:lnTo>
                        <a:pt x="135895" y="272932"/>
                      </a:lnTo>
                      <a:lnTo>
                        <a:pt x="135895" y="229537"/>
                      </a:lnTo>
                      <a:lnTo>
                        <a:pt x="138179" y="227253"/>
                      </a:lnTo>
                      <a:lnTo>
                        <a:pt x="140463" y="227253"/>
                      </a:lnTo>
                      <a:lnTo>
                        <a:pt x="141605" y="226111"/>
                      </a:lnTo>
                      <a:lnTo>
                        <a:pt x="150741" y="226111"/>
                      </a:lnTo>
                      <a:lnTo>
                        <a:pt x="151883" y="224969"/>
                      </a:lnTo>
                      <a:lnTo>
                        <a:pt x="156451" y="224969"/>
                      </a:lnTo>
                      <a:lnTo>
                        <a:pt x="157593" y="223827"/>
                      </a:lnTo>
                      <a:lnTo>
                        <a:pt x="161019" y="223827"/>
                      </a:lnTo>
                      <a:lnTo>
                        <a:pt x="162161" y="222685"/>
                      </a:lnTo>
                      <a:lnTo>
                        <a:pt x="164445" y="222685"/>
                      </a:lnTo>
                      <a:lnTo>
                        <a:pt x="165587" y="221543"/>
                      </a:lnTo>
                      <a:lnTo>
                        <a:pt x="171296" y="220401"/>
                      </a:lnTo>
                      <a:lnTo>
                        <a:pt x="172438" y="219260"/>
                      </a:lnTo>
                      <a:lnTo>
                        <a:pt x="182716" y="214692"/>
                      </a:lnTo>
                      <a:lnTo>
                        <a:pt x="185000" y="212408"/>
                      </a:lnTo>
                      <a:lnTo>
                        <a:pt x="186142" y="212408"/>
                      </a:lnTo>
                      <a:lnTo>
                        <a:pt x="188426" y="210124"/>
                      </a:lnTo>
                      <a:lnTo>
                        <a:pt x="189568" y="210124"/>
                      </a:lnTo>
                      <a:lnTo>
                        <a:pt x="192994" y="206698"/>
                      </a:lnTo>
                      <a:lnTo>
                        <a:pt x="194136" y="206698"/>
                      </a:lnTo>
                      <a:lnTo>
                        <a:pt x="206698" y="194136"/>
                      </a:lnTo>
                      <a:lnTo>
                        <a:pt x="206698" y="192994"/>
                      </a:lnTo>
                      <a:lnTo>
                        <a:pt x="210124" y="189568"/>
                      </a:lnTo>
                      <a:lnTo>
                        <a:pt x="210124" y="188426"/>
                      </a:lnTo>
                      <a:lnTo>
                        <a:pt x="214692" y="182716"/>
                      </a:lnTo>
                      <a:lnTo>
                        <a:pt x="214692" y="181574"/>
                      </a:lnTo>
                      <a:lnTo>
                        <a:pt x="220401" y="171296"/>
                      </a:lnTo>
                      <a:lnTo>
                        <a:pt x="220401" y="169013"/>
                      </a:lnTo>
                      <a:lnTo>
                        <a:pt x="221543" y="167871"/>
                      </a:lnTo>
                      <a:lnTo>
                        <a:pt x="221543" y="165587"/>
                      </a:lnTo>
                      <a:lnTo>
                        <a:pt x="222685" y="164445"/>
                      </a:lnTo>
                      <a:lnTo>
                        <a:pt x="222685" y="162161"/>
                      </a:lnTo>
                      <a:lnTo>
                        <a:pt x="223827" y="161019"/>
                      </a:lnTo>
                      <a:lnTo>
                        <a:pt x="223827" y="157593"/>
                      </a:lnTo>
                      <a:lnTo>
                        <a:pt x="224969" y="156451"/>
                      </a:lnTo>
                      <a:lnTo>
                        <a:pt x="224969" y="151883"/>
                      </a:lnTo>
                      <a:lnTo>
                        <a:pt x="226111" y="150741"/>
                      </a:lnTo>
                      <a:lnTo>
                        <a:pt x="226111" y="141605"/>
                      </a:lnTo>
                      <a:lnTo>
                        <a:pt x="227253" y="140463"/>
                      </a:lnTo>
                      <a:lnTo>
                        <a:pt x="227253" y="132469"/>
                      </a:lnTo>
                      <a:lnTo>
                        <a:pt x="226111" y="131327"/>
                      </a:lnTo>
                      <a:lnTo>
                        <a:pt x="226111" y="122191"/>
                      </a:lnTo>
                      <a:lnTo>
                        <a:pt x="224969" y="121050"/>
                      </a:lnTo>
                      <a:lnTo>
                        <a:pt x="224969" y="116482"/>
                      </a:lnTo>
                      <a:lnTo>
                        <a:pt x="223827" y="115340"/>
                      </a:lnTo>
                      <a:lnTo>
                        <a:pt x="223827" y="111914"/>
                      </a:lnTo>
                      <a:lnTo>
                        <a:pt x="222685" y="110772"/>
                      </a:lnTo>
                      <a:lnTo>
                        <a:pt x="222685" y="108488"/>
                      </a:lnTo>
                      <a:lnTo>
                        <a:pt x="221543" y="107346"/>
                      </a:lnTo>
                      <a:lnTo>
                        <a:pt x="220401" y="101636"/>
                      </a:lnTo>
                      <a:lnTo>
                        <a:pt x="219260" y="100494"/>
                      </a:lnTo>
                      <a:lnTo>
                        <a:pt x="214692" y="90216"/>
                      </a:lnTo>
                      <a:lnTo>
                        <a:pt x="212408" y="87932"/>
                      </a:lnTo>
                      <a:lnTo>
                        <a:pt x="212408" y="86790"/>
                      </a:lnTo>
                      <a:lnTo>
                        <a:pt x="210124" y="84506"/>
                      </a:lnTo>
                      <a:lnTo>
                        <a:pt x="210124" y="83364"/>
                      </a:lnTo>
                      <a:lnTo>
                        <a:pt x="206698" y="79938"/>
                      </a:lnTo>
                      <a:lnTo>
                        <a:pt x="206698" y="78796"/>
                      </a:lnTo>
                      <a:lnTo>
                        <a:pt x="194136" y="66235"/>
                      </a:lnTo>
                      <a:lnTo>
                        <a:pt x="192994" y="66235"/>
                      </a:lnTo>
                      <a:lnTo>
                        <a:pt x="189568" y="62809"/>
                      </a:lnTo>
                      <a:lnTo>
                        <a:pt x="188426" y="62809"/>
                      </a:lnTo>
                      <a:lnTo>
                        <a:pt x="182716" y="58241"/>
                      </a:lnTo>
                      <a:lnTo>
                        <a:pt x="181574" y="58241"/>
                      </a:lnTo>
                      <a:lnTo>
                        <a:pt x="171296" y="52531"/>
                      </a:lnTo>
                      <a:lnTo>
                        <a:pt x="169013" y="52531"/>
                      </a:lnTo>
                      <a:lnTo>
                        <a:pt x="167871" y="51389"/>
                      </a:lnTo>
                      <a:lnTo>
                        <a:pt x="165587" y="51389"/>
                      </a:lnTo>
                      <a:lnTo>
                        <a:pt x="164445" y="50247"/>
                      </a:lnTo>
                      <a:lnTo>
                        <a:pt x="162161" y="50247"/>
                      </a:lnTo>
                      <a:lnTo>
                        <a:pt x="161019" y="49105"/>
                      </a:lnTo>
                      <a:lnTo>
                        <a:pt x="157593" y="49105"/>
                      </a:lnTo>
                      <a:lnTo>
                        <a:pt x="156451" y="47963"/>
                      </a:lnTo>
                      <a:lnTo>
                        <a:pt x="151883" y="47963"/>
                      </a:lnTo>
                      <a:lnTo>
                        <a:pt x="150741" y="46821"/>
                      </a:lnTo>
                      <a:lnTo>
                        <a:pt x="141605" y="46821"/>
                      </a:lnTo>
                      <a:lnTo>
                        <a:pt x="140463" y="45679"/>
                      </a:lnTo>
                      <a:lnTo>
                        <a:pt x="138179" y="45679"/>
                      </a:lnTo>
                      <a:lnTo>
                        <a:pt x="135895" y="43395"/>
                      </a:lnTo>
                      <a:lnTo>
                        <a:pt x="135895" y="0"/>
                      </a:lnTo>
                      <a:close/>
                      <a:moveTo>
                        <a:pt x="123333" y="53673"/>
                      </a:moveTo>
                      <a:lnTo>
                        <a:pt x="122191" y="54815"/>
                      </a:lnTo>
                      <a:lnTo>
                        <a:pt x="117624" y="54815"/>
                      </a:lnTo>
                      <a:lnTo>
                        <a:pt x="116482" y="55957"/>
                      </a:lnTo>
                      <a:lnTo>
                        <a:pt x="113056" y="55957"/>
                      </a:lnTo>
                      <a:lnTo>
                        <a:pt x="111914" y="57099"/>
                      </a:lnTo>
                      <a:lnTo>
                        <a:pt x="109630" y="57099"/>
                      </a:lnTo>
                      <a:lnTo>
                        <a:pt x="108488" y="58241"/>
                      </a:lnTo>
                      <a:lnTo>
                        <a:pt x="106204" y="58241"/>
                      </a:lnTo>
                      <a:lnTo>
                        <a:pt x="105062" y="59383"/>
                      </a:lnTo>
                      <a:lnTo>
                        <a:pt x="103920" y="59383"/>
                      </a:lnTo>
                      <a:lnTo>
                        <a:pt x="102778" y="60525"/>
                      </a:lnTo>
                      <a:lnTo>
                        <a:pt x="101636" y="60525"/>
                      </a:lnTo>
                      <a:lnTo>
                        <a:pt x="100494" y="61667"/>
                      </a:lnTo>
                      <a:lnTo>
                        <a:pt x="99352" y="61667"/>
                      </a:lnTo>
                      <a:lnTo>
                        <a:pt x="98210" y="62809"/>
                      </a:lnTo>
                      <a:lnTo>
                        <a:pt x="97068" y="62809"/>
                      </a:lnTo>
                      <a:lnTo>
                        <a:pt x="95926" y="63951"/>
                      </a:lnTo>
                      <a:lnTo>
                        <a:pt x="94784" y="63951"/>
                      </a:lnTo>
                      <a:lnTo>
                        <a:pt x="92500" y="66235"/>
                      </a:lnTo>
                      <a:lnTo>
                        <a:pt x="91358" y="66235"/>
                      </a:lnTo>
                      <a:lnTo>
                        <a:pt x="89074" y="68519"/>
                      </a:lnTo>
                      <a:lnTo>
                        <a:pt x="87932" y="68519"/>
                      </a:lnTo>
                      <a:lnTo>
                        <a:pt x="84506" y="71945"/>
                      </a:lnTo>
                      <a:lnTo>
                        <a:pt x="83364" y="71945"/>
                      </a:lnTo>
                      <a:lnTo>
                        <a:pt x="71945" y="83364"/>
                      </a:lnTo>
                      <a:lnTo>
                        <a:pt x="71945" y="84506"/>
                      </a:lnTo>
                      <a:lnTo>
                        <a:pt x="68519" y="87932"/>
                      </a:lnTo>
                      <a:lnTo>
                        <a:pt x="68519" y="89074"/>
                      </a:lnTo>
                      <a:lnTo>
                        <a:pt x="66235" y="91358"/>
                      </a:lnTo>
                      <a:lnTo>
                        <a:pt x="66235" y="92500"/>
                      </a:lnTo>
                      <a:lnTo>
                        <a:pt x="63951" y="94784"/>
                      </a:lnTo>
                      <a:lnTo>
                        <a:pt x="63951" y="95926"/>
                      </a:lnTo>
                      <a:lnTo>
                        <a:pt x="62809" y="97068"/>
                      </a:lnTo>
                      <a:lnTo>
                        <a:pt x="62809" y="98210"/>
                      </a:lnTo>
                      <a:lnTo>
                        <a:pt x="61667" y="99352"/>
                      </a:lnTo>
                      <a:lnTo>
                        <a:pt x="61667" y="100494"/>
                      </a:lnTo>
                      <a:lnTo>
                        <a:pt x="60525" y="101636"/>
                      </a:lnTo>
                      <a:lnTo>
                        <a:pt x="60525" y="102778"/>
                      </a:lnTo>
                      <a:lnTo>
                        <a:pt x="59383" y="103920"/>
                      </a:lnTo>
                      <a:lnTo>
                        <a:pt x="59383" y="106204"/>
                      </a:lnTo>
                      <a:lnTo>
                        <a:pt x="58241" y="107346"/>
                      </a:lnTo>
                      <a:lnTo>
                        <a:pt x="58241" y="108488"/>
                      </a:lnTo>
                      <a:lnTo>
                        <a:pt x="57099" y="109630"/>
                      </a:lnTo>
                      <a:lnTo>
                        <a:pt x="57099" y="111914"/>
                      </a:lnTo>
                      <a:lnTo>
                        <a:pt x="55957" y="113056"/>
                      </a:lnTo>
                      <a:lnTo>
                        <a:pt x="55957" y="116482"/>
                      </a:lnTo>
                      <a:lnTo>
                        <a:pt x="54815" y="117624"/>
                      </a:lnTo>
                      <a:lnTo>
                        <a:pt x="54815" y="122191"/>
                      </a:lnTo>
                      <a:lnTo>
                        <a:pt x="53673" y="123333"/>
                      </a:lnTo>
                      <a:lnTo>
                        <a:pt x="53673" y="149599"/>
                      </a:lnTo>
                      <a:lnTo>
                        <a:pt x="54815" y="150741"/>
                      </a:lnTo>
                      <a:lnTo>
                        <a:pt x="54815" y="155309"/>
                      </a:lnTo>
                      <a:lnTo>
                        <a:pt x="55957" y="156451"/>
                      </a:lnTo>
                      <a:lnTo>
                        <a:pt x="55957" y="159877"/>
                      </a:lnTo>
                      <a:lnTo>
                        <a:pt x="57099" y="161019"/>
                      </a:lnTo>
                      <a:lnTo>
                        <a:pt x="57099" y="163303"/>
                      </a:lnTo>
                      <a:lnTo>
                        <a:pt x="58241" y="164445"/>
                      </a:lnTo>
                      <a:lnTo>
                        <a:pt x="58241" y="165587"/>
                      </a:lnTo>
                      <a:lnTo>
                        <a:pt x="59383" y="166729"/>
                      </a:lnTo>
                      <a:lnTo>
                        <a:pt x="59383" y="169013"/>
                      </a:lnTo>
                      <a:lnTo>
                        <a:pt x="60525" y="170155"/>
                      </a:lnTo>
                      <a:lnTo>
                        <a:pt x="60525" y="171296"/>
                      </a:lnTo>
                      <a:lnTo>
                        <a:pt x="61667" y="172438"/>
                      </a:lnTo>
                      <a:lnTo>
                        <a:pt x="61667" y="173580"/>
                      </a:lnTo>
                      <a:lnTo>
                        <a:pt x="62809" y="174722"/>
                      </a:lnTo>
                      <a:lnTo>
                        <a:pt x="62809" y="175864"/>
                      </a:lnTo>
                      <a:lnTo>
                        <a:pt x="63951" y="177006"/>
                      </a:lnTo>
                      <a:lnTo>
                        <a:pt x="63951" y="178148"/>
                      </a:lnTo>
                      <a:lnTo>
                        <a:pt x="66235" y="180432"/>
                      </a:lnTo>
                      <a:lnTo>
                        <a:pt x="66235" y="181574"/>
                      </a:lnTo>
                      <a:lnTo>
                        <a:pt x="68519" y="183858"/>
                      </a:lnTo>
                      <a:lnTo>
                        <a:pt x="68519" y="185000"/>
                      </a:lnTo>
                      <a:lnTo>
                        <a:pt x="71945" y="188426"/>
                      </a:lnTo>
                      <a:lnTo>
                        <a:pt x="71945" y="189568"/>
                      </a:lnTo>
                      <a:lnTo>
                        <a:pt x="83364" y="200988"/>
                      </a:lnTo>
                      <a:lnTo>
                        <a:pt x="84506" y="200988"/>
                      </a:lnTo>
                      <a:lnTo>
                        <a:pt x="87932" y="204414"/>
                      </a:lnTo>
                      <a:lnTo>
                        <a:pt x="89074" y="204414"/>
                      </a:lnTo>
                      <a:lnTo>
                        <a:pt x="91358" y="206698"/>
                      </a:lnTo>
                      <a:lnTo>
                        <a:pt x="92500" y="206698"/>
                      </a:lnTo>
                      <a:lnTo>
                        <a:pt x="94784" y="208982"/>
                      </a:lnTo>
                      <a:lnTo>
                        <a:pt x="95926" y="208982"/>
                      </a:lnTo>
                      <a:lnTo>
                        <a:pt x="97068" y="210124"/>
                      </a:lnTo>
                      <a:lnTo>
                        <a:pt x="98210" y="210124"/>
                      </a:lnTo>
                      <a:lnTo>
                        <a:pt x="99352" y="211266"/>
                      </a:lnTo>
                      <a:lnTo>
                        <a:pt x="100494" y="211266"/>
                      </a:lnTo>
                      <a:lnTo>
                        <a:pt x="101636" y="212408"/>
                      </a:lnTo>
                      <a:lnTo>
                        <a:pt x="102778" y="212408"/>
                      </a:lnTo>
                      <a:lnTo>
                        <a:pt x="103920" y="213550"/>
                      </a:lnTo>
                      <a:lnTo>
                        <a:pt x="106204" y="213550"/>
                      </a:lnTo>
                      <a:lnTo>
                        <a:pt x="107346" y="214692"/>
                      </a:lnTo>
                      <a:lnTo>
                        <a:pt x="108488" y="214692"/>
                      </a:lnTo>
                      <a:lnTo>
                        <a:pt x="109630" y="215834"/>
                      </a:lnTo>
                      <a:lnTo>
                        <a:pt x="111914" y="215834"/>
                      </a:lnTo>
                      <a:lnTo>
                        <a:pt x="113056" y="216976"/>
                      </a:lnTo>
                      <a:lnTo>
                        <a:pt x="116482" y="216976"/>
                      </a:lnTo>
                      <a:lnTo>
                        <a:pt x="117624" y="218118"/>
                      </a:lnTo>
                      <a:lnTo>
                        <a:pt x="122191" y="218118"/>
                      </a:lnTo>
                      <a:lnTo>
                        <a:pt x="123333" y="219260"/>
                      </a:lnTo>
                      <a:lnTo>
                        <a:pt x="149599" y="219260"/>
                      </a:lnTo>
                      <a:lnTo>
                        <a:pt x="150741" y="218118"/>
                      </a:lnTo>
                      <a:lnTo>
                        <a:pt x="155309" y="218118"/>
                      </a:lnTo>
                      <a:lnTo>
                        <a:pt x="156451" y="216976"/>
                      </a:lnTo>
                      <a:lnTo>
                        <a:pt x="158735" y="216976"/>
                      </a:lnTo>
                      <a:lnTo>
                        <a:pt x="159877" y="215834"/>
                      </a:lnTo>
                      <a:lnTo>
                        <a:pt x="163303" y="215834"/>
                      </a:lnTo>
                      <a:lnTo>
                        <a:pt x="164445" y="214692"/>
                      </a:lnTo>
                      <a:lnTo>
                        <a:pt x="165587" y="214692"/>
                      </a:lnTo>
                      <a:lnTo>
                        <a:pt x="166729" y="213550"/>
                      </a:lnTo>
                      <a:lnTo>
                        <a:pt x="169013" y="213550"/>
                      </a:lnTo>
                      <a:lnTo>
                        <a:pt x="170155" y="212408"/>
                      </a:lnTo>
                      <a:lnTo>
                        <a:pt x="171296" y="212408"/>
                      </a:lnTo>
                      <a:lnTo>
                        <a:pt x="172438" y="211266"/>
                      </a:lnTo>
                      <a:lnTo>
                        <a:pt x="173580" y="211266"/>
                      </a:lnTo>
                      <a:lnTo>
                        <a:pt x="174722" y="210124"/>
                      </a:lnTo>
                      <a:lnTo>
                        <a:pt x="175864" y="210124"/>
                      </a:lnTo>
                      <a:lnTo>
                        <a:pt x="177006" y="208982"/>
                      </a:lnTo>
                      <a:lnTo>
                        <a:pt x="178148" y="208982"/>
                      </a:lnTo>
                      <a:lnTo>
                        <a:pt x="180432" y="206698"/>
                      </a:lnTo>
                      <a:lnTo>
                        <a:pt x="181574" y="206698"/>
                      </a:lnTo>
                      <a:lnTo>
                        <a:pt x="183858" y="204414"/>
                      </a:lnTo>
                      <a:lnTo>
                        <a:pt x="185000" y="204414"/>
                      </a:lnTo>
                      <a:lnTo>
                        <a:pt x="188426" y="200988"/>
                      </a:lnTo>
                      <a:lnTo>
                        <a:pt x="189568" y="200988"/>
                      </a:lnTo>
                      <a:lnTo>
                        <a:pt x="200988" y="189568"/>
                      </a:lnTo>
                      <a:lnTo>
                        <a:pt x="200988" y="188426"/>
                      </a:lnTo>
                      <a:lnTo>
                        <a:pt x="204414" y="185000"/>
                      </a:lnTo>
                      <a:lnTo>
                        <a:pt x="204414" y="183858"/>
                      </a:lnTo>
                      <a:lnTo>
                        <a:pt x="206698" y="181574"/>
                      </a:lnTo>
                      <a:lnTo>
                        <a:pt x="206698" y="180432"/>
                      </a:lnTo>
                      <a:lnTo>
                        <a:pt x="208982" y="178148"/>
                      </a:lnTo>
                      <a:lnTo>
                        <a:pt x="208982" y="177006"/>
                      </a:lnTo>
                      <a:lnTo>
                        <a:pt x="210124" y="175864"/>
                      </a:lnTo>
                      <a:lnTo>
                        <a:pt x="210124" y="174722"/>
                      </a:lnTo>
                      <a:lnTo>
                        <a:pt x="211266" y="173580"/>
                      </a:lnTo>
                      <a:lnTo>
                        <a:pt x="211266" y="172438"/>
                      </a:lnTo>
                      <a:lnTo>
                        <a:pt x="212408" y="171296"/>
                      </a:lnTo>
                      <a:lnTo>
                        <a:pt x="212408" y="170155"/>
                      </a:lnTo>
                      <a:lnTo>
                        <a:pt x="213550" y="169013"/>
                      </a:lnTo>
                      <a:lnTo>
                        <a:pt x="213550" y="166729"/>
                      </a:lnTo>
                      <a:lnTo>
                        <a:pt x="214692" y="165587"/>
                      </a:lnTo>
                      <a:lnTo>
                        <a:pt x="214692" y="164445"/>
                      </a:lnTo>
                      <a:lnTo>
                        <a:pt x="215834" y="163303"/>
                      </a:lnTo>
                      <a:lnTo>
                        <a:pt x="215834" y="161019"/>
                      </a:lnTo>
                      <a:lnTo>
                        <a:pt x="216976" y="159877"/>
                      </a:lnTo>
                      <a:lnTo>
                        <a:pt x="216976" y="156451"/>
                      </a:lnTo>
                      <a:lnTo>
                        <a:pt x="218118" y="155309"/>
                      </a:lnTo>
                      <a:lnTo>
                        <a:pt x="218118" y="150741"/>
                      </a:lnTo>
                      <a:lnTo>
                        <a:pt x="219260" y="149599"/>
                      </a:lnTo>
                      <a:lnTo>
                        <a:pt x="219260" y="123333"/>
                      </a:lnTo>
                      <a:lnTo>
                        <a:pt x="218118" y="122191"/>
                      </a:lnTo>
                      <a:lnTo>
                        <a:pt x="218118" y="117624"/>
                      </a:lnTo>
                      <a:lnTo>
                        <a:pt x="216976" y="116482"/>
                      </a:lnTo>
                      <a:lnTo>
                        <a:pt x="216976" y="113056"/>
                      </a:lnTo>
                      <a:lnTo>
                        <a:pt x="215834" y="111914"/>
                      </a:lnTo>
                      <a:lnTo>
                        <a:pt x="215834" y="109630"/>
                      </a:lnTo>
                      <a:lnTo>
                        <a:pt x="214692" y="108488"/>
                      </a:lnTo>
                      <a:lnTo>
                        <a:pt x="214692" y="107346"/>
                      </a:lnTo>
                      <a:lnTo>
                        <a:pt x="213550" y="106204"/>
                      </a:lnTo>
                      <a:lnTo>
                        <a:pt x="213550" y="103920"/>
                      </a:lnTo>
                      <a:lnTo>
                        <a:pt x="212408" y="102778"/>
                      </a:lnTo>
                      <a:lnTo>
                        <a:pt x="212408" y="101636"/>
                      </a:lnTo>
                      <a:lnTo>
                        <a:pt x="211266" y="100494"/>
                      </a:lnTo>
                      <a:lnTo>
                        <a:pt x="211266" y="99352"/>
                      </a:lnTo>
                      <a:lnTo>
                        <a:pt x="210124" y="98210"/>
                      </a:lnTo>
                      <a:lnTo>
                        <a:pt x="210124" y="97068"/>
                      </a:lnTo>
                      <a:lnTo>
                        <a:pt x="208982" y="95926"/>
                      </a:lnTo>
                      <a:lnTo>
                        <a:pt x="208982" y="94784"/>
                      </a:lnTo>
                      <a:lnTo>
                        <a:pt x="206698" y="92500"/>
                      </a:lnTo>
                      <a:lnTo>
                        <a:pt x="206698" y="91358"/>
                      </a:lnTo>
                      <a:lnTo>
                        <a:pt x="204414" y="89074"/>
                      </a:lnTo>
                      <a:lnTo>
                        <a:pt x="204414" y="87932"/>
                      </a:lnTo>
                      <a:lnTo>
                        <a:pt x="200988" y="84506"/>
                      </a:lnTo>
                      <a:lnTo>
                        <a:pt x="200988" y="83364"/>
                      </a:lnTo>
                      <a:lnTo>
                        <a:pt x="189568" y="71945"/>
                      </a:lnTo>
                      <a:lnTo>
                        <a:pt x="188426" y="71945"/>
                      </a:lnTo>
                      <a:lnTo>
                        <a:pt x="185000" y="68519"/>
                      </a:lnTo>
                      <a:lnTo>
                        <a:pt x="183858" y="68519"/>
                      </a:lnTo>
                      <a:lnTo>
                        <a:pt x="181574" y="66235"/>
                      </a:lnTo>
                      <a:lnTo>
                        <a:pt x="180432" y="66235"/>
                      </a:lnTo>
                      <a:lnTo>
                        <a:pt x="178148" y="63951"/>
                      </a:lnTo>
                      <a:lnTo>
                        <a:pt x="177006" y="63951"/>
                      </a:lnTo>
                      <a:lnTo>
                        <a:pt x="175864" y="62809"/>
                      </a:lnTo>
                      <a:lnTo>
                        <a:pt x="174722" y="62809"/>
                      </a:lnTo>
                      <a:lnTo>
                        <a:pt x="173580" y="61667"/>
                      </a:lnTo>
                      <a:lnTo>
                        <a:pt x="172438" y="61667"/>
                      </a:lnTo>
                      <a:lnTo>
                        <a:pt x="171296" y="60525"/>
                      </a:lnTo>
                      <a:lnTo>
                        <a:pt x="170155" y="60525"/>
                      </a:lnTo>
                      <a:lnTo>
                        <a:pt x="169013" y="59383"/>
                      </a:lnTo>
                      <a:lnTo>
                        <a:pt x="166729" y="59383"/>
                      </a:lnTo>
                      <a:lnTo>
                        <a:pt x="165587" y="58241"/>
                      </a:lnTo>
                      <a:lnTo>
                        <a:pt x="164445" y="58241"/>
                      </a:lnTo>
                      <a:lnTo>
                        <a:pt x="163303" y="57099"/>
                      </a:lnTo>
                      <a:lnTo>
                        <a:pt x="161019" y="57099"/>
                      </a:lnTo>
                      <a:lnTo>
                        <a:pt x="159877" y="55957"/>
                      </a:lnTo>
                      <a:lnTo>
                        <a:pt x="156451" y="55957"/>
                      </a:lnTo>
                      <a:lnTo>
                        <a:pt x="155309" y="54815"/>
                      </a:lnTo>
                      <a:lnTo>
                        <a:pt x="150741" y="54815"/>
                      </a:lnTo>
                      <a:lnTo>
                        <a:pt x="149599" y="53673"/>
                      </a:lnTo>
                      <a:close/>
                    </a:path>
                  </a:pathLst>
                </a:custGeom>
                <a:solidFill>
                  <a:srgbClr val="A6886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7" name="任意形状 7206">
                  <a:extLst>
                    <a:ext uri="{FF2B5EF4-FFF2-40B4-BE49-F238E27FC236}">
                      <a16:creationId xmlns:a16="http://schemas.microsoft.com/office/drawing/2014/main" id="{E837FCE1-78DD-3C37-F67E-2BCA4FCE4FE0}"/>
                    </a:ext>
                  </a:extLst>
                </p:cNvPr>
                <p:cNvSpPr/>
                <p:nvPr/>
              </p:nvSpPr>
              <p:spPr>
                <a:xfrm>
                  <a:off x="5689672" y="5362558"/>
                  <a:ext cx="126759" cy="126759"/>
                </a:xfrm>
                <a:custGeom>
                  <a:avLst/>
                  <a:gdLst>
                    <a:gd name="connsiteX0" fmla="*/ 65093 w 126759"/>
                    <a:gd name="connsiteY0" fmla="*/ 0 h 126759"/>
                    <a:gd name="connsiteX1" fmla="*/ 62809 w 126759"/>
                    <a:gd name="connsiteY1" fmla="*/ 0 h 126759"/>
                    <a:gd name="connsiteX2" fmla="*/ 61667 w 126759"/>
                    <a:gd name="connsiteY2" fmla="*/ 1142 h 126759"/>
                    <a:gd name="connsiteX3" fmla="*/ 51389 w 126759"/>
                    <a:gd name="connsiteY3" fmla="*/ 1142 h 126759"/>
                    <a:gd name="connsiteX4" fmla="*/ 50247 w 126759"/>
                    <a:gd name="connsiteY4" fmla="*/ 2284 h 126759"/>
                    <a:gd name="connsiteX5" fmla="*/ 46821 w 126759"/>
                    <a:gd name="connsiteY5" fmla="*/ 2284 h 126759"/>
                    <a:gd name="connsiteX6" fmla="*/ 45679 w 126759"/>
                    <a:gd name="connsiteY6" fmla="*/ 3426 h 126759"/>
                    <a:gd name="connsiteX7" fmla="*/ 43395 w 126759"/>
                    <a:gd name="connsiteY7" fmla="*/ 3426 h 126759"/>
                    <a:gd name="connsiteX8" fmla="*/ 42253 w 126759"/>
                    <a:gd name="connsiteY8" fmla="*/ 4568 h 126759"/>
                    <a:gd name="connsiteX9" fmla="*/ 39969 w 126759"/>
                    <a:gd name="connsiteY9" fmla="*/ 4568 h 126759"/>
                    <a:gd name="connsiteX10" fmla="*/ 38827 w 126759"/>
                    <a:gd name="connsiteY10" fmla="*/ 5710 h 126759"/>
                    <a:gd name="connsiteX11" fmla="*/ 37685 w 126759"/>
                    <a:gd name="connsiteY11" fmla="*/ 5710 h 126759"/>
                    <a:gd name="connsiteX12" fmla="*/ 36543 w 126759"/>
                    <a:gd name="connsiteY12" fmla="*/ 6852 h 126759"/>
                    <a:gd name="connsiteX13" fmla="*/ 35401 w 126759"/>
                    <a:gd name="connsiteY13" fmla="*/ 6852 h 126759"/>
                    <a:gd name="connsiteX14" fmla="*/ 34259 w 126759"/>
                    <a:gd name="connsiteY14" fmla="*/ 7994 h 126759"/>
                    <a:gd name="connsiteX15" fmla="*/ 33117 w 126759"/>
                    <a:gd name="connsiteY15" fmla="*/ 7994 h 126759"/>
                    <a:gd name="connsiteX16" fmla="*/ 31975 w 126759"/>
                    <a:gd name="connsiteY16" fmla="*/ 9136 h 126759"/>
                    <a:gd name="connsiteX17" fmla="*/ 30833 w 126759"/>
                    <a:gd name="connsiteY17" fmla="*/ 9136 h 126759"/>
                    <a:gd name="connsiteX18" fmla="*/ 28549 w 126759"/>
                    <a:gd name="connsiteY18" fmla="*/ 11420 h 126759"/>
                    <a:gd name="connsiteX19" fmla="*/ 27407 w 126759"/>
                    <a:gd name="connsiteY19" fmla="*/ 11420 h 126759"/>
                    <a:gd name="connsiteX20" fmla="*/ 23982 w 126759"/>
                    <a:gd name="connsiteY20" fmla="*/ 14846 h 126759"/>
                    <a:gd name="connsiteX21" fmla="*/ 22840 w 126759"/>
                    <a:gd name="connsiteY21" fmla="*/ 14846 h 126759"/>
                    <a:gd name="connsiteX22" fmla="*/ 14846 w 126759"/>
                    <a:gd name="connsiteY22" fmla="*/ 22840 h 126759"/>
                    <a:gd name="connsiteX23" fmla="*/ 14846 w 126759"/>
                    <a:gd name="connsiteY23" fmla="*/ 23982 h 126759"/>
                    <a:gd name="connsiteX24" fmla="*/ 11420 w 126759"/>
                    <a:gd name="connsiteY24" fmla="*/ 27407 h 126759"/>
                    <a:gd name="connsiteX25" fmla="*/ 11420 w 126759"/>
                    <a:gd name="connsiteY25" fmla="*/ 28549 h 126759"/>
                    <a:gd name="connsiteX26" fmla="*/ 9136 w 126759"/>
                    <a:gd name="connsiteY26" fmla="*/ 30833 h 126759"/>
                    <a:gd name="connsiteX27" fmla="*/ 9136 w 126759"/>
                    <a:gd name="connsiteY27" fmla="*/ 31975 h 126759"/>
                    <a:gd name="connsiteX28" fmla="*/ 7994 w 126759"/>
                    <a:gd name="connsiteY28" fmla="*/ 33117 h 126759"/>
                    <a:gd name="connsiteX29" fmla="*/ 7994 w 126759"/>
                    <a:gd name="connsiteY29" fmla="*/ 34259 h 126759"/>
                    <a:gd name="connsiteX30" fmla="*/ 6852 w 126759"/>
                    <a:gd name="connsiteY30" fmla="*/ 35401 h 126759"/>
                    <a:gd name="connsiteX31" fmla="*/ 6852 w 126759"/>
                    <a:gd name="connsiteY31" fmla="*/ 36543 h 126759"/>
                    <a:gd name="connsiteX32" fmla="*/ 5710 w 126759"/>
                    <a:gd name="connsiteY32" fmla="*/ 37685 h 126759"/>
                    <a:gd name="connsiteX33" fmla="*/ 5710 w 126759"/>
                    <a:gd name="connsiteY33" fmla="*/ 38827 h 126759"/>
                    <a:gd name="connsiteX34" fmla="*/ 4568 w 126759"/>
                    <a:gd name="connsiteY34" fmla="*/ 39969 h 126759"/>
                    <a:gd name="connsiteX35" fmla="*/ 4568 w 126759"/>
                    <a:gd name="connsiteY35" fmla="*/ 42253 h 126759"/>
                    <a:gd name="connsiteX36" fmla="*/ 3426 w 126759"/>
                    <a:gd name="connsiteY36" fmla="*/ 43395 h 126759"/>
                    <a:gd name="connsiteX37" fmla="*/ 3426 w 126759"/>
                    <a:gd name="connsiteY37" fmla="*/ 45679 h 126759"/>
                    <a:gd name="connsiteX38" fmla="*/ 2284 w 126759"/>
                    <a:gd name="connsiteY38" fmla="*/ 46821 h 126759"/>
                    <a:gd name="connsiteX39" fmla="*/ 2284 w 126759"/>
                    <a:gd name="connsiteY39" fmla="*/ 51389 h 126759"/>
                    <a:gd name="connsiteX40" fmla="*/ 1142 w 126759"/>
                    <a:gd name="connsiteY40" fmla="*/ 52531 h 126759"/>
                    <a:gd name="connsiteX41" fmla="*/ 1142 w 126759"/>
                    <a:gd name="connsiteY41" fmla="*/ 62809 h 126759"/>
                    <a:gd name="connsiteX42" fmla="*/ 0 w 126759"/>
                    <a:gd name="connsiteY42" fmla="*/ 63951 h 126759"/>
                    <a:gd name="connsiteX43" fmla="*/ 0 w 126759"/>
                    <a:gd name="connsiteY43" fmla="*/ 65093 h 126759"/>
                    <a:gd name="connsiteX44" fmla="*/ 1142 w 126759"/>
                    <a:gd name="connsiteY44" fmla="*/ 66235 h 126759"/>
                    <a:gd name="connsiteX45" fmla="*/ 1142 w 126759"/>
                    <a:gd name="connsiteY45" fmla="*/ 74228 h 126759"/>
                    <a:gd name="connsiteX46" fmla="*/ 2284 w 126759"/>
                    <a:gd name="connsiteY46" fmla="*/ 75370 h 126759"/>
                    <a:gd name="connsiteX47" fmla="*/ 2284 w 126759"/>
                    <a:gd name="connsiteY47" fmla="*/ 79938 h 126759"/>
                    <a:gd name="connsiteX48" fmla="*/ 3426 w 126759"/>
                    <a:gd name="connsiteY48" fmla="*/ 81080 h 126759"/>
                    <a:gd name="connsiteX49" fmla="*/ 3426 w 126759"/>
                    <a:gd name="connsiteY49" fmla="*/ 83364 h 126759"/>
                    <a:gd name="connsiteX50" fmla="*/ 4568 w 126759"/>
                    <a:gd name="connsiteY50" fmla="*/ 84506 h 126759"/>
                    <a:gd name="connsiteX51" fmla="*/ 4568 w 126759"/>
                    <a:gd name="connsiteY51" fmla="*/ 86790 h 126759"/>
                    <a:gd name="connsiteX52" fmla="*/ 5710 w 126759"/>
                    <a:gd name="connsiteY52" fmla="*/ 87932 h 126759"/>
                    <a:gd name="connsiteX53" fmla="*/ 5710 w 126759"/>
                    <a:gd name="connsiteY53" fmla="*/ 89074 h 126759"/>
                    <a:gd name="connsiteX54" fmla="*/ 6852 w 126759"/>
                    <a:gd name="connsiteY54" fmla="*/ 90216 h 126759"/>
                    <a:gd name="connsiteX55" fmla="*/ 6852 w 126759"/>
                    <a:gd name="connsiteY55" fmla="*/ 91358 h 126759"/>
                    <a:gd name="connsiteX56" fmla="*/ 7994 w 126759"/>
                    <a:gd name="connsiteY56" fmla="*/ 92500 h 126759"/>
                    <a:gd name="connsiteX57" fmla="*/ 7994 w 126759"/>
                    <a:gd name="connsiteY57" fmla="*/ 93642 h 126759"/>
                    <a:gd name="connsiteX58" fmla="*/ 9136 w 126759"/>
                    <a:gd name="connsiteY58" fmla="*/ 94784 h 126759"/>
                    <a:gd name="connsiteX59" fmla="*/ 9136 w 126759"/>
                    <a:gd name="connsiteY59" fmla="*/ 95926 h 126759"/>
                    <a:gd name="connsiteX60" fmla="*/ 11420 w 126759"/>
                    <a:gd name="connsiteY60" fmla="*/ 98210 h 126759"/>
                    <a:gd name="connsiteX61" fmla="*/ 11420 w 126759"/>
                    <a:gd name="connsiteY61" fmla="*/ 99352 h 126759"/>
                    <a:gd name="connsiteX62" fmla="*/ 14846 w 126759"/>
                    <a:gd name="connsiteY62" fmla="*/ 102778 h 126759"/>
                    <a:gd name="connsiteX63" fmla="*/ 14846 w 126759"/>
                    <a:gd name="connsiteY63" fmla="*/ 103920 h 126759"/>
                    <a:gd name="connsiteX64" fmla="*/ 22840 w 126759"/>
                    <a:gd name="connsiteY64" fmla="*/ 111914 h 126759"/>
                    <a:gd name="connsiteX65" fmla="*/ 23982 w 126759"/>
                    <a:gd name="connsiteY65" fmla="*/ 111914 h 126759"/>
                    <a:gd name="connsiteX66" fmla="*/ 27407 w 126759"/>
                    <a:gd name="connsiteY66" fmla="*/ 115340 h 126759"/>
                    <a:gd name="connsiteX67" fmla="*/ 28549 w 126759"/>
                    <a:gd name="connsiteY67" fmla="*/ 115340 h 126759"/>
                    <a:gd name="connsiteX68" fmla="*/ 29691 w 126759"/>
                    <a:gd name="connsiteY68" fmla="*/ 116482 h 126759"/>
                    <a:gd name="connsiteX69" fmla="*/ 30833 w 126759"/>
                    <a:gd name="connsiteY69" fmla="*/ 116482 h 126759"/>
                    <a:gd name="connsiteX70" fmla="*/ 33117 w 126759"/>
                    <a:gd name="connsiteY70" fmla="*/ 118766 h 126759"/>
                    <a:gd name="connsiteX71" fmla="*/ 34259 w 126759"/>
                    <a:gd name="connsiteY71" fmla="*/ 118766 h 126759"/>
                    <a:gd name="connsiteX72" fmla="*/ 35401 w 126759"/>
                    <a:gd name="connsiteY72" fmla="*/ 119908 h 126759"/>
                    <a:gd name="connsiteX73" fmla="*/ 36543 w 126759"/>
                    <a:gd name="connsiteY73" fmla="*/ 119908 h 126759"/>
                    <a:gd name="connsiteX74" fmla="*/ 37685 w 126759"/>
                    <a:gd name="connsiteY74" fmla="*/ 121050 h 126759"/>
                    <a:gd name="connsiteX75" fmla="*/ 38827 w 126759"/>
                    <a:gd name="connsiteY75" fmla="*/ 121050 h 126759"/>
                    <a:gd name="connsiteX76" fmla="*/ 39969 w 126759"/>
                    <a:gd name="connsiteY76" fmla="*/ 122191 h 126759"/>
                    <a:gd name="connsiteX77" fmla="*/ 42253 w 126759"/>
                    <a:gd name="connsiteY77" fmla="*/ 122191 h 126759"/>
                    <a:gd name="connsiteX78" fmla="*/ 43395 w 126759"/>
                    <a:gd name="connsiteY78" fmla="*/ 123333 h 126759"/>
                    <a:gd name="connsiteX79" fmla="*/ 45679 w 126759"/>
                    <a:gd name="connsiteY79" fmla="*/ 123333 h 126759"/>
                    <a:gd name="connsiteX80" fmla="*/ 46821 w 126759"/>
                    <a:gd name="connsiteY80" fmla="*/ 124475 h 126759"/>
                    <a:gd name="connsiteX81" fmla="*/ 51389 w 126759"/>
                    <a:gd name="connsiteY81" fmla="*/ 124475 h 126759"/>
                    <a:gd name="connsiteX82" fmla="*/ 52531 w 126759"/>
                    <a:gd name="connsiteY82" fmla="*/ 125617 h 126759"/>
                    <a:gd name="connsiteX83" fmla="*/ 61667 w 126759"/>
                    <a:gd name="connsiteY83" fmla="*/ 125617 h 126759"/>
                    <a:gd name="connsiteX84" fmla="*/ 62809 w 126759"/>
                    <a:gd name="connsiteY84" fmla="*/ 126759 h 126759"/>
                    <a:gd name="connsiteX85" fmla="*/ 63951 w 126759"/>
                    <a:gd name="connsiteY85" fmla="*/ 125617 h 126759"/>
                    <a:gd name="connsiteX86" fmla="*/ 74228 w 126759"/>
                    <a:gd name="connsiteY86" fmla="*/ 125617 h 126759"/>
                    <a:gd name="connsiteX87" fmla="*/ 75370 w 126759"/>
                    <a:gd name="connsiteY87" fmla="*/ 124475 h 126759"/>
                    <a:gd name="connsiteX88" fmla="*/ 78796 w 126759"/>
                    <a:gd name="connsiteY88" fmla="*/ 124475 h 126759"/>
                    <a:gd name="connsiteX89" fmla="*/ 79938 w 126759"/>
                    <a:gd name="connsiteY89" fmla="*/ 123333 h 126759"/>
                    <a:gd name="connsiteX90" fmla="*/ 83364 w 126759"/>
                    <a:gd name="connsiteY90" fmla="*/ 123333 h 126759"/>
                    <a:gd name="connsiteX91" fmla="*/ 84506 w 126759"/>
                    <a:gd name="connsiteY91" fmla="*/ 122191 h 126759"/>
                    <a:gd name="connsiteX92" fmla="*/ 85648 w 126759"/>
                    <a:gd name="connsiteY92" fmla="*/ 122191 h 126759"/>
                    <a:gd name="connsiteX93" fmla="*/ 86790 w 126759"/>
                    <a:gd name="connsiteY93" fmla="*/ 121050 h 126759"/>
                    <a:gd name="connsiteX94" fmla="*/ 89074 w 126759"/>
                    <a:gd name="connsiteY94" fmla="*/ 121050 h 126759"/>
                    <a:gd name="connsiteX95" fmla="*/ 90216 w 126759"/>
                    <a:gd name="connsiteY95" fmla="*/ 119908 h 126759"/>
                    <a:gd name="connsiteX96" fmla="*/ 91358 w 126759"/>
                    <a:gd name="connsiteY96" fmla="*/ 119908 h 126759"/>
                    <a:gd name="connsiteX97" fmla="*/ 92500 w 126759"/>
                    <a:gd name="connsiteY97" fmla="*/ 118766 h 126759"/>
                    <a:gd name="connsiteX98" fmla="*/ 93642 w 126759"/>
                    <a:gd name="connsiteY98" fmla="*/ 118766 h 126759"/>
                    <a:gd name="connsiteX99" fmla="*/ 95926 w 126759"/>
                    <a:gd name="connsiteY99" fmla="*/ 116482 h 126759"/>
                    <a:gd name="connsiteX100" fmla="*/ 97068 w 126759"/>
                    <a:gd name="connsiteY100" fmla="*/ 116482 h 126759"/>
                    <a:gd name="connsiteX101" fmla="*/ 98210 w 126759"/>
                    <a:gd name="connsiteY101" fmla="*/ 115340 h 126759"/>
                    <a:gd name="connsiteX102" fmla="*/ 99352 w 126759"/>
                    <a:gd name="connsiteY102" fmla="*/ 115340 h 126759"/>
                    <a:gd name="connsiteX103" fmla="*/ 102778 w 126759"/>
                    <a:gd name="connsiteY103" fmla="*/ 111914 h 126759"/>
                    <a:gd name="connsiteX104" fmla="*/ 103920 w 126759"/>
                    <a:gd name="connsiteY104" fmla="*/ 111914 h 126759"/>
                    <a:gd name="connsiteX105" fmla="*/ 111914 w 126759"/>
                    <a:gd name="connsiteY105" fmla="*/ 103920 h 126759"/>
                    <a:gd name="connsiteX106" fmla="*/ 111914 w 126759"/>
                    <a:gd name="connsiteY106" fmla="*/ 102778 h 126759"/>
                    <a:gd name="connsiteX107" fmla="*/ 115340 w 126759"/>
                    <a:gd name="connsiteY107" fmla="*/ 99352 h 126759"/>
                    <a:gd name="connsiteX108" fmla="*/ 115340 w 126759"/>
                    <a:gd name="connsiteY108" fmla="*/ 98210 h 126759"/>
                    <a:gd name="connsiteX109" fmla="*/ 116482 w 126759"/>
                    <a:gd name="connsiteY109" fmla="*/ 97068 h 126759"/>
                    <a:gd name="connsiteX110" fmla="*/ 116482 w 126759"/>
                    <a:gd name="connsiteY110" fmla="*/ 95926 h 126759"/>
                    <a:gd name="connsiteX111" fmla="*/ 118766 w 126759"/>
                    <a:gd name="connsiteY111" fmla="*/ 93642 h 126759"/>
                    <a:gd name="connsiteX112" fmla="*/ 118766 w 126759"/>
                    <a:gd name="connsiteY112" fmla="*/ 92500 h 126759"/>
                    <a:gd name="connsiteX113" fmla="*/ 119908 w 126759"/>
                    <a:gd name="connsiteY113" fmla="*/ 91358 h 126759"/>
                    <a:gd name="connsiteX114" fmla="*/ 119908 w 126759"/>
                    <a:gd name="connsiteY114" fmla="*/ 90216 h 126759"/>
                    <a:gd name="connsiteX115" fmla="*/ 121050 w 126759"/>
                    <a:gd name="connsiteY115" fmla="*/ 89074 h 126759"/>
                    <a:gd name="connsiteX116" fmla="*/ 121050 w 126759"/>
                    <a:gd name="connsiteY116" fmla="*/ 86790 h 126759"/>
                    <a:gd name="connsiteX117" fmla="*/ 122191 w 126759"/>
                    <a:gd name="connsiteY117" fmla="*/ 85648 h 126759"/>
                    <a:gd name="connsiteX118" fmla="*/ 122191 w 126759"/>
                    <a:gd name="connsiteY118" fmla="*/ 84506 h 126759"/>
                    <a:gd name="connsiteX119" fmla="*/ 123333 w 126759"/>
                    <a:gd name="connsiteY119" fmla="*/ 83364 h 126759"/>
                    <a:gd name="connsiteX120" fmla="*/ 123333 w 126759"/>
                    <a:gd name="connsiteY120" fmla="*/ 79938 h 126759"/>
                    <a:gd name="connsiteX121" fmla="*/ 124475 w 126759"/>
                    <a:gd name="connsiteY121" fmla="*/ 78796 h 126759"/>
                    <a:gd name="connsiteX122" fmla="*/ 124475 w 126759"/>
                    <a:gd name="connsiteY122" fmla="*/ 75370 h 126759"/>
                    <a:gd name="connsiteX123" fmla="*/ 125617 w 126759"/>
                    <a:gd name="connsiteY123" fmla="*/ 74228 h 126759"/>
                    <a:gd name="connsiteX124" fmla="*/ 125617 w 126759"/>
                    <a:gd name="connsiteY124" fmla="*/ 63951 h 126759"/>
                    <a:gd name="connsiteX125" fmla="*/ 126759 w 126759"/>
                    <a:gd name="connsiteY125" fmla="*/ 62809 h 126759"/>
                    <a:gd name="connsiteX126" fmla="*/ 125617 w 126759"/>
                    <a:gd name="connsiteY126" fmla="*/ 61667 h 126759"/>
                    <a:gd name="connsiteX127" fmla="*/ 125617 w 126759"/>
                    <a:gd name="connsiteY127" fmla="*/ 52531 h 126759"/>
                    <a:gd name="connsiteX128" fmla="*/ 124475 w 126759"/>
                    <a:gd name="connsiteY128" fmla="*/ 51389 h 126759"/>
                    <a:gd name="connsiteX129" fmla="*/ 124475 w 126759"/>
                    <a:gd name="connsiteY129" fmla="*/ 46821 h 126759"/>
                    <a:gd name="connsiteX130" fmla="*/ 123333 w 126759"/>
                    <a:gd name="connsiteY130" fmla="*/ 45679 h 126759"/>
                    <a:gd name="connsiteX131" fmla="*/ 123333 w 126759"/>
                    <a:gd name="connsiteY131" fmla="*/ 43395 h 126759"/>
                    <a:gd name="connsiteX132" fmla="*/ 122191 w 126759"/>
                    <a:gd name="connsiteY132" fmla="*/ 42253 h 126759"/>
                    <a:gd name="connsiteX133" fmla="*/ 122191 w 126759"/>
                    <a:gd name="connsiteY133" fmla="*/ 39969 h 126759"/>
                    <a:gd name="connsiteX134" fmla="*/ 121050 w 126759"/>
                    <a:gd name="connsiteY134" fmla="*/ 38827 h 126759"/>
                    <a:gd name="connsiteX135" fmla="*/ 121050 w 126759"/>
                    <a:gd name="connsiteY135" fmla="*/ 37685 h 126759"/>
                    <a:gd name="connsiteX136" fmla="*/ 119908 w 126759"/>
                    <a:gd name="connsiteY136" fmla="*/ 36543 h 126759"/>
                    <a:gd name="connsiteX137" fmla="*/ 119908 w 126759"/>
                    <a:gd name="connsiteY137" fmla="*/ 35401 h 126759"/>
                    <a:gd name="connsiteX138" fmla="*/ 118766 w 126759"/>
                    <a:gd name="connsiteY138" fmla="*/ 34259 h 126759"/>
                    <a:gd name="connsiteX139" fmla="*/ 118766 w 126759"/>
                    <a:gd name="connsiteY139" fmla="*/ 33117 h 126759"/>
                    <a:gd name="connsiteX140" fmla="*/ 117624 w 126759"/>
                    <a:gd name="connsiteY140" fmla="*/ 31975 h 126759"/>
                    <a:gd name="connsiteX141" fmla="*/ 117624 w 126759"/>
                    <a:gd name="connsiteY141" fmla="*/ 30833 h 126759"/>
                    <a:gd name="connsiteX142" fmla="*/ 115340 w 126759"/>
                    <a:gd name="connsiteY142" fmla="*/ 28549 h 126759"/>
                    <a:gd name="connsiteX143" fmla="*/ 115340 w 126759"/>
                    <a:gd name="connsiteY143" fmla="*/ 27407 h 126759"/>
                    <a:gd name="connsiteX144" fmla="*/ 111914 w 126759"/>
                    <a:gd name="connsiteY144" fmla="*/ 23982 h 126759"/>
                    <a:gd name="connsiteX145" fmla="*/ 111914 w 126759"/>
                    <a:gd name="connsiteY145" fmla="*/ 22840 h 126759"/>
                    <a:gd name="connsiteX146" fmla="*/ 103920 w 126759"/>
                    <a:gd name="connsiteY146" fmla="*/ 14846 h 126759"/>
                    <a:gd name="connsiteX147" fmla="*/ 102778 w 126759"/>
                    <a:gd name="connsiteY147" fmla="*/ 14846 h 126759"/>
                    <a:gd name="connsiteX148" fmla="*/ 99352 w 126759"/>
                    <a:gd name="connsiteY148" fmla="*/ 11420 h 126759"/>
                    <a:gd name="connsiteX149" fmla="*/ 98210 w 126759"/>
                    <a:gd name="connsiteY149" fmla="*/ 11420 h 126759"/>
                    <a:gd name="connsiteX150" fmla="*/ 95926 w 126759"/>
                    <a:gd name="connsiteY150" fmla="*/ 9136 h 126759"/>
                    <a:gd name="connsiteX151" fmla="*/ 94784 w 126759"/>
                    <a:gd name="connsiteY151" fmla="*/ 9136 h 126759"/>
                    <a:gd name="connsiteX152" fmla="*/ 93642 w 126759"/>
                    <a:gd name="connsiteY152" fmla="*/ 7994 h 126759"/>
                    <a:gd name="connsiteX153" fmla="*/ 92500 w 126759"/>
                    <a:gd name="connsiteY153" fmla="*/ 7994 h 126759"/>
                    <a:gd name="connsiteX154" fmla="*/ 91358 w 126759"/>
                    <a:gd name="connsiteY154" fmla="*/ 6852 h 126759"/>
                    <a:gd name="connsiteX155" fmla="*/ 90216 w 126759"/>
                    <a:gd name="connsiteY155" fmla="*/ 6852 h 126759"/>
                    <a:gd name="connsiteX156" fmla="*/ 89074 w 126759"/>
                    <a:gd name="connsiteY156" fmla="*/ 5710 h 126759"/>
                    <a:gd name="connsiteX157" fmla="*/ 87932 w 126759"/>
                    <a:gd name="connsiteY157" fmla="*/ 5710 h 126759"/>
                    <a:gd name="connsiteX158" fmla="*/ 86790 w 126759"/>
                    <a:gd name="connsiteY158" fmla="*/ 4568 h 126759"/>
                    <a:gd name="connsiteX159" fmla="*/ 84506 w 126759"/>
                    <a:gd name="connsiteY159" fmla="*/ 4568 h 126759"/>
                    <a:gd name="connsiteX160" fmla="*/ 83364 w 126759"/>
                    <a:gd name="connsiteY160" fmla="*/ 3426 h 126759"/>
                    <a:gd name="connsiteX161" fmla="*/ 81080 w 126759"/>
                    <a:gd name="connsiteY161" fmla="*/ 3426 h 126759"/>
                    <a:gd name="connsiteX162" fmla="*/ 79938 w 126759"/>
                    <a:gd name="connsiteY162" fmla="*/ 2284 h 126759"/>
                    <a:gd name="connsiteX163" fmla="*/ 75370 w 126759"/>
                    <a:gd name="connsiteY163" fmla="*/ 2284 h 126759"/>
                    <a:gd name="connsiteX164" fmla="*/ 74228 w 126759"/>
                    <a:gd name="connsiteY164" fmla="*/ 1142 h 126759"/>
                    <a:gd name="connsiteX165" fmla="*/ 66235 w 126759"/>
                    <a:gd name="connsiteY165" fmla="*/ 1142 h 126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</a:cxnLst>
                  <a:rect l="l" t="t" r="r" b="b"/>
                  <a:pathLst>
                    <a:path w="126759" h="126759">
                      <a:moveTo>
                        <a:pt x="65093" y="0"/>
                      </a:moveTo>
                      <a:lnTo>
                        <a:pt x="62809" y="0"/>
                      </a:lnTo>
                      <a:lnTo>
                        <a:pt x="61667" y="1142"/>
                      </a:lnTo>
                      <a:lnTo>
                        <a:pt x="51389" y="1142"/>
                      </a:lnTo>
                      <a:lnTo>
                        <a:pt x="50247" y="2284"/>
                      </a:lnTo>
                      <a:lnTo>
                        <a:pt x="46821" y="2284"/>
                      </a:lnTo>
                      <a:lnTo>
                        <a:pt x="45679" y="3426"/>
                      </a:lnTo>
                      <a:lnTo>
                        <a:pt x="43395" y="3426"/>
                      </a:lnTo>
                      <a:lnTo>
                        <a:pt x="42253" y="4568"/>
                      </a:lnTo>
                      <a:lnTo>
                        <a:pt x="39969" y="4568"/>
                      </a:lnTo>
                      <a:lnTo>
                        <a:pt x="38827" y="5710"/>
                      </a:lnTo>
                      <a:lnTo>
                        <a:pt x="37685" y="5710"/>
                      </a:lnTo>
                      <a:lnTo>
                        <a:pt x="36543" y="6852"/>
                      </a:lnTo>
                      <a:lnTo>
                        <a:pt x="35401" y="6852"/>
                      </a:lnTo>
                      <a:lnTo>
                        <a:pt x="34259" y="7994"/>
                      </a:lnTo>
                      <a:lnTo>
                        <a:pt x="33117" y="7994"/>
                      </a:lnTo>
                      <a:lnTo>
                        <a:pt x="31975" y="9136"/>
                      </a:lnTo>
                      <a:lnTo>
                        <a:pt x="30833" y="9136"/>
                      </a:lnTo>
                      <a:lnTo>
                        <a:pt x="28549" y="11420"/>
                      </a:lnTo>
                      <a:lnTo>
                        <a:pt x="27407" y="11420"/>
                      </a:lnTo>
                      <a:lnTo>
                        <a:pt x="23982" y="14846"/>
                      </a:lnTo>
                      <a:lnTo>
                        <a:pt x="22840" y="14846"/>
                      </a:lnTo>
                      <a:lnTo>
                        <a:pt x="14846" y="22840"/>
                      </a:lnTo>
                      <a:lnTo>
                        <a:pt x="14846" y="23982"/>
                      </a:lnTo>
                      <a:lnTo>
                        <a:pt x="11420" y="27407"/>
                      </a:lnTo>
                      <a:lnTo>
                        <a:pt x="11420" y="28549"/>
                      </a:lnTo>
                      <a:lnTo>
                        <a:pt x="9136" y="30833"/>
                      </a:lnTo>
                      <a:lnTo>
                        <a:pt x="9136" y="31975"/>
                      </a:lnTo>
                      <a:lnTo>
                        <a:pt x="7994" y="33117"/>
                      </a:lnTo>
                      <a:lnTo>
                        <a:pt x="7994" y="34259"/>
                      </a:lnTo>
                      <a:lnTo>
                        <a:pt x="6852" y="35401"/>
                      </a:lnTo>
                      <a:lnTo>
                        <a:pt x="6852" y="36543"/>
                      </a:lnTo>
                      <a:lnTo>
                        <a:pt x="5710" y="37685"/>
                      </a:lnTo>
                      <a:lnTo>
                        <a:pt x="5710" y="38827"/>
                      </a:lnTo>
                      <a:lnTo>
                        <a:pt x="4568" y="39969"/>
                      </a:lnTo>
                      <a:lnTo>
                        <a:pt x="4568" y="42253"/>
                      </a:lnTo>
                      <a:lnTo>
                        <a:pt x="3426" y="43395"/>
                      </a:lnTo>
                      <a:lnTo>
                        <a:pt x="3426" y="45679"/>
                      </a:lnTo>
                      <a:lnTo>
                        <a:pt x="2284" y="46821"/>
                      </a:lnTo>
                      <a:lnTo>
                        <a:pt x="2284" y="51389"/>
                      </a:lnTo>
                      <a:lnTo>
                        <a:pt x="1142" y="52531"/>
                      </a:lnTo>
                      <a:lnTo>
                        <a:pt x="1142" y="62809"/>
                      </a:lnTo>
                      <a:lnTo>
                        <a:pt x="0" y="63951"/>
                      </a:lnTo>
                      <a:lnTo>
                        <a:pt x="0" y="65093"/>
                      </a:lnTo>
                      <a:lnTo>
                        <a:pt x="1142" y="66235"/>
                      </a:lnTo>
                      <a:lnTo>
                        <a:pt x="1142" y="74228"/>
                      </a:lnTo>
                      <a:lnTo>
                        <a:pt x="2284" y="75370"/>
                      </a:lnTo>
                      <a:lnTo>
                        <a:pt x="2284" y="79938"/>
                      </a:lnTo>
                      <a:lnTo>
                        <a:pt x="3426" y="81080"/>
                      </a:lnTo>
                      <a:lnTo>
                        <a:pt x="3426" y="83364"/>
                      </a:lnTo>
                      <a:lnTo>
                        <a:pt x="4568" y="84506"/>
                      </a:lnTo>
                      <a:lnTo>
                        <a:pt x="4568" y="86790"/>
                      </a:lnTo>
                      <a:lnTo>
                        <a:pt x="5710" y="87932"/>
                      </a:lnTo>
                      <a:lnTo>
                        <a:pt x="5710" y="89074"/>
                      </a:lnTo>
                      <a:lnTo>
                        <a:pt x="6852" y="90216"/>
                      </a:lnTo>
                      <a:lnTo>
                        <a:pt x="6852" y="91358"/>
                      </a:lnTo>
                      <a:lnTo>
                        <a:pt x="7994" y="92500"/>
                      </a:lnTo>
                      <a:lnTo>
                        <a:pt x="7994" y="93642"/>
                      </a:lnTo>
                      <a:lnTo>
                        <a:pt x="9136" y="94784"/>
                      </a:lnTo>
                      <a:lnTo>
                        <a:pt x="9136" y="95926"/>
                      </a:lnTo>
                      <a:lnTo>
                        <a:pt x="11420" y="98210"/>
                      </a:lnTo>
                      <a:lnTo>
                        <a:pt x="11420" y="99352"/>
                      </a:lnTo>
                      <a:lnTo>
                        <a:pt x="14846" y="102778"/>
                      </a:lnTo>
                      <a:lnTo>
                        <a:pt x="14846" y="103920"/>
                      </a:lnTo>
                      <a:lnTo>
                        <a:pt x="22840" y="111914"/>
                      </a:lnTo>
                      <a:lnTo>
                        <a:pt x="23982" y="111914"/>
                      </a:lnTo>
                      <a:lnTo>
                        <a:pt x="27407" y="115340"/>
                      </a:lnTo>
                      <a:lnTo>
                        <a:pt x="28549" y="115340"/>
                      </a:lnTo>
                      <a:lnTo>
                        <a:pt x="29691" y="116482"/>
                      </a:lnTo>
                      <a:lnTo>
                        <a:pt x="30833" y="116482"/>
                      </a:lnTo>
                      <a:lnTo>
                        <a:pt x="33117" y="118766"/>
                      </a:lnTo>
                      <a:lnTo>
                        <a:pt x="34259" y="118766"/>
                      </a:lnTo>
                      <a:lnTo>
                        <a:pt x="35401" y="119908"/>
                      </a:lnTo>
                      <a:lnTo>
                        <a:pt x="36543" y="119908"/>
                      </a:lnTo>
                      <a:lnTo>
                        <a:pt x="37685" y="121050"/>
                      </a:lnTo>
                      <a:lnTo>
                        <a:pt x="38827" y="121050"/>
                      </a:lnTo>
                      <a:lnTo>
                        <a:pt x="39969" y="122191"/>
                      </a:lnTo>
                      <a:lnTo>
                        <a:pt x="42253" y="122191"/>
                      </a:lnTo>
                      <a:lnTo>
                        <a:pt x="43395" y="123333"/>
                      </a:lnTo>
                      <a:lnTo>
                        <a:pt x="45679" y="123333"/>
                      </a:lnTo>
                      <a:lnTo>
                        <a:pt x="46821" y="124475"/>
                      </a:lnTo>
                      <a:lnTo>
                        <a:pt x="51389" y="124475"/>
                      </a:lnTo>
                      <a:lnTo>
                        <a:pt x="52531" y="125617"/>
                      </a:lnTo>
                      <a:lnTo>
                        <a:pt x="61667" y="125617"/>
                      </a:lnTo>
                      <a:lnTo>
                        <a:pt x="62809" y="126759"/>
                      </a:lnTo>
                      <a:lnTo>
                        <a:pt x="63951" y="125617"/>
                      </a:lnTo>
                      <a:lnTo>
                        <a:pt x="74228" y="125617"/>
                      </a:lnTo>
                      <a:lnTo>
                        <a:pt x="75370" y="124475"/>
                      </a:lnTo>
                      <a:lnTo>
                        <a:pt x="78796" y="124475"/>
                      </a:lnTo>
                      <a:lnTo>
                        <a:pt x="79938" y="123333"/>
                      </a:lnTo>
                      <a:lnTo>
                        <a:pt x="83364" y="123333"/>
                      </a:lnTo>
                      <a:lnTo>
                        <a:pt x="84506" y="122191"/>
                      </a:lnTo>
                      <a:lnTo>
                        <a:pt x="85648" y="122191"/>
                      </a:lnTo>
                      <a:lnTo>
                        <a:pt x="86790" y="121050"/>
                      </a:lnTo>
                      <a:lnTo>
                        <a:pt x="89074" y="121050"/>
                      </a:lnTo>
                      <a:lnTo>
                        <a:pt x="90216" y="119908"/>
                      </a:lnTo>
                      <a:lnTo>
                        <a:pt x="91358" y="119908"/>
                      </a:lnTo>
                      <a:lnTo>
                        <a:pt x="92500" y="118766"/>
                      </a:lnTo>
                      <a:lnTo>
                        <a:pt x="93642" y="118766"/>
                      </a:lnTo>
                      <a:lnTo>
                        <a:pt x="95926" y="116482"/>
                      </a:lnTo>
                      <a:lnTo>
                        <a:pt x="97068" y="116482"/>
                      </a:lnTo>
                      <a:lnTo>
                        <a:pt x="98210" y="115340"/>
                      </a:lnTo>
                      <a:lnTo>
                        <a:pt x="99352" y="115340"/>
                      </a:lnTo>
                      <a:lnTo>
                        <a:pt x="102778" y="111914"/>
                      </a:lnTo>
                      <a:lnTo>
                        <a:pt x="103920" y="111914"/>
                      </a:lnTo>
                      <a:lnTo>
                        <a:pt x="111914" y="103920"/>
                      </a:lnTo>
                      <a:lnTo>
                        <a:pt x="111914" y="102778"/>
                      </a:lnTo>
                      <a:lnTo>
                        <a:pt x="115340" y="99352"/>
                      </a:lnTo>
                      <a:lnTo>
                        <a:pt x="115340" y="98210"/>
                      </a:lnTo>
                      <a:lnTo>
                        <a:pt x="116482" y="97068"/>
                      </a:lnTo>
                      <a:lnTo>
                        <a:pt x="116482" y="95926"/>
                      </a:lnTo>
                      <a:lnTo>
                        <a:pt x="118766" y="93642"/>
                      </a:lnTo>
                      <a:lnTo>
                        <a:pt x="118766" y="92500"/>
                      </a:lnTo>
                      <a:lnTo>
                        <a:pt x="119908" y="91358"/>
                      </a:lnTo>
                      <a:lnTo>
                        <a:pt x="119908" y="90216"/>
                      </a:lnTo>
                      <a:lnTo>
                        <a:pt x="121050" y="89074"/>
                      </a:lnTo>
                      <a:lnTo>
                        <a:pt x="121050" y="86790"/>
                      </a:lnTo>
                      <a:lnTo>
                        <a:pt x="122191" y="85648"/>
                      </a:lnTo>
                      <a:lnTo>
                        <a:pt x="122191" y="84506"/>
                      </a:lnTo>
                      <a:lnTo>
                        <a:pt x="123333" y="83364"/>
                      </a:lnTo>
                      <a:lnTo>
                        <a:pt x="123333" y="79938"/>
                      </a:lnTo>
                      <a:lnTo>
                        <a:pt x="124475" y="78796"/>
                      </a:lnTo>
                      <a:lnTo>
                        <a:pt x="124475" y="75370"/>
                      </a:lnTo>
                      <a:lnTo>
                        <a:pt x="125617" y="74228"/>
                      </a:lnTo>
                      <a:lnTo>
                        <a:pt x="125617" y="63951"/>
                      </a:lnTo>
                      <a:lnTo>
                        <a:pt x="126759" y="62809"/>
                      </a:lnTo>
                      <a:lnTo>
                        <a:pt x="125617" y="61667"/>
                      </a:lnTo>
                      <a:lnTo>
                        <a:pt x="125617" y="52531"/>
                      </a:lnTo>
                      <a:lnTo>
                        <a:pt x="124475" y="51389"/>
                      </a:lnTo>
                      <a:lnTo>
                        <a:pt x="124475" y="46821"/>
                      </a:lnTo>
                      <a:lnTo>
                        <a:pt x="123333" y="45679"/>
                      </a:lnTo>
                      <a:lnTo>
                        <a:pt x="123333" y="43395"/>
                      </a:lnTo>
                      <a:lnTo>
                        <a:pt x="122191" y="42253"/>
                      </a:lnTo>
                      <a:lnTo>
                        <a:pt x="122191" y="39969"/>
                      </a:lnTo>
                      <a:lnTo>
                        <a:pt x="121050" y="38827"/>
                      </a:lnTo>
                      <a:lnTo>
                        <a:pt x="121050" y="37685"/>
                      </a:lnTo>
                      <a:lnTo>
                        <a:pt x="119908" y="36543"/>
                      </a:lnTo>
                      <a:lnTo>
                        <a:pt x="119908" y="35401"/>
                      </a:lnTo>
                      <a:lnTo>
                        <a:pt x="118766" y="34259"/>
                      </a:lnTo>
                      <a:lnTo>
                        <a:pt x="118766" y="33117"/>
                      </a:lnTo>
                      <a:lnTo>
                        <a:pt x="117624" y="31975"/>
                      </a:lnTo>
                      <a:lnTo>
                        <a:pt x="117624" y="30833"/>
                      </a:lnTo>
                      <a:lnTo>
                        <a:pt x="115340" y="28549"/>
                      </a:lnTo>
                      <a:lnTo>
                        <a:pt x="115340" y="27407"/>
                      </a:lnTo>
                      <a:lnTo>
                        <a:pt x="111914" y="23982"/>
                      </a:lnTo>
                      <a:lnTo>
                        <a:pt x="111914" y="22840"/>
                      </a:lnTo>
                      <a:lnTo>
                        <a:pt x="103920" y="14846"/>
                      </a:lnTo>
                      <a:lnTo>
                        <a:pt x="102778" y="14846"/>
                      </a:lnTo>
                      <a:lnTo>
                        <a:pt x="99352" y="11420"/>
                      </a:lnTo>
                      <a:lnTo>
                        <a:pt x="98210" y="11420"/>
                      </a:lnTo>
                      <a:lnTo>
                        <a:pt x="95926" y="9136"/>
                      </a:lnTo>
                      <a:lnTo>
                        <a:pt x="94784" y="9136"/>
                      </a:lnTo>
                      <a:lnTo>
                        <a:pt x="93642" y="7994"/>
                      </a:lnTo>
                      <a:lnTo>
                        <a:pt x="92500" y="7994"/>
                      </a:lnTo>
                      <a:lnTo>
                        <a:pt x="91358" y="6852"/>
                      </a:lnTo>
                      <a:lnTo>
                        <a:pt x="90216" y="6852"/>
                      </a:lnTo>
                      <a:lnTo>
                        <a:pt x="89074" y="5710"/>
                      </a:lnTo>
                      <a:lnTo>
                        <a:pt x="87932" y="5710"/>
                      </a:lnTo>
                      <a:lnTo>
                        <a:pt x="86790" y="4568"/>
                      </a:lnTo>
                      <a:lnTo>
                        <a:pt x="84506" y="4568"/>
                      </a:lnTo>
                      <a:lnTo>
                        <a:pt x="83364" y="3426"/>
                      </a:lnTo>
                      <a:lnTo>
                        <a:pt x="81080" y="3426"/>
                      </a:lnTo>
                      <a:lnTo>
                        <a:pt x="79938" y="2284"/>
                      </a:lnTo>
                      <a:lnTo>
                        <a:pt x="75370" y="2284"/>
                      </a:lnTo>
                      <a:lnTo>
                        <a:pt x="74228" y="1142"/>
                      </a:lnTo>
                      <a:lnTo>
                        <a:pt x="66235" y="1142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8" name="任意形状 7207">
                  <a:extLst>
                    <a:ext uri="{FF2B5EF4-FFF2-40B4-BE49-F238E27FC236}">
                      <a16:creationId xmlns:a16="http://schemas.microsoft.com/office/drawing/2014/main" id="{D3DB4F88-DFDC-EE9B-5C46-EA2A7DC760FE}"/>
                    </a:ext>
                  </a:extLst>
                </p:cNvPr>
                <p:cNvSpPr/>
                <p:nvPr/>
              </p:nvSpPr>
              <p:spPr>
                <a:xfrm>
                  <a:off x="5543499" y="5088484"/>
                  <a:ext cx="145031" cy="145031"/>
                </a:xfrm>
                <a:custGeom>
                  <a:avLst/>
                  <a:gdLst>
                    <a:gd name="connsiteX0" fmla="*/ 0 w 145031"/>
                    <a:gd name="connsiteY0" fmla="*/ 0 h 145031"/>
                    <a:gd name="connsiteX1" fmla="*/ 0 w 145031"/>
                    <a:gd name="connsiteY1" fmla="*/ 145031 h 145031"/>
                    <a:gd name="connsiteX2" fmla="*/ 145031 w 145031"/>
                    <a:gd name="connsiteY2" fmla="*/ 145031 h 145031"/>
                    <a:gd name="connsiteX3" fmla="*/ 145031 w 145031"/>
                    <a:gd name="connsiteY3" fmla="*/ 87932 h 145031"/>
                    <a:gd name="connsiteX4" fmla="*/ 116482 w 145031"/>
                    <a:gd name="connsiteY4" fmla="*/ 116482 h 145031"/>
                    <a:gd name="connsiteX5" fmla="*/ 115340 w 145031"/>
                    <a:gd name="connsiteY5" fmla="*/ 116482 h 145031"/>
                    <a:gd name="connsiteX6" fmla="*/ 101636 w 145031"/>
                    <a:gd name="connsiteY6" fmla="*/ 102778 h 145031"/>
                    <a:gd name="connsiteX7" fmla="*/ 101636 w 145031"/>
                    <a:gd name="connsiteY7" fmla="*/ 101636 h 145031"/>
                    <a:gd name="connsiteX8" fmla="*/ 130185 w 145031"/>
                    <a:gd name="connsiteY8" fmla="*/ 73087 h 145031"/>
                    <a:gd name="connsiteX9" fmla="*/ 130185 w 145031"/>
                    <a:gd name="connsiteY9" fmla="*/ 71945 h 145031"/>
                    <a:gd name="connsiteX10" fmla="*/ 101636 w 145031"/>
                    <a:gd name="connsiteY10" fmla="*/ 43395 h 145031"/>
                    <a:gd name="connsiteX11" fmla="*/ 101636 w 145031"/>
                    <a:gd name="connsiteY11" fmla="*/ 42253 h 145031"/>
                    <a:gd name="connsiteX12" fmla="*/ 115340 w 145031"/>
                    <a:gd name="connsiteY12" fmla="*/ 28549 h 145031"/>
                    <a:gd name="connsiteX13" fmla="*/ 116482 w 145031"/>
                    <a:gd name="connsiteY13" fmla="*/ 28549 h 145031"/>
                    <a:gd name="connsiteX14" fmla="*/ 145031 w 145031"/>
                    <a:gd name="connsiteY14" fmla="*/ 57099 h 145031"/>
                    <a:gd name="connsiteX15" fmla="*/ 145031 w 145031"/>
                    <a:gd name="connsiteY15" fmla="*/ 0 h 145031"/>
                    <a:gd name="connsiteX16" fmla="*/ 46821 w 145031"/>
                    <a:gd name="connsiteY16" fmla="*/ 28549 h 145031"/>
                    <a:gd name="connsiteX17" fmla="*/ 9136 w 145031"/>
                    <a:gd name="connsiteY17" fmla="*/ 66235 h 145031"/>
                    <a:gd name="connsiteX18" fmla="*/ 9136 w 145031"/>
                    <a:gd name="connsiteY18" fmla="*/ 67377 h 145031"/>
                    <a:gd name="connsiteX19" fmla="*/ 7994 w 145031"/>
                    <a:gd name="connsiteY19" fmla="*/ 68519 h 145031"/>
                    <a:gd name="connsiteX20" fmla="*/ 7994 w 145031"/>
                    <a:gd name="connsiteY20" fmla="*/ 76512 h 145031"/>
                    <a:gd name="connsiteX21" fmla="*/ 9136 w 145031"/>
                    <a:gd name="connsiteY21" fmla="*/ 77654 h 145031"/>
                    <a:gd name="connsiteX22" fmla="*/ 9136 w 145031"/>
                    <a:gd name="connsiteY22" fmla="*/ 78796 h 145031"/>
                    <a:gd name="connsiteX23" fmla="*/ 46821 w 145031"/>
                    <a:gd name="connsiteY23" fmla="*/ 116482 h 145031"/>
                    <a:gd name="connsiteX24" fmla="*/ 47963 w 145031"/>
                    <a:gd name="connsiteY24" fmla="*/ 116482 h 145031"/>
                    <a:gd name="connsiteX25" fmla="*/ 61667 w 145031"/>
                    <a:gd name="connsiteY25" fmla="*/ 102778 h 145031"/>
                    <a:gd name="connsiteX26" fmla="*/ 61667 w 145031"/>
                    <a:gd name="connsiteY26" fmla="*/ 101636 h 145031"/>
                    <a:gd name="connsiteX27" fmla="*/ 33117 w 145031"/>
                    <a:gd name="connsiteY27" fmla="*/ 73087 h 145031"/>
                    <a:gd name="connsiteX28" fmla="*/ 33117 w 145031"/>
                    <a:gd name="connsiteY28" fmla="*/ 71945 h 145031"/>
                    <a:gd name="connsiteX29" fmla="*/ 61667 w 145031"/>
                    <a:gd name="connsiteY29" fmla="*/ 43395 h 145031"/>
                    <a:gd name="connsiteX30" fmla="*/ 61667 w 145031"/>
                    <a:gd name="connsiteY30" fmla="*/ 42253 h 145031"/>
                    <a:gd name="connsiteX31" fmla="*/ 47963 w 145031"/>
                    <a:gd name="connsiteY31" fmla="*/ 28549 h 145031"/>
                    <a:gd name="connsiteX32" fmla="*/ 89074 w 145031"/>
                    <a:gd name="connsiteY32" fmla="*/ 15988 h 145031"/>
                    <a:gd name="connsiteX33" fmla="*/ 82222 w 145031"/>
                    <a:gd name="connsiteY33" fmla="*/ 15988 h 145031"/>
                    <a:gd name="connsiteX34" fmla="*/ 79938 w 145031"/>
                    <a:gd name="connsiteY34" fmla="*/ 18272 h 145031"/>
                    <a:gd name="connsiteX35" fmla="*/ 79938 w 145031"/>
                    <a:gd name="connsiteY35" fmla="*/ 23982 h 145031"/>
                    <a:gd name="connsiteX36" fmla="*/ 78796 w 145031"/>
                    <a:gd name="connsiteY36" fmla="*/ 25123 h 145031"/>
                    <a:gd name="connsiteX37" fmla="*/ 78796 w 145031"/>
                    <a:gd name="connsiteY37" fmla="*/ 30833 h 145031"/>
                    <a:gd name="connsiteX38" fmla="*/ 77654 w 145031"/>
                    <a:gd name="connsiteY38" fmla="*/ 31975 h 145031"/>
                    <a:gd name="connsiteX39" fmla="*/ 77654 w 145031"/>
                    <a:gd name="connsiteY39" fmla="*/ 37685 h 145031"/>
                    <a:gd name="connsiteX40" fmla="*/ 76512 w 145031"/>
                    <a:gd name="connsiteY40" fmla="*/ 38827 h 145031"/>
                    <a:gd name="connsiteX41" fmla="*/ 76512 w 145031"/>
                    <a:gd name="connsiteY41" fmla="*/ 44537 h 145031"/>
                    <a:gd name="connsiteX42" fmla="*/ 75370 w 145031"/>
                    <a:gd name="connsiteY42" fmla="*/ 45679 h 145031"/>
                    <a:gd name="connsiteX43" fmla="*/ 75370 w 145031"/>
                    <a:gd name="connsiteY43" fmla="*/ 51389 h 145031"/>
                    <a:gd name="connsiteX44" fmla="*/ 74228 w 145031"/>
                    <a:gd name="connsiteY44" fmla="*/ 52531 h 145031"/>
                    <a:gd name="connsiteX45" fmla="*/ 74228 w 145031"/>
                    <a:gd name="connsiteY45" fmla="*/ 58241 h 145031"/>
                    <a:gd name="connsiteX46" fmla="*/ 73087 w 145031"/>
                    <a:gd name="connsiteY46" fmla="*/ 59383 h 145031"/>
                    <a:gd name="connsiteX47" fmla="*/ 73087 w 145031"/>
                    <a:gd name="connsiteY47" fmla="*/ 65093 h 145031"/>
                    <a:gd name="connsiteX48" fmla="*/ 71945 w 145031"/>
                    <a:gd name="connsiteY48" fmla="*/ 66235 h 145031"/>
                    <a:gd name="connsiteX49" fmla="*/ 71945 w 145031"/>
                    <a:gd name="connsiteY49" fmla="*/ 71945 h 145031"/>
                    <a:gd name="connsiteX50" fmla="*/ 70803 w 145031"/>
                    <a:gd name="connsiteY50" fmla="*/ 73087 h 145031"/>
                    <a:gd name="connsiteX51" fmla="*/ 70803 w 145031"/>
                    <a:gd name="connsiteY51" fmla="*/ 78796 h 145031"/>
                    <a:gd name="connsiteX52" fmla="*/ 69661 w 145031"/>
                    <a:gd name="connsiteY52" fmla="*/ 79938 h 145031"/>
                    <a:gd name="connsiteX53" fmla="*/ 69661 w 145031"/>
                    <a:gd name="connsiteY53" fmla="*/ 85648 h 145031"/>
                    <a:gd name="connsiteX54" fmla="*/ 68519 w 145031"/>
                    <a:gd name="connsiteY54" fmla="*/ 86790 h 145031"/>
                    <a:gd name="connsiteX55" fmla="*/ 68519 w 145031"/>
                    <a:gd name="connsiteY55" fmla="*/ 92500 h 145031"/>
                    <a:gd name="connsiteX56" fmla="*/ 67377 w 145031"/>
                    <a:gd name="connsiteY56" fmla="*/ 93642 h 145031"/>
                    <a:gd name="connsiteX57" fmla="*/ 67377 w 145031"/>
                    <a:gd name="connsiteY57" fmla="*/ 99352 h 145031"/>
                    <a:gd name="connsiteX58" fmla="*/ 66235 w 145031"/>
                    <a:gd name="connsiteY58" fmla="*/ 100494 h 145031"/>
                    <a:gd name="connsiteX59" fmla="*/ 66235 w 145031"/>
                    <a:gd name="connsiteY59" fmla="*/ 106204 h 145031"/>
                    <a:gd name="connsiteX60" fmla="*/ 65093 w 145031"/>
                    <a:gd name="connsiteY60" fmla="*/ 107346 h 145031"/>
                    <a:gd name="connsiteX61" fmla="*/ 65093 w 145031"/>
                    <a:gd name="connsiteY61" fmla="*/ 113056 h 145031"/>
                    <a:gd name="connsiteX62" fmla="*/ 63951 w 145031"/>
                    <a:gd name="connsiteY62" fmla="*/ 114198 h 145031"/>
                    <a:gd name="connsiteX63" fmla="*/ 63951 w 145031"/>
                    <a:gd name="connsiteY63" fmla="*/ 119908 h 145031"/>
                    <a:gd name="connsiteX64" fmla="*/ 62809 w 145031"/>
                    <a:gd name="connsiteY64" fmla="*/ 121050 h 145031"/>
                    <a:gd name="connsiteX65" fmla="*/ 62809 w 145031"/>
                    <a:gd name="connsiteY65" fmla="*/ 125617 h 145031"/>
                    <a:gd name="connsiteX66" fmla="*/ 65093 w 145031"/>
                    <a:gd name="connsiteY66" fmla="*/ 127901 h 145031"/>
                    <a:gd name="connsiteX67" fmla="*/ 70803 w 145031"/>
                    <a:gd name="connsiteY67" fmla="*/ 127901 h 145031"/>
                    <a:gd name="connsiteX68" fmla="*/ 71945 w 145031"/>
                    <a:gd name="connsiteY68" fmla="*/ 129043 h 145031"/>
                    <a:gd name="connsiteX69" fmla="*/ 77654 w 145031"/>
                    <a:gd name="connsiteY69" fmla="*/ 129043 h 145031"/>
                    <a:gd name="connsiteX70" fmla="*/ 78796 w 145031"/>
                    <a:gd name="connsiteY70" fmla="*/ 130185 h 145031"/>
                    <a:gd name="connsiteX71" fmla="*/ 81080 w 145031"/>
                    <a:gd name="connsiteY71" fmla="*/ 130185 h 145031"/>
                    <a:gd name="connsiteX72" fmla="*/ 83364 w 145031"/>
                    <a:gd name="connsiteY72" fmla="*/ 127901 h 145031"/>
                    <a:gd name="connsiteX73" fmla="*/ 83364 w 145031"/>
                    <a:gd name="connsiteY73" fmla="*/ 122191 h 145031"/>
                    <a:gd name="connsiteX74" fmla="*/ 84506 w 145031"/>
                    <a:gd name="connsiteY74" fmla="*/ 121050 h 145031"/>
                    <a:gd name="connsiteX75" fmla="*/ 84506 w 145031"/>
                    <a:gd name="connsiteY75" fmla="*/ 115340 h 145031"/>
                    <a:gd name="connsiteX76" fmla="*/ 85648 w 145031"/>
                    <a:gd name="connsiteY76" fmla="*/ 114198 h 145031"/>
                    <a:gd name="connsiteX77" fmla="*/ 85648 w 145031"/>
                    <a:gd name="connsiteY77" fmla="*/ 108488 h 145031"/>
                    <a:gd name="connsiteX78" fmla="*/ 86790 w 145031"/>
                    <a:gd name="connsiteY78" fmla="*/ 107346 h 145031"/>
                    <a:gd name="connsiteX79" fmla="*/ 86790 w 145031"/>
                    <a:gd name="connsiteY79" fmla="*/ 101636 h 145031"/>
                    <a:gd name="connsiteX80" fmla="*/ 87932 w 145031"/>
                    <a:gd name="connsiteY80" fmla="*/ 100494 h 145031"/>
                    <a:gd name="connsiteX81" fmla="*/ 87932 w 145031"/>
                    <a:gd name="connsiteY81" fmla="*/ 94784 h 145031"/>
                    <a:gd name="connsiteX82" fmla="*/ 89074 w 145031"/>
                    <a:gd name="connsiteY82" fmla="*/ 93642 h 145031"/>
                    <a:gd name="connsiteX83" fmla="*/ 89074 w 145031"/>
                    <a:gd name="connsiteY83" fmla="*/ 87932 h 145031"/>
                    <a:gd name="connsiteX84" fmla="*/ 90216 w 145031"/>
                    <a:gd name="connsiteY84" fmla="*/ 86790 h 145031"/>
                    <a:gd name="connsiteX85" fmla="*/ 90216 w 145031"/>
                    <a:gd name="connsiteY85" fmla="*/ 81080 h 145031"/>
                    <a:gd name="connsiteX86" fmla="*/ 91358 w 145031"/>
                    <a:gd name="connsiteY86" fmla="*/ 79938 h 145031"/>
                    <a:gd name="connsiteX87" fmla="*/ 91358 w 145031"/>
                    <a:gd name="connsiteY87" fmla="*/ 74228 h 145031"/>
                    <a:gd name="connsiteX88" fmla="*/ 92500 w 145031"/>
                    <a:gd name="connsiteY88" fmla="*/ 73087 h 145031"/>
                    <a:gd name="connsiteX89" fmla="*/ 92500 w 145031"/>
                    <a:gd name="connsiteY89" fmla="*/ 67377 h 145031"/>
                    <a:gd name="connsiteX90" fmla="*/ 93642 w 145031"/>
                    <a:gd name="connsiteY90" fmla="*/ 66235 h 145031"/>
                    <a:gd name="connsiteX91" fmla="*/ 93642 w 145031"/>
                    <a:gd name="connsiteY91" fmla="*/ 60525 h 145031"/>
                    <a:gd name="connsiteX92" fmla="*/ 94784 w 145031"/>
                    <a:gd name="connsiteY92" fmla="*/ 59383 h 145031"/>
                    <a:gd name="connsiteX93" fmla="*/ 94784 w 145031"/>
                    <a:gd name="connsiteY93" fmla="*/ 53673 h 145031"/>
                    <a:gd name="connsiteX94" fmla="*/ 95926 w 145031"/>
                    <a:gd name="connsiteY94" fmla="*/ 52531 h 145031"/>
                    <a:gd name="connsiteX95" fmla="*/ 95926 w 145031"/>
                    <a:gd name="connsiteY95" fmla="*/ 46821 h 145031"/>
                    <a:gd name="connsiteX96" fmla="*/ 97068 w 145031"/>
                    <a:gd name="connsiteY96" fmla="*/ 45679 h 145031"/>
                    <a:gd name="connsiteX97" fmla="*/ 97068 w 145031"/>
                    <a:gd name="connsiteY97" fmla="*/ 39969 h 145031"/>
                    <a:gd name="connsiteX98" fmla="*/ 98210 w 145031"/>
                    <a:gd name="connsiteY98" fmla="*/ 38827 h 145031"/>
                    <a:gd name="connsiteX99" fmla="*/ 98210 w 145031"/>
                    <a:gd name="connsiteY99" fmla="*/ 33117 h 145031"/>
                    <a:gd name="connsiteX100" fmla="*/ 99352 w 145031"/>
                    <a:gd name="connsiteY100" fmla="*/ 31975 h 145031"/>
                    <a:gd name="connsiteX101" fmla="*/ 99352 w 145031"/>
                    <a:gd name="connsiteY101" fmla="*/ 26265 h 145031"/>
                    <a:gd name="connsiteX102" fmla="*/ 100494 w 145031"/>
                    <a:gd name="connsiteY102" fmla="*/ 25123 h 145031"/>
                    <a:gd name="connsiteX103" fmla="*/ 100494 w 145031"/>
                    <a:gd name="connsiteY103" fmla="*/ 20556 h 145031"/>
                    <a:gd name="connsiteX104" fmla="*/ 98210 w 145031"/>
                    <a:gd name="connsiteY104" fmla="*/ 18272 h 145031"/>
                    <a:gd name="connsiteX105" fmla="*/ 97068 w 145031"/>
                    <a:gd name="connsiteY105" fmla="*/ 18272 h 145031"/>
                    <a:gd name="connsiteX106" fmla="*/ 95926 w 145031"/>
                    <a:gd name="connsiteY106" fmla="*/ 17130 h 145031"/>
                    <a:gd name="connsiteX107" fmla="*/ 90216 w 145031"/>
                    <a:gd name="connsiteY107" fmla="*/ 1713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</a:cxnLst>
                  <a:rect l="l" t="t" r="r" b="b"/>
                  <a:pathLst>
                    <a:path w="145031" h="145031">
                      <a:moveTo>
                        <a:pt x="0" y="0"/>
                      </a:moveTo>
                      <a:lnTo>
                        <a:pt x="0" y="145031"/>
                      </a:lnTo>
                      <a:lnTo>
                        <a:pt x="145031" y="145031"/>
                      </a:lnTo>
                      <a:lnTo>
                        <a:pt x="145031" y="87932"/>
                      </a:lnTo>
                      <a:lnTo>
                        <a:pt x="116482" y="116482"/>
                      </a:lnTo>
                      <a:lnTo>
                        <a:pt x="115340" y="116482"/>
                      </a:lnTo>
                      <a:lnTo>
                        <a:pt x="101636" y="102778"/>
                      </a:lnTo>
                      <a:lnTo>
                        <a:pt x="101636" y="101636"/>
                      </a:lnTo>
                      <a:lnTo>
                        <a:pt x="130185" y="73087"/>
                      </a:lnTo>
                      <a:lnTo>
                        <a:pt x="130185" y="71945"/>
                      </a:lnTo>
                      <a:lnTo>
                        <a:pt x="101636" y="43395"/>
                      </a:lnTo>
                      <a:lnTo>
                        <a:pt x="101636" y="42253"/>
                      </a:lnTo>
                      <a:lnTo>
                        <a:pt x="115340" y="28549"/>
                      </a:lnTo>
                      <a:lnTo>
                        <a:pt x="116482" y="28549"/>
                      </a:lnTo>
                      <a:lnTo>
                        <a:pt x="145031" y="57099"/>
                      </a:lnTo>
                      <a:lnTo>
                        <a:pt x="145031" y="0"/>
                      </a:lnTo>
                      <a:close/>
                      <a:moveTo>
                        <a:pt x="46821" y="28549"/>
                      </a:moveTo>
                      <a:lnTo>
                        <a:pt x="9136" y="66235"/>
                      </a:lnTo>
                      <a:lnTo>
                        <a:pt x="9136" y="67377"/>
                      </a:lnTo>
                      <a:lnTo>
                        <a:pt x="7994" y="68519"/>
                      </a:lnTo>
                      <a:lnTo>
                        <a:pt x="7994" y="76512"/>
                      </a:lnTo>
                      <a:lnTo>
                        <a:pt x="9136" y="77654"/>
                      </a:lnTo>
                      <a:lnTo>
                        <a:pt x="9136" y="78796"/>
                      </a:lnTo>
                      <a:lnTo>
                        <a:pt x="46821" y="116482"/>
                      </a:lnTo>
                      <a:lnTo>
                        <a:pt x="47963" y="116482"/>
                      </a:lnTo>
                      <a:lnTo>
                        <a:pt x="61667" y="102778"/>
                      </a:lnTo>
                      <a:lnTo>
                        <a:pt x="61667" y="101636"/>
                      </a:lnTo>
                      <a:lnTo>
                        <a:pt x="33117" y="73087"/>
                      </a:lnTo>
                      <a:lnTo>
                        <a:pt x="33117" y="71945"/>
                      </a:lnTo>
                      <a:lnTo>
                        <a:pt x="61667" y="43395"/>
                      </a:lnTo>
                      <a:lnTo>
                        <a:pt x="61667" y="42253"/>
                      </a:lnTo>
                      <a:lnTo>
                        <a:pt x="47963" y="28549"/>
                      </a:lnTo>
                      <a:close/>
                      <a:moveTo>
                        <a:pt x="89074" y="15988"/>
                      </a:moveTo>
                      <a:lnTo>
                        <a:pt x="82222" y="15988"/>
                      </a:lnTo>
                      <a:lnTo>
                        <a:pt x="79938" y="18272"/>
                      </a:lnTo>
                      <a:lnTo>
                        <a:pt x="79938" y="23982"/>
                      </a:lnTo>
                      <a:lnTo>
                        <a:pt x="78796" y="25123"/>
                      </a:lnTo>
                      <a:lnTo>
                        <a:pt x="78796" y="30833"/>
                      </a:lnTo>
                      <a:lnTo>
                        <a:pt x="77654" y="31975"/>
                      </a:lnTo>
                      <a:lnTo>
                        <a:pt x="77654" y="37685"/>
                      </a:lnTo>
                      <a:lnTo>
                        <a:pt x="76512" y="38827"/>
                      </a:lnTo>
                      <a:lnTo>
                        <a:pt x="76512" y="44537"/>
                      </a:lnTo>
                      <a:lnTo>
                        <a:pt x="75370" y="45679"/>
                      </a:lnTo>
                      <a:lnTo>
                        <a:pt x="75370" y="51389"/>
                      </a:lnTo>
                      <a:lnTo>
                        <a:pt x="74228" y="52531"/>
                      </a:lnTo>
                      <a:lnTo>
                        <a:pt x="74228" y="58241"/>
                      </a:lnTo>
                      <a:lnTo>
                        <a:pt x="73087" y="59383"/>
                      </a:lnTo>
                      <a:lnTo>
                        <a:pt x="73087" y="65093"/>
                      </a:lnTo>
                      <a:lnTo>
                        <a:pt x="71945" y="66235"/>
                      </a:lnTo>
                      <a:lnTo>
                        <a:pt x="71945" y="71945"/>
                      </a:lnTo>
                      <a:lnTo>
                        <a:pt x="70803" y="73087"/>
                      </a:lnTo>
                      <a:lnTo>
                        <a:pt x="70803" y="78796"/>
                      </a:lnTo>
                      <a:lnTo>
                        <a:pt x="69661" y="79938"/>
                      </a:lnTo>
                      <a:lnTo>
                        <a:pt x="69661" y="85648"/>
                      </a:lnTo>
                      <a:lnTo>
                        <a:pt x="68519" y="86790"/>
                      </a:lnTo>
                      <a:lnTo>
                        <a:pt x="68519" y="92500"/>
                      </a:lnTo>
                      <a:lnTo>
                        <a:pt x="67377" y="93642"/>
                      </a:lnTo>
                      <a:lnTo>
                        <a:pt x="67377" y="99352"/>
                      </a:lnTo>
                      <a:lnTo>
                        <a:pt x="66235" y="100494"/>
                      </a:lnTo>
                      <a:lnTo>
                        <a:pt x="66235" y="106204"/>
                      </a:lnTo>
                      <a:lnTo>
                        <a:pt x="65093" y="107346"/>
                      </a:lnTo>
                      <a:lnTo>
                        <a:pt x="65093" y="113056"/>
                      </a:lnTo>
                      <a:lnTo>
                        <a:pt x="63951" y="114198"/>
                      </a:lnTo>
                      <a:lnTo>
                        <a:pt x="63951" y="119908"/>
                      </a:lnTo>
                      <a:lnTo>
                        <a:pt x="62809" y="121050"/>
                      </a:lnTo>
                      <a:lnTo>
                        <a:pt x="62809" y="125617"/>
                      </a:lnTo>
                      <a:lnTo>
                        <a:pt x="65093" y="127901"/>
                      </a:lnTo>
                      <a:lnTo>
                        <a:pt x="70803" y="127901"/>
                      </a:lnTo>
                      <a:lnTo>
                        <a:pt x="71945" y="129043"/>
                      </a:lnTo>
                      <a:lnTo>
                        <a:pt x="77654" y="129043"/>
                      </a:lnTo>
                      <a:lnTo>
                        <a:pt x="78796" y="130185"/>
                      </a:lnTo>
                      <a:lnTo>
                        <a:pt x="81080" y="130185"/>
                      </a:lnTo>
                      <a:lnTo>
                        <a:pt x="83364" y="127901"/>
                      </a:lnTo>
                      <a:lnTo>
                        <a:pt x="83364" y="122191"/>
                      </a:lnTo>
                      <a:lnTo>
                        <a:pt x="84506" y="121050"/>
                      </a:lnTo>
                      <a:lnTo>
                        <a:pt x="84506" y="115340"/>
                      </a:lnTo>
                      <a:lnTo>
                        <a:pt x="85648" y="114198"/>
                      </a:lnTo>
                      <a:lnTo>
                        <a:pt x="85648" y="108488"/>
                      </a:lnTo>
                      <a:lnTo>
                        <a:pt x="86790" y="107346"/>
                      </a:lnTo>
                      <a:lnTo>
                        <a:pt x="86790" y="101636"/>
                      </a:lnTo>
                      <a:lnTo>
                        <a:pt x="87932" y="100494"/>
                      </a:lnTo>
                      <a:lnTo>
                        <a:pt x="87932" y="94784"/>
                      </a:lnTo>
                      <a:lnTo>
                        <a:pt x="89074" y="93642"/>
                      </a:lnTo>
                      <a:lnTo>
                        <a:pt x="89074" y="87932"/>
                      </a:lnTo>
                      <a:lnTo>
                        <a:pt x="90216" y="86790"/>
                      </a:lnTo>
                      <a:lnTo>
                        <a:pt x="90216" y="81080"/>
                      </a:lnTo>
                      <a:lnTo>
                        <a:pt x="91358" y="79938"/>
                      </a:lnTo>
                      <a:lnTo>
                        <a:pt x="91358" y="74228"/>
                      </a:lnTo>
                      <a:lnTo>
                        <a:pt x="92500" y="73087"/>
                      </a:lnTo>
                      <a:lnTo>
                        <a:pt x="92500" y="67377"/>
                      </a:lnTo>
                      <a:lnTo>
                        <a:pt x="93642" y="66235"/>
                      </a:lnTo>
                      <a:lnTo>
                        <a:pt x="93642" y="60525"/>
                      </a:lnTo>
                      <a:lnTo>
                        <a:pt x="94784" y="59383"/>
                      </a:lnTo>
                      <a:lnTo>
                        <a:pt x="94784" y="53673"/>
                      </a:lnTo>
                      <a:lnTo>
                        <a:pt x="95926" y="52531"/>
                      </a:lnTo>
                      <a:lnTo>
                        <a:pt x="95926" y="46821"/>
                      </a:lnTo>
                      <a:lnTo>
                        <a:pt x="97068" y="45679"/>
                      </a:lnTo>
                      <a:lnTo>
                        <a:pt x="97068" y="39969"/>
                      </a:lnTo>
                      <a:lnTo>
                        <a:pt x="98210" y="38827"/>
                      </a:lnTo>
                      <a:lnTo>
                        <a:pt x="98210" y="33117"/>
                      </a:lnTo>
                      <a:lnTo>
                        <a:pt x="99352" y="31975"/>
                      </a:lnTo>
                      <a:lnTo>
                        <a:pt x="99352" y="26265"/>
                      </a:lnTo>
                      <a:lnTo>
                        <a:pt x="100494" y="25123"/>
                      </a:lnTo>
                      <a:lnTo>
                        <a:pt x="100494" y="20556"/>
                      </a:lnTo>
                      <a:lnTo>
                        <a:pt x="98210" y="18272"/>
                      </a:lnTo>
                      <a:lnTo>
                        <a:pt x="97068" y="18272"/>
                      </a:lnTo>
                      <a:lnTo>
                        <a:pt x="95926" y="17130"/>
                      </a:lnTo>
                      <a:lnTo>
                        <a:pt x="90216" y="17130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9" name="任意形状 7208">
                  <a:extLst>
                    <a:ext uri="{FF2B5EF4-FFF2-40B4-BE49-F238E27FC236}">
                      <a16:creationId xmlns:a16="http://schemas.microsoft.com/office/drawing/2014/main" id="{C593AFB0-893D-79E7-3416-CA7C1D120FE6}"/>
                    </a:ext>
                  </a:extLst>
                </p:cNvPr>
                <p:cNvSpPr/>
                <p:nvPr/>
              </p:nvSpPr>
              <p:spPr>
                <a:xfrm>
                  <a:off x="5753623" y="5289472"/>
                  <a:ext cx="135895" cy="272932"/>
                </a:xfrm>
                <a:custGeom>
                  <a:avLst/>
                  <a:gdLst>
                    <a:gd name="connsiteX0" fmla="*/ 0 w 135895"/>
                    <a:gd name="connsiteY0" fmla="*/ 0 h 272932"/>
                    <a:gd name="connsiteX1" fmla="*/ 0 w 135895"/>
                    <a:gd name="connsiteY1" fmla="*/ 44537 h 272932"/>
                    <a:gd name="connsiteX2" fmla="*/ 12562 w 135895"/>
                    <a:gd name="connsiteY2" fmla="*/ 44537 h 272932"/>
                    <a:gd name="connsiteX3" fmla="*/ 13704 w 135895"/>
                    <a:gd name="connsiteY3" fmla="*/ 45679 h 272932"/>
                    <a:gd name="connsiteX4" fmla="*/ 18272 w 135895"/>
                    <a:gd name="connsiteY4" fmla="*/ 45679 h 272932"/>
                    <a:gd name="connsiteX5" fmla="*/ 19414 w 135895"/>
                    <a:gd name="connsiteY5" fmla="*/ 46821 h 272932"/>
                    <a:gd name="connsiteX6" fmla="*/ 22840 w 135895"/>
                    <a:gd name="connsiteY6" fmla="*/ 46821 h 272932"/>
                    <a:gd name="connsiteX7" fmla="*/ 23982 w 135895"/>
                    <a:gd name="connsiteY7" fmla="*/ 47963 h 272932"/>
                    <a:gd name="connsiteX8" fmla="*/ 27407 w 135895"/>
                    <a:gd name="connsiteY8" fmla="*/ 47963 h 272932"/>
                    <a:gd name="connsiteX9" fmla="*/ 28549 w 135895"/>
                    <a:gd name="connsiteY9" fmla="*/ 49105 h 272932"/>
                    <a:gd name="connsiteX10" fmla="*/ 30833 w 135895"/>
                    <a:gd name="connsiteY10" fmla="*/ 49105 h 272932"/>
                    <a:gd name="connsiteX11" fmla="*/ 36543 w 135895"/>
                    <a:gd name="connsiteY11" fmla="*/ 52531 h 272932"/>
                    <a:gd name="connsiteX12" fmla="*/ 38827 w 135895"/>
                    <a:gd name="connsiteY12" fmla="*/ 52531 h 272932"/>
                    <a:gd name="connsiteX13" fmla="*/ 39969 w 135895"/>
                    <a:gd name="connsiteY13" fmla="*/ 53673 h 272932"/>
                    <a:gd name="connsiteX14" fmla="*/ 43395 w 135895"/>
                    <a:gd name="connsiteY14" fmla="*/ 54815 h 272932"/>
                    <a:gd name="connsiteX15" fmla="*/ 45679 w 135895"/>
                    <a:gd name="connsiteY15" fmla="*/ 57099 h 272932"/>
                    <a:gd name="connsiteX16" fmla="*/ 49105 w 135895"/>
                    <a:gd name="connsiteY16" fmla="*/ 58241 h 272932"/>
                    <a:gd name="connsiteX17" fmla="*/ 55957 w 135895"/>
                    <a:gd name="connsiteY17" fmla="*/ 63951 h 272932"/>
                    <a:gd name="connsiteX18" fmla="*/ 57099 w 135895"/>
                    <a:gd name="connsiteY18" fmla="*/ 63951 h 272932"/>
                    <a:gd name="connsiteX19" fmla="*/ 70803 w 135895"/>
                    <a:gd name="connsiteY19" fmla="*/ 77654 h 272932"/>
                    <a:gd name="connsiteX20" fmla="*/ 70803 w 135895"/>
                    <a:gd name="connsiteY20" fmla="*/ 78796 h 272932"/>
                    <a:gd name="connsiteX21" fmla="*/ 75370 w 135895"/>
                    <a:gd name="connsiteY21" fmla="*/ 83364 h 272932"/>
                    <a:gd name="connsiteX22" fmla="*/ 75370 w 135895"/>
                    <a:gd name="connsiteY22" fmla="*/ 84506 h 272932"/>
                    <a:gd name="connsiteX23" fmla="*/ 77654 w 135895"/>
                    <a:gd name="connsiteY23" fmla="*/ 86790 h 272932"/>
                    <a:gd name="connsiteX24" fmla="*/ 78796 w 135895"/>
                    <a:gd name="connsiteY24" fmla="*/ 90216 h 272932"/>
                    <a:gd name="connsiteX25" fmla="*/ 81080 w 135895"/>
                    <a:gd name="connsiteY25" fmla="*/ 92500 h 272932"/>
                    <a:gd name="connsiteX26" fmla="*/ 81080 w 135895"/>
                    <a:gd name="connsiteY26" fmla="*/ 93642 h 272932"/>
                    <a:gd name="connsiteX27" fmla="*/ 83364 w 135895"/>
                    <a:gd name="connsiteY27" fmla="*/ 97068 h 272932"/>
                    <a:gd name="connsiteX28" fmla="*/ 83364 w 135895"/>
                    <a:gd name="connsiteY28" fmla="*/ 99352 h 272932"/>
                    <a:gd name="connsiteX29" fmla="*/ 86790 w 135895"/>
                    <a:gd name="connsiteY29" fmla="*/ 105062 h 272932"/>
                    <a:gd name="connsiteX30" fmla="*/ 86790 w 135895"/>
                    <a:gd name="connsiteY30" fmla="*/ 107346 h 272932"/>
                    <a:gd name="connsiteX31" fmla="*/ 87932 w 135895"/>
                    <a:gd name="connsiteY31" fmla="*/ 108488 h 272932"/>
                    <a:gd name="connsiteX32" fmla="*/ 87932 w 135895"/>
                    <a:gd name="connsiteY32" fmla="*/ 111914 h 272932"/>
                    <a:gd name="connsiteX33" fmla="*/ 89074 w 135895"/>
                    <a:gd name="connsiteY33" fmla="*/ 113056 h 272932"/>
                    <a:gd name="connsiteX34" fmla="*/ 89074 w 135895"/>
                    <a:gd name="connsiteY34" fmla="*/ 116482 h 272932"/>
                    <a:gd name="connsiteX35" fmla="*/ 90216 w 135895"/>
                    <a:gd name="connsiteY35" fmla="*/ 117624 h 272932"/>
                    <a:gd name="connsiteX36" fmla="*/ 90216 w 135895"/>
                    <a:gd name="connsiteY36" fmla="*/ 122191 h 272932"/>
                    <a:gd name="connsiteX37" fmla="*/ 91358 w 135895"/>
                    <a:gd name="connsiteY37" fmla="*/ 123333 h 272932"/>
                    <a:gd name="connsiteX38" fmla="*/ 91358 w 135895"/>
                    <a:gd name="connsiteY38" fmla="*/ 149599 h 272932"/>
                    <a:gd name="connsiteX39" fmla="*/ 90216 w 135895"/>
                    <a:gd name="connsiteY39" fmla="*/ 150741 h 272932"/>
                    <a:gd name="connsiteX40" fmla="*/ 90216 w 135895"/>
                    <a:gd name="connsiteY40" fmla="*/ 155309 h 272932"/>
                    <a:gd name="connsiteX41" fmla="*/ 89074 w 135895"/>
                    <a:gd name="connsiteY41" fmla="*/ 156451 h 272932"/>
                    <a:gd name="connsiteX42" fmla="*/ 87932 w 135895"/>
                    <a:gd name="connsiteY42" fmla="*/ 164445 h 272932"/>
                    <a:gd name="connsiteX43" fmla="*/ 86790 w 135895"/>
                    <a:gd name="connsiteY43" fmla="*/ 165587 h 272932"/>
                    <a:gd name="connsiteX44" fmla="*/ 86790 w 135895"/>
                    <a:gd name="connsiteY44" fmla="*/ 167871 h 272932"/>
                    <a:gd name="connsiteX45" fmla="*/ 83364 w 135895"/>
                    <a:gd name="connsiteY45" fmla="*/ 173580 h 272932"/>
                    <a:gd name="connsiteX46" fmla="*/ 83364 w 135895"/>
                    <a:gd name="connsiteY46" fmla="*/ 175864 h 272932"/>
                    <a:gd name="connsiteX47" fmla="*/ 82222 w 135895"/>
                    <a:gd name="connsiteY47" fmla="*/ 177006 h 272932"/>
                    <a:gd name="connsiteX48" fmla="*/ 81080 w 135895"/>
                    <a:gd name="connsiteY48" fmla="*/ 180432 h 272932"/>
                    <a:gd name="connsiteX49" fmla="*/ 78796 w 135895"/>
                    <a:gd name="connsiteY49" fmla="*/ 182716 h 272932"/>
                    <a:gd name="connsiteX50" fmla="*/ 78796 w 135895"/>
                    <a:gd name="connsiteY50" fmla="*/ 183858 h 272932"/>
                    <a:gd name="connsiteX51" fmla="*/ 75370 w 135895"/>
                    <a:gd name="connsiteY51" fmla="*/ 188426 h 272932"/>
                    <a:gd name="connsiteX52" fmla="*/ 75370 w 135895"/>
                    <a:gd name="connsiteY52" fmla="*/ 189568 h 272932"/>
                    <a:gd name="connsiteX53" fmla="*/ 70803 w 135895"/>
                    <a:gd name="connsiteY53" fmla="*/ 194136 h 272932"/>
                    <a:gd name="connsiteX54" fmla="*/ 70803 w 135895"/>
                    <a:gd name="connsiteY54" fmla="*/ 195278 h 272932"/>
                    <a:gd name="connsiteX55" fmla="*/ 58241 w 135895"/>
                    <a:gd name="connsiteY55" fmla="*/ 207840 h 272932"/>
                    <a:gd name="connsiteX56" fmla="*/ 57099 w 135895"/>
                    <a:gd name="connsiteY56" fmla="*/ 207840 h 272932"/>
                    <a:gd name="connsiteX57" fmla="*/ 52531 w 135895"/>
                    <a:gd name="connsiteY57" fmla="*/ 212408 h 272932"/>
                    <a:gd name="connsiteX58" fmla="*/ 51389 w 135895"/>
                    <a:gd name="connsiteY58" fmla="*/ 212408 h 272932"/>
                    <a:gd name="connsiteX59" fmla="*/ 49105 w 135895"/>
                    <a:gd name="connsiteY59" fmla="*/ 214692 h 272932"/>
                    <a:gd name="connsiteX60" fmla="*/ 45679 w 135895"/>
                    <a:gd name="connsiteY60" fmla="*/ 215834 h 272932"/>
                    <a:gd name="connsiteX61" fmla="*/ 43395 w 135895"/>
                    <a:gd name="connsiteY61" fmla="*/ 218118 h 272932"/>
                    <a:gd name="connsiteX62" fmla="*/ 42253 w 135895"/>
                    <a:gd name="connsiteY62" fmla="*/ 218118 h 272932"/>
                    <a:gd name="connsiteX63" fmla="*/ 38827 w 135895"/>
                    <a:gd name="connsiteY63" fmla="*/ 220401 h 272932"/>
                    <a:gd name="connsiteX64" fmla="*/ 36543 w 135895"/>
                    <a:gd name="connsiteY64" fmla="*/ 220401 h 272932"/>
                    <a:gd name="connsiteX65" fmla="*/ 30833 w 135895"/>
                    <a:gd name="connsiteY65" fmla="*/ 223827 h 272932"/>
                    <a:gd name="connsiteX66" fmla="*/ 28549 w 135895"/>
                    <a:gd name="connsiteY66" fmla="*/ 223827 h 272932"/>
                    <a:gd name="connsiteX67" fmla="*/ 27407 w 135895"/>
                    <a:gd name="connsiteY67" fmla="*/ 224969 h 272932"/>
                    <a:gd name="connsiteX68" fmla="*/ 23982 w 135895"/>
                    <a:gd name="connsiteY68" fmla="*/ 224969 h 272932"/>
                    <a:gd name="connsiteX69" fmla="*/ 22840 w 135895"/>
                    <a:gd name="connsiteY69" fmla="*/ 226111 h 272932"/>
                    <a:gd name="connsiteX70" fmla="*/ 19414 w 135895"/>
                    <a:gd name="connsiteY70" fmla="*/ 226111 h 272932"/>
                    <a:gd name="connsiteX71" fmla="*/ 18272 w 135895"/>
                    <a:gd name="connsiteY71" fmla="*/ 227253 h 272932"/>
                    <a:gd name="connsiteX72" fmla="*/ 13704 w 135895"/>
                    <a:gd name="connsiteY72" fmla="*/ 227253 h 272932"/>
                    <a:gd name="connsiteX73" fmla="*/ 12562 w 135895"/>
                    <a:gd name="connsiteY73" fmla="*/ 228395 h 272932"/>
                    <a:gd name="connsiteX74" fmla="*/ 0 w 135895"/>
                    <a:gd name="connsiteY74" fmla="*/ 228395 h 272932"/>
                    <a:gd name="connsiteX75" fmla="*/ 0 w 135895"/>
                    <a:gd name="connsiteY75" fmla="*/ 272932 h 272932"/>
                    <a:gd name="connsiteX76" fmla="*/ 18272 w 135895"/>
                    <a:gd name="connsiteY76" fmla="*/ 272932 h 272932"/>
                    <a:gd name="connsiteX77" fmla="*/ 18272 w 135895"/>
                    <a:gd name="connsiteY77" fmla="*/ 264939 h 272932"/>
                    <a:gd name="connsiteX78" fmla="*/ 19414 w 135895"/>
                    <a:gd name="connsiteY78" fmla="*/ 263797 h 272932"/>
                    <a:gd name="connsiteX79" fmla="*/ 19414 w 135895"/>
                    <a:gd name="connsiteY79" fmla="*/ 254661 h 272932"/>
                    <a:gd name="connsiteX80" fmla="*/ 20556 w 135895"/>
                    <a:gd name="connsiteY80" fmla="*/ 253519 h 272932"/>
                    <a:gd name="connsiteX81" fmla="*/ 20556 w 135895"/>
                    <a:gd name="connsiteY81" fmla="*/ 245525 h 272932"/>
                    <a:gd name="connsiteX82" fmla="*/ 21698 w 135895"/>
                    <a:gd name="connsiteY82" fmla="*/ 244383 h 272932"/>
                    <a:gd name="connsiteX83" fmla="*/ 21698 w 135895"/>
                    <a:gd name="connsiteY83" fmla="*/ 238673 h 272932"/>
                    <a:gd name="connsiteX84" fmla="*/ 22840 w 135895"/>
                    <a:gd name="connsiteY84" fmla="*/ 237531 h 272932"/>
                    <a:gd name="connsiteX85" fmla="*/ 22840 w 135895"/>
                    <a:gd name="connsiteY85" fmla="*/ 236389 h 272932"/>
                    <a:gd name="connsiteX86" fmla="*/ 27407 w 135895"/>
                    <a:gd name="connsiteY86" fmla="*/ 231821 h 272932"/>
                    <a:gd name="connsiteX87" fmla="*/ 28549 w 135895"/>
                    <a:gd name="connsiteY87" fmla="*/ 231821 h 272932"/>
                    <a:gd name="connsiteX88" fmla="*/ 29691 w 135895"/>
                    <a:gd name="connsiteY88" fmla="*/ 230679 h 272932"/>
                    <a:gd name="connsiteX89" fmla="*/ 31975 w 135895"/>
                    <a:gd name="connsiteY89" fmla="*/ 230679 h 272932"/>
                    <a:gd name="connsiteX90" fmla="*/ 33117 w 135895"/>
                    <a:gd name="connsiteY90" fmla="*/ 229537 h 272932"/>
                    <a:gd name="connsiteX91" fmla="*/ 35401 w 135895"/>
                    <a:gd name="connsiteY91" fmla="*/ 229537 h 272932"/>
                    <a:gd name="connsiteX92" fmla="*/ 45679 w 135895"/>
                    <a:gd name="connsiteY92" fmla="*/ 223827 h 272932"/>
                    <a:gd name="connsiteX93" fmla="*/ 49105 w 135895"/>
                    <a:gd name="connsiteY93" fmla="*/ 223827 h 272932"/>
                    <a:gd name="connsiteX94" fmla="*/ 50247 w 135895"/>
                    <a:gd name="connsiteY94" fmla="*/ 222685 h 272932"/>
                    <a:gd name="connsiteX95" fmla="*/ 51389 w 135895"/>
                    <a:gd name="connsiteY95" fmla="*/ 222685 h 272932"/>
                    <a:gd name="connsiteX96" fmla="*/ 52531 w 135895"/>
                    <a:gd name="connsiteY96" fmla="*/ 223827 h 272932"/>
                    <a:gd name="connsiteX97" fmla="*/ 54815 w 135895"/>
                    <a:gd name="connsiteY97" fmla="*/ 223827 h 272932"/>
                    <a:gd name="connsiteX98" fmla="*/ 57099 w 135895"/>
                    <a:gd name="connsiteY98" fmla="*/ 226111 h 272932"/>
                    <a:gd name="connsiteX99" fmla="*/ 58241 w 135895"/>
                    <a:gd name="connsiteY99" fmla="*/ 226111 h 272932"/>
                    <a:gd name="connsiteX100" fmla="*/ 62809 w 135895"/>
                    <a:gd name="connsiteY100" fmla="*/ 230679 h 272932"/>
                    <a:gd name="connsiteX101" fmla="*/ 63951 w 135895"/>
                    <a:gd name="connsiteY101" fmla="*/ 230679 h 272932"/>
                    <a:gd name="connsiteX102" fmla="*/ 67377 w 135895"/>
                    <a:gd name="connsiteY102" fmla="*/ 234105 h 272932"/>
                    <a:gd name="connsiteX103" fmla="*/ 68519 w 135895"/>
                    <a:gd name="connsiteY103" fmla="*/ 234105 h 272932"/>
                    <a:gd name="connsiteX104" fmla="*/ 73087 w 135895"/>
                    <a:gd name="connsiteY104" fmla="*/ 238673 h 272932"/>
                    <a:gd name="connsiteX105" fmla="*/ 74228 w 135895"/>
                    <a:gd name="connsiteY105" fmla="*/ 238673 h 272932"/>
                    <a:gd name="connsiteX106" fmla="*/ 82222 w 135895"/>
                    <a:gd name="connsiteY106" fmla="*/ 245525 h 272932"/>
                    <a:gd name="connsiteX107" fmla="*/ 107346 w 135895"/>
                    <a:gd name="connsiteY107" fmla="*/ 220401 h 272932"/>
                    <a:gd name="connsiteX108" fmla="*/ 108488 w 135895"/>
                    <a:gd name="connsiteY108" fmla="*/ 220401 h 272932"/>
                    <a:gd name="connsiteX109" fmla="*/ 108488 w 135895"/>
                    <a:gd name="connsiteY109" fmla="*/ 219260 h 272932"/>
                    <a:gd name="connsiteX110" fmla="*/ 106204 w 135895"/>
                    <a:gd name="connsiteY110" fmla="*/ 216976 h 272932"/>
                    <a:gd name="connsiteX111" fmla="*/ 106204 w 135895"/>
                    <a:gd name="connsiteY111" fmla="*/ 215834 h 272932"/>
                    <a:gd name="connsiteX112" fmla="*/ 101636 w 135895"/>
                    <a:gd name="connsiteY112" fmla="*/ 211266 h 272932"/>
                    <a:gd name="connsiteX113" fmla="*/ 101636 w 135895"/>
                    <a:gd name="connsiteY113" fmla="*/ 210124 h 272932"/>
                    <a:gd name="connsiteX114" fmla="*/ 98210 w 135895"/>
                    <a:gd name="connsiteY114" fmla="*/ 206698 h 272932"/>
                    <a:gd name="connsiteX115" fmla="*/ 98210 w 135895"/>
                    <a:gd name="connsiteY115" fmla="*/ 205556 h 272932"/>
                    <a:gd name="connsiteX116" fmla="*/ 93642 w 135895"/>
                    <a:gd name="connsiteY116" fmla="*/ 200988 h 272932"/>
                    <a:gd name="connsiteX117" fmla="*/ 93642 w 135895"/>
                    <a:gd name="connsiteY117" fmla="*/ 199846 h 272932"/>
                    <a:gd name="connsiteX118" fmla="*/ 86790 w 135895"/>
                    <a:gd name="connsiteY118" fmla="*/ 191852 h 272932"/>
                    <a:gd name="connsiteX119" fmla="*/ 86790 w 135895"/>
                    <a:gd name="connsiteY119" fmla="*/ 183858 h 272932"/>
                    <a:gd name="connsiteX120" fmla="*/ 87932 w 135895"/>
                    <a:gd name="connsiteY120" fmla="*/ 182716 h 272932"/>
                    <a:gd name="connsiteX121" fmla="*/ 87932 w 135895"/>
                    <a:gd name="connsiteY121" fmla="*/ 181574 h 272932"/>
                    <a:gd name="connsiteX122" fmla="*/ 89074 w 135895"/>
                    <a:gd name="connsiteY122" fmla="*/ 180432 h 272932"/>
                    <a:gd name="connsiteX123" fmla="*/ 89074 w 135895"/>
                    <a:gd name="connsiteY123" fmla="*/ 178148 h 272932"/>
                    <a:gd name="connsiteX124" fmla="*/ 92500 w 135895"/>
                    <a:gd name="connsiteY124" fmla="*/ 172438 h 272932"/>
                    <a:gd name="connsiteX125" fmla="*/ 92500 w 135895"/>
                    <a:gd name="connsiteY125" fmla="*/ 170155 h 272932"/>
                    <a:gd name="connsiteX126" fmla="*/ 93642 w 135895"/>
                    <a:gd name="connsiteY126" fmla="*/ 169013 h 272932"/>
                    <a:gd name="connsiteX127" fmla="*/ 93642 w 135895"/>
                    <a:gd name="connsiteY127" fmla="*/ 166729 h 272932"/>
                    <a:gd name="connsiteX128" fmla="*/ 94784 w 135895"/>
                    <a:gd name="connsiteY128" fmla="*/ 165587 h 272932"/>
                    <a:gd name="connsiteX129" fmla="*/ 94784 w 135895"/>
                    <a:gd name="connsiteY129" fmla="*/ 164445 h 272932"/>
                    <a:gd name="connsiteX130" fmla="*/ 99352 w 135895"/>
                    <a:gd name="connsiteY130" fmla="*/ 159877 h 272932"/>
                    <a:gd name="connsiteX131" fmla="*/ 100494 w 135895"/>
                    <a:gd name="connsiteY131" fmla="*/ 159877 h 272932"/>
                    <a:gd name="connsiteX132" fmla="*/ 101636 w 135895"/>
                    <a:gd name="connsiteY132" fmla="*/ 158735 h 272932"/>
                    <a:gd name="connsiteX133" fmla="*/ 108488 w 135895"/>
                    <a:gd name="connsiteY133" fmla="*/ 158735 h 272932"/>
                    <a:gd name="connsiteX134" fmla="*/ 109630 w 135895"/>
                    <a:gd name="connsiteY134" fmla="*/ 157593 h 272932"/>
                    <a:gd name="connsiteX135" fmla="*/ 117624 w 135895"/>
                    <a:gd name="connsiteY135" fmla="*/ 157593 h 272932"/>
                    <a:gd name="connsiteX136" fmla="*/ 118766 w 135895"/>
                    <a:gd name="connsiteY136" fmla="*/ 156451 h 272932"/>
                    <a:gd name="connsiteX137" fmla="*/ 126759 w 135895"/>
                    <a:gd name="connsiteY137" fmla="*/ 156451 h 272932"/>
                    <a:gd name="connsiteX138" fmla="*/ 127901 w 135895"/>
                    <a:gd name="connsiteY138" fmla="*/ 155309 h 272932"/>
                    <a:gd name="connsiteX139" fmla="*/ 135895 w 135895"/>
                    <a:gd name="connsiteY139" fmla="*/ 155309 h 272932"/>
                    <a:gd name="connsiteX140" fmla="*/ 135895 w 135895"/>
                    <a:gd name="connsiteY140" fmla="*/ 117624 h 272932"/>
                    <a:gd name="connsiteX141" fmla="*/ 127901 w 135895"/>
                    <a:gd name="connsiteY141" fmla="*/ 117624 h 272932"/>
                    <a:gd name="connsiteX142" fmla="*/ 126759 w 135895"/>
                    <a:gd name="connsiteY142" fmla="*/ 116482 h 272932"/>
                    <a:gd name="connsiteX143" fmla="*/ 118766 w 135895"/>
                    <a:gd name="connsiteY143" fmla="*/ 116482 h 272932"/>
                    <a:gd name="connsiteX144" fmla="*/ 117624 w 135895"/>
                    <a:gd name="connsiteY144" fmla="*/ 115340 h 272932"/>
                    <a:gd name="connsiteX145" fmla="*/ 108488 w 135895"/>
                    <a:gd name="connsiteY145" fmla="*/ 115340 h 272932"/>
                    <a:gd name="connsiteX146" fmla="*/ 107346 w 135895"/>
                    <a:gd name="connsiteY146" fmla="*/ 114198 h 272932"/>
                    <a:gd name="connsiteX147" fmla="*/ 101636 w 135895"/>
                    <a:gd name="connsiteY147" fmla="*/ 114198 h 272932"/>
                    <a:gd name="connsiteX148" fmla="*/ 100494 w 135895"/>
                    <a:gd name="connsiteY148" fmla="*/ 113056 h 272932"/>
                    <a:gd name="connsiteX149" fmla="*/ 99352 w 135895"/>
                    <a:gd name="connsiteY149" fmla="*/ 113056 h 272932"/>
                    <a:gd name="connsiteX150" fmla="*/ 94784 w 135895"/>
                    <a:gd name="connsiteY150" fmla="*/ 108488 h 272932"/>
                    <a:gd name="connsiteX151" fmla="*/ 94784 w 135895"/>
                    <a:gd name="connsiteY151" fmla="*/ 107346 h 272932"/>
                    <a:gd name="connsiteX152" fmla="*/ 93642 w 135895"/>
                    <a:gd name="connsiteY152" fmla="*/ 106204 h 272932"/>
                    <a:gd name="connsiteX153" fmla="*/ 93642 w 135895"/>
                    <a:gd name="connsiteY153" fmla="*/ 103920 h 272932"/>
                    <a:gd name="connsiteX154" fmla="*/ 92500 w 135895"/>
                    <a:gd name="connsiteY154" fmla="*/ 102778 h 272932"/>
                    <a:gd name="connsiteX155" fmla="*/ 92500 w 135895"/>
                    <a:gd name="connsiteY155" fmla="*/ 100494 h 272932"/>
                    <a:gd name="connsiteX156" fmla="*/ 86790 w 135895"/>
                    <a:gd name="connsiteY156" fmla="*/ 90216 h 272932"/>
                    <a:gd name="connsiteX157" fmla="*/ 86790 w 135895"/>
                    <a:gd name="connsiteY157" fmla="*/ 86790 h 272932"/>
                    <a:gd name="connsiteX158" fmla="*/ 85648 w 135895"/>
                    <a:gd name="connsiteY158" fmla="*/ 85648 h 272932"/>
                    <a:gd name="connsiteX159" fmla="*/ 86790 w 135895"/>
                    <a:gd name="connsiteY159" fmla="*/ 84506 h 272932"/>
                    <a:gd name="connsiteX160" fmla="*/ 86790 w 135895"/>
                    <a:gd name="connsiteY160" fmla="*/ 81080 h 272932"/>
                    <a:gd name="connsiteX161" fmla="*/ 89074 w 135895"/>
                    <a:gd name="connsiteY161" fmla="*/ 78796 h 272932"/>
                    <a:gd name="connsiteX162" fmla="*/ 89074 w 135895"/>
                    <a:gd name="connsiteY162" fmla="*/ 77654 h 272932"/>
                    <a:gd name="connsiteX163" fmla="*/ 93642 w 135895"/>
                    <a:gd name="connsiteY163" fmla="*/ 73087 h 272932"/>
                    <a:gd name="connsiteX164" fmla="*/ 93642 w 135895"/>
                    <a:gd name="connsiteY164" fmla="*/ 71945 h 272932"/>
                    <a:gd name="connsiteX165" fmla="*/ 97068 w 135895"/>
                    <a:gd name="connsiteY165" fmla="*/ 68519 h 272932"/>
                    <a:gd name="connsiteX166" fmla="*/ 97068 w 135895"/>
                    <a:gd name="connsiteY166" fmla="*/ 67377 h 272932"/>
                    <a:gd name="connsiteX167" fmla="*/ 101636 w 135895"/>
                    <a:gd name="connsiteY167" fmla="*/ 62809 h 272932"/>
                    <a:gd name="connsiteX168" fmla="*/ 101636 w 135895"/>
                    <a:gd name="connsiteY168" fmla="*/ 61667 h 272932"/>
                    <a:gd name="connsiteX169" fmla="*/ 108488 w 135895"/>
                    <a:gd name="connsiteY169" fmla="*/ 53673 h 272932"/>
                    <a:gd name="connsiteX170" fmla="*/ 87932 w 135895"/>
                    <a:gd name="connsiteY170" fmla="*/ 33117 h 272932"/>
                    <a:gd name="connsiteX171" fmla="*/ 87932 w 135895"/>
                    <a:gd name="connsiteY171" fmla="*/ 31975 h 272932"/>
                    <a:gd name="connsiteX172" fmla="*/ 85648 w 135895"/>
                    <a:gd name="connsiteY172" fmla="*/ 29691 h 272932"/>
                    <a:gd name="connsiteX173" fmla="*/ 84506 w 135895"/>
                    <a:gd name="connsiteY173" fmla="*/ 29691 h 272932"/>
                    <a:gd name="connsiteX174" fmla="*/ 82222 w 135895"/>
                    <a:gd name="connsiteY174" fmla="*/ 27407 h 272932"/>
                    <a:gd name="connsiteX175" fmla="*/ 74228 w 135895"/>
                    <a:gd name="connsiteY175" fmla="*/ 34259 h 272932"/>
                    <a:gd name="connsiteX176" fmla="*/ 73087 w 135895"/>
                    <a:gd name="connsiteY176" fmla="*/ 34259 h 272932"/>
                    <a:gd name="connsiteX177" fmla="*/ 69661 w 135895"/>
                    <a:gd name="connsiteY177" fmla="*/ 37685 h 272932"/>
                    <a:gd name="connsiteX178" fmla="*/ 68519 w 135895"/>
                    <a:gd name="connsiteY178" fmla="*/ 37685 h 272932"/>
                    <a:gd name="connsiteX179" fmla="*/ 63951 w 135895"/>
                    <a:gd name="connsiteY179" fmla="*/ 42253 h 272932"/>
                    <a:gd name="connsiteX180" fmla="*/ 62809 w 135895"/>
                    <a:gd name="connsiteY180" fmla="*/ 42253 h 272932"/>
                    <a:gd name="connsiteX181" fmla="*/ 59383 w 135895"/>
                    <a:gd name="connsiteY181" fmla="*/ 45679 h 272932"/>
                    <a:gd name="connsiteX182" fmla="*/ 58241 w 135895"/>
                    <a:gd name="connsiteY182" fmla="*/ 45679 h 272932"/>
                    <a:gd name="connsiteX183" fmla="*/ 54815 w 135895"/>
                    <a:gd name="connsiteY183" fmla="*/ 49105 h 272932"/>
                    <a:gd name="connsiteX184" fmla="*/ 45679 w 135895"/>
                    <a:gd name="connsiteY184" fmla="*/ 49105 h 272932"/>
                    <a:gd name="connsiteX185" fmla="*/ 43395 w 135895"/>
                    <a:gd name="connsiteY185" fmla="*/ 46821 h 272932"/>
                    <a:gd name="connsiteX186" fmla="*/ 41111 w 135895"/>
                    <a:gd name="connsiteY186" fmla="*/ 46821 h 272932"/>
                    <a:gd name="connsiteX187" fmla="*/ 35401 w 135895"/>
                    <a:gd name="connsiteY187" fmla="*/ 43395 h 272932"/>
                    <a:gd name="connsiteX188" fmla="*/ 33117 w 135895"/>
                    <a:gd name="connsiteY188" fmla="*/ 43395 h 272932"/>
                    <a:gd name="connsiteX189" fmla="*/ 31975 w 135895"/>
                    <a:gd name="connsiteY189" fmla="*/ 42253 h 272932"/>
                    <a:gd name="connsiteX190" fmla="*/ 29691 w 135895"/>
                    <a:gd name="connsiteY190" fmla="*/ 42253 h 272932"/>
                    <a:gd name="connsiteX191" fmla="*/ 28549 w 135895"/>
                    <a:gd name="connsiteY191" fmla="*/ 41111 h 272932"/>
                    <a:gd name="connsiteX192" fmla="*/ 27407 w 135895"/>
                    <a:gd name="connsiteY192" fmla="*/ 41111 h 272932"/>
                    <a:gd name="connsiteX193" fmla="*/ 22840 w 135895"/>
                    <a:gd name="connsiteY193" fmla="*/ 36543 h 272932"/>
                    <a:gd name="connsiteX194" fmla="*/ 22840 w 135895"/>
                    <a:gd name="connsiteY194" fmla="*/ 35401 h 272932"/>
                    <a:gd name="connsiteX195" fmla="*/ 21698 w 135895"/>
                    <a:gd name="connsiteY195" fmla="*/ 34259 h 272932"/>
                    <a:gd name="connsiteX196" fmla="*/ 21698 w 135895"/>
                    <a:gd name="connsiteY196" fmla="*/ 27407 h 272932"/>
                    <a:gd name="connsiteX197" fmla="*/ 20556 w 135895"/>
                    <a:gd name="connsiteY197" fmla="*/ 26265 h 272932"/>
                    <a:gd name="connsiteX198" fmla="*/ 20556 w 135895"/>
                    <a:gd name="connsiteY198" fmla="*/ 18272 h 272932"/>
                    <a:gd name="connsiteX199" fmla="*/ 19414 w 135895"/>
                    <a:gd name="connsiteY199" fmla="*/ 17130 h 272932"/>
                    <a:gd name="connsiteX200" fmla="*/ 19414 w 135895"/>
                    <a:gd name="connsiteY200" fmla="*/ 9136 h 272932"/>
                    <a:gd name="connsiteX201" fmla="*/ 18272 w 135895"/>
                    <a:gd name="connsiteY201" fmla="*/ 7994 h 272932"/>
                    <a:gd name="connsiteX202" fmla="*/ 18272 w 135895"/>
                    <a:gd name="connsiteY202" fmla="*/ 0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</a:cxnLst>
                  <a:rect l="l" t="t" r="r" b="b"/>
                  <a:pathLst>
                    <a:path w="135895" h="272932">
                      <a:moveTo>
                        <a:pt x="0" y="0"/>
                      </a:moveTo>
                      <a:lnTo>
                        <a:pt x="0" y="44537"/>
                      </a:lnTo>
                      <a:lnTo>
                        <a:pt x="12562" y="44537"/>
                      </a:lnTo>
                      <a:lnTo>
                        <a:pt x="13704" y="45679"/>
                      </a:lnTo>
                      <a:lnTo>
                        <a:pt x="18272" y="45679"/>
                      </a:lnTo>
                      <a:lnTo>
                        <a:pt x="19414" y="46821"/>
                      </a:lnTo>
                      <a:lnTo>
                        <a:pt x="22840" y="46821"/>
                      </a:lnTo>
                      <a:lnTo>
                        <a:pt x="23982" y="47963"/>
                      </a:lnTo>
                      <a:lnTo>
                        <a:pt x="27407" y="47963"/>
                      </a:lnTo>
                      <a:lnTo>
                        <a:pt x="28549" y="49105"/>
                      </a:lnTo>
                      <a:lnTo>
                        <a:pt x="30833" y="49105"/>
                      </a:lnTo>
                      <a:lnTo>
                        <a:pt x="36543" y="52531"/>
                      </a:lnTo>
                      <a:lnTo>
                        <a:pt x="38827" y="52531"/>
                      </a:lnTo>
                      <a:lnTo>
                        <a:pt x="39969" y="53673"/>
                      </a:lnTo>
                      <a:lnTo>
                        <a:pt x="43395" y="54815"/>
                      </a:lnTo>
                      <a:lnTo>
                        <a:pt x="45679" y="57099"/>
                      </a:lnTo>
                      <a:lnTo>
                        <a:pt x="49105" y="58241"/>
                      </a:lnTo>
                      <a:lnTo>
                        <a:pt x="55957" y="63951"/>
                      </a:lnTo>
                      <a:lnTo>
                        <a:pt x="57099" y="63951"/>
                      </a:lnTo>
                      <a:lnTo>
                        <a:pt x="70803" y="77654"/>
                      </a:lnTo>
                      <a:lnTo>
                        <a:pt x="70803" y="78796"/>
                      </a:lnTo>
                      <a:lnTo>
                        <a:pt x="75370" y="83364"/>
                      </a:lnTo>
                      <a:lnTo>
                        <a:pt x="75370" y="84506"/>
                      </a:lnTo>
                      <a:lnTo>
                        <a:pt x="77654" y="86790"/>
                      </a:lnTo>
                      <a:lnTo>
                        <a:pt x="78796" y="90216"/>
                      </a:lnTo>
                      <a:lnTo>
                        <a:pt x="81080" y="92500"/>
                      </a:lnTo>
                      <a:lnTo>
                        <a:pt x="81080" y="93642"/>
                      </a:lnTo>
                      <a:lnTo>
                        <a:pt x="83364" y="97068"/>
                      </a:lnTo>
                      <a:lnTo>
                        <a:pt x="83364" y="99352"/>
                      </a:lnTo>
                      <a:lnTo>
                        <a:pt x="86790" y="105062"/>
                      </a:lnTo>
                      <a:lnTo>
                        <a:pt x="86790" y="107346"/>
                      </a:lnTo>
                      <a:lnTo>
                        <a:pt x="87932" y="108488"/>
                      </a:lnTo>
                      <a:lnTo>
                        <a:pt x="87932" y="111914"/>
                      </a:lnTo>
                      <a:lnTo>
                        <a:pt x="89074" y="113056"/>
                      </a:lnTo>
                      <a:lnTo>
                        <a:pt x="89074" y="116482"/>
                      </a:lnTo>
                      <a:lnTo>
                        <a:pt x="90216" y="117624"/>
                      </a:lnTo>
                      <a:lnTo>
                        <a:pt x="90216" y="122191"/>
                      </a:lnTo>
                      <a:lnTo>
                        <a:pt x="91358" y="123333"/>
                      </a:lnTo>
                      <a:lnTo>
                        <a:pt x="91358" y="149599"/>
                      </a:lnTo>
                      <a:lnTo>
                        <a:pt x="90216" y="150741"/>
                      </a:lnTo>
                      <a:lnTo>
                        <a:pt x="90216" y="155309"/>
                      </a:lnTo>
                      <a:lnTo>
                        <a:pt x="89074" y="156451"/>
                      </a:lnTo>
                      <a:lnTo>
                        <a:pt x="87932" y="164445"/>
                      </a:lnTo>
                      <a:lnTo>
                        <a:pt x="86790" y="165587"/>
                      </a:lnTo>
                      <a:lnTo>
                        <a:pt x="86790" y="167871"/>
                      </a:lnTo>
                      <a:lnTo>
                        <a:pt x="83364" y="173580"/>
                      </a:lnTo>
                      <a:lnTo>
                        <a:pt x="83364" y="175864"/>
                      </a:lnTo>
                      <a:lnTo>
                        <a:pt x="82222" y="177006"/>
                      </a:lnTo>
                      <a:lnTo>
                        <a:pt x="81080" y="180432"/>
                      </a:lnTo>
                      <a:lnTo>
                        <a:pt x="78796" y="182716"/>
                      </a:lnTo>
                      <a:lnTo>
                        <a:pt x="78796" y="183858"/>
                      </a:lnTo>
                      <a:lnTo>
                        <a:pt x="75370" y="188426"/>
                      </a:lnTo>
                      <a:lnTo>
                        <a:pt x="75370" y="189568"/>
                      </a:lnTo>
                      <a:lnTo>
                        <a:pt x="70803" y="194136"/>
                      </a:lnTo>
                      <a:lnTo>
                        <a:pt x="70803" y="195278"/>
                      </a:lnTo>
                      <a:lnTo>
                        <a:pt x="58241" y="207840"/>
                      </a:lnTo>
                      <a:lnTo>
                        <a:pt x="57099" y="207840"/>
                      </a:lnTo>
                      <a:lnTo>
                        <a:pt x="52531" y="212408"/>
                      </a:lnTo>
                      <a:lnTo>
                        <a:pt x="51389" y="212408"/>
                      </a:lnTo>
                      <a:lnTo>
                        <a:pt x="49105" y="214692"/>
                      </a:lnTo>
                      <a:lnTo>
                        <a:pt x="45679" y="215834"/>
                      </a:lnTo>
                      <a:lnTo>
                        <a:pt x="43395" y="218118"/>
                      </a:lnTo>
                      <a:lnTo>
                        <a:pt x="42253" y="218118"/>
                      </a:lnTo>
                      <a:lnTo>
                        <a:pt x="38827" y="220401"/>
                      </a:lnTo>
                      <a:lnTo>
                        <a:pt x="36543" y="220401"/>
                      </a:lnTo>
                      <a:lnTo>
                        <a:pt x="30833" y="223827"/>
                      </a:lnTo>
                      <a:lnTo>
                        <a:pt x="28549" y="223827"/>
                      </a:lnTo>
                      <a:lnTo>
                        <a:pt x="27407" y="224969"/>
                      </a:lnTo>
                      <a:lnTo>
                        <a:pt x="23982" y="224969"/>
                      </a:lnTo>
                      <a:lnTo>
                        <a:pt x="22840" y="226111"/>
                      </a:lnTo>
                      <a:lnTo>
                        <a:pt x="19414" y="226111"/>
                      </a:lnTo>
                      <a:lnTo>
                        <a:pt x="18272" y="227253"/>
                      </a:lnTo>
                      <a:lnTo>
                        <a:pt x="13704" y="227253"/>
                      </a:lnTo>
                      <a:lnTo>
                        <a:pt x="12562" y="228395"/>
                      </a:lnTo>
                      <a:lnTo>
                        <a:pt x="0" y="228395"/>
                      </a:lnTo>
                      <a:lnTo>
                        <a:pt x="0" y="272932"/>
                      </a:lnTo>
                      <a:lnTo>
                        <a:pt x="18272" y="272932"/>
                      </a:lnTo>
                      <a:lnTo>
                        <a:pt x="18272" y="264939"/>
                      </a:lnTo>
                      <a:lnTo>
                        <a:pt x="19414" y="263797"/>
                      </a:lnTo>
                      <a:lnTo>
                        <a:pt x="19414" y="254661"/>
                      </a:lnTo>
                      <a:lnTo>
                        <a:pt x="20556" y="253519"/>
                      </a:lnTo>
                      <a:lnTo>
                        <a:pt x="20556" y="245525"/>
                      </a:lnTo>
                      <a:lnTo>
                        <a:pt x="21698" y="244383"/>
                      </a:lnTo>
                      <a:lnTo>
                        <a:pt x="21698" y="238673"/>
                      </a:lnTo>
                      <a:lnTo>
                        <a:pt x="22840" y="237531"/>
                      </a:lnTo>
                      <a:lnTo>
                        <a:pt x="22840" y="236389"/>
                      </a:lnTo>
                      <a:lnTo>
                        <a:pt x="27407" y="231821"/>
                      </a:lnTo>
                      <a:lnTo>
                        <a:pt x="28549" y="231821"/>
                      </a:lnTo>
                      <a:lnTo>
                        <a:pt x="29691" y="230679"/>
                      </a:lnTo>
                      <a:lnTo>
                        <a:pt x="31975" y="230679"/>
                      </a:lnTo>
                      <a:lnTo>
                        <a:pt x="33117" y="229537"/>
                      </a:lnTo>
                      <a:lnTo>
                        <a:pt x="35401" y="229537"/>
                      </a:lnTo>
                      <a:lnTo>
                        <a:pt x="45679" y="223827"/>
                      </a:lnTo>
                      <a:lnTo>
                        <a:pt x="49105" y="223827"/>
                      </a:lnTo>
                      <a:lnTo>
                        <a:pt x="50247" y="222685"/>
                      </a:lnTo>
                      <a:lnTo>
                        <a:pt x="51389" y="222685"/>
                      </a:lnTo>
                      <a:lnTo>
                        <a:pt x="52531" y="223827"/>
                      </a:lnTo>
                      <a:lnTo>
                        <a:pt x="54815" y="223827"/>
                      </a:lnTo>
                      <a:lnTo>
                        <a:pt x="57099" y="226111"/>
                      </a:lnTo>
                      <a:lnTo>
                        <a:pt x="58241" y="226111"/>
                      </a:lnTo>
                      <a:lnTo>
                        <a:pt x="62809" y="230679"/>
                      </a:lnTo>
                      <a:lnTo>
                        <a:pt x="63951" y="230679"/>
                      </a:lnTo>
                      <a:lnTo>
                        <a:pt x="67377" y="234105"/>
                      </a:lnTo>
                      <a:lnTo>
                        <a:pt x="68519" y="234105"/>
                      </a:lnTo>
                      <a:lnTo>
                        <a:pt x="73087" y="238673"/>
                      </a:lnTo>
                      <a:lnTo>
                        <a:pt x="74228" y="238673"/>
                      </a:lnTo>
                      <a:lnTo>
                        <a:pt x="82222" y="245525"/>
                      </a:lnTo>
                      <a:lnTo>
                        <a:pt x="107346" y="220401"/>
                      </a:lnTo>
                      <a:lnTo>
                        <a:pt x="108488" y="220401"/>
                      </a:lnTo>
                      <a:lnTo>
                        <a:pt x="108488" y="219260"/>
                      </a:lnTo>
                      <a:lnTo>
                        <a:pt x="106204" y="216976"/>
                      </a:lnTo>
                      <a:lnTo>
                        <a:pt x="106204" y="215834"/>
                      </a:lnTo>
                      <a:lnTo>
                        <a:pt x="101636" y="211266"/>
                      </a:lnTo>
                      <a:lnTo>
                        <a:pt x="101636" y="210124"/>
                      </a:lnTo>
                      <a:lnTo>
                        <a:pt x="98210" y="206698"/>
                      </a:lnTo>
                      <a:lnTo>
                        <a:pt x="98210" y="205556"/>
                      </a:lnTo>
                      <a:lnTo>
                        <a:pt x="93642" y="200988"/>
                      </a:lnTo>
                      <a:lnTo>
                        <a:pt x="93642" y="199846"/>
                      </a:lnTo>
                      <a:lnTo>
                        <a:pt x="86790" y="191852"/>
                      </a:lnTo>
                      <a:lnTo>
                        <a:pt x="86790" y="183858"/>
                      </a:lnTo>
                      <a:lnTo>
                        <a:pt x="87932" y="182716"/>
                      </a:lnTo>
                      <a:lnTo>
                        <a:pt x="87932" y="181574"/>
                      </a:lnTo>
                      <a:lnTo>
                        <a:pt x="89074" y="180432"/>
                      </a:lnTo>
                      <a:lnTo>
                        <a:pt x="89074" y="178148"/>
                      </a:lnTo>
                      <a:lnTo>
                        <a:pt x="92500" y="172438"/>
                      </a:lnTo>
                      <a:lnTo>
                        <a:pt x="92500" y="170155"/>
                      </a:lnTo>
                      <a:lnTo>
                        <a:pt x="93642" y="169013"/>
                      </a:lnTo>
                      <a:lnTo>
                        <a:pt x="93642" y="166729"/>
                      </a:lnTo>
                      <a:lnTo>
                        <a:pt x="94784" y="165587"/>
                      </a:lnTo>
                      <a:lnTo>
                        <a:pt x="94784" y="164445"/>
                      </a:lnTo>
                      <a:lnTo>
                        <a:pt x="99352" y="159877"/>
                      </a:lnTo>
                      <a:lnTo>
                        <a:pt x="100494" y="159877"/>
                      </a:lnTo>
                      <a:lnTo>
                        <a:pt x="101636" y="158735"/>
                      </a:lnTo>
                      <a:lnTo>
                        <a:pt x="108488" y="158735"/>
                      </a:lnTo>
                      <a:lnTo>
                        <a:pt x="109630" y="157593"/>
                      </a:lnTo>
                      <a:lnTo>
                        <a:pt x="117624" y="157593"/>
                      </a:lnTo>
                      <a:lnTo>
                        <a:pt x="118766" y="156451"/>
                      </a:lnTo>
                      <a:lnTo>
                        <a:pt x="126759" y="156451"/>
                      </a:lnTo>
                      <a:lnTo>
                        <a:pt x="127901" y="155309"/>
                      </a:lnTo>
                      <a:lnTo>
                        <a:pt x="135895" y="155309"/>
                      </a:lnTo>
                      <a:lnTo>
                        <a:pt x="135895" y="117624"/>
                      </a:lnTo>
                      <a:lnTo>
                        <a:pt x="127901" y="117624"/>
                      </a:lnTo>
                      <a:lnTo>
                        <a:pt x="126759" y="116482"/>
                      </a:lnTo>
                      <a:lnTo>
                        <a:pt x="118766" y="116482"/>
                      </a:lnTo>
                      <a:lnTo>
                        <a:pt x="117624" y="115340"/>
                      </a:lnTo>
                      <a:lnTo>
                        <a:pt x="108488" y="115340"/>
                      </a:lnTo>
                      <a:lnTo>
                        <a:pt x="107346" y="114198"/>
                      </a:lnTo>
                      <a:lnTo>
                        <a:pt x="101636" y="114198"/>
                      </a:lnTo>
                      <a:lnTo>
                        <a:pt x="100494" y="113056"/>
                      </a:lnTo>
                      <a:lnTo>
                        <a:pt x="99352" y="113056"/>
                      </a:lnTo>
                      <a:lnTo>
                        <a:pt x="94784" y="108488"/>
                      </a:lnTo>
                      <a:lnTo>
                        <a:pt x="94784" y="107346"/>
                      </a:lnTo>
                      <a:lnTo>
                        <a:pt x="93642" y="106204"/>
                      </a:lnTo>
                      <a:lnTo>
                        <a:pt x="93642" y="103920"/>
                      </a:lnTo>
                      <a:lnTo>
                        <a:pt x="92500" y="102778"/>
                      </a:lnTo>
                      <a:lnTo>
                        <a:pt x="92500" y="100494"/>
                      </a:lnTo>
                      <a:lnTo>
                        <a:pt x="86790" y="90216"/>
                      </a:lnTo>
                      <a:lnTo>
                        <a:pt x="86790" y="86790"/>
                      </a:lnTo>
                      <a:lnTo>
                        <a:pt x="85648" y="85648"/>
                      </a:lnTo>
                      <a:lnTo>
                        <a:pt x="86790" y="84506"/>
                      </a:lnTo>
                      <a:lnTo>
                        <a:pt x="86790" y="81080"/>
                      </a:lnTo>
                      <a:lnTo>
                        <a:pt x="89074" y="78796"/>
                      </a:lnTo>
                      <a:lnTo>
                        <a:pt x="89074" y="77654"/>
                      </a:lnTo>
                      <a:lnTo>
                        <a:pt x="93642" y="73087"/>
                      </a:lnTo>
                      <a:lnTo>
                        <a:pt x="93642" y="71945"/>
                      </a:lnTo>
                      <a:lnTo>
                        <a:pt x="97068" y="68519"/>
                      </a:lnTo>
                      <a:lnTo>
                        <a:pt x="97068" y="67377"/>
                      </a:lnTo>
                      <a:lnTo>
                        <a:pt x="101636" y="62809"/>
                      </a:lnTo>
                      <a:lnTo>
                        <a:pt x="101636" y="61667"/>
                      </a:lnTo>
                      <a:lnTo>
                        <a:pt x="108488" y="53673"/>
                      </a:lnTo>
                      <a:lnTo>
                        <a:pt x="87932" y="33117"/>
                      </a:lnTo>
                      <a:lnTo>
                        <a:pt x="87932" y="31975"/>
                      </a:lnTo>
                      <a:lnTo>
                        <a:pt x="85648" y="29691"/>
                      </a:lnTo>
                      <a:lnTo>
                        <a:pt x="84506" y="29691"/>
                      </a:lnTo>
                      <a:lnTo>
                        <a:pt x="82222" y="27407"/>
                      </a:lnTo>
                      <a:lnTo>
                        <a:pt x="74228" y="34259"/>
                      </a:lnTo>
                      <a:lnTo>
                        <a:pt x="73087" y="34259"/>
                      </a:lnTo>
                      <a:lnTo>
                        <a:pt x="69661" y="37685"/>
                      </a:lnTo>
                      <a:lnTo>
                        <a:pt x="68519" y="37685"/>
                      </a:lnTo>
                      <a:lnTo>
                        <a:pt x="63951" y="42253"/>
                      </a:lnTo>
                      <a:lnTo>
                        <a:pt x="62809" y="42253"/>
                      </a:lnTo>
                      <a:lnTo>
                        <a:pt x="59383" y="45679"/>
                      </a:lnTo>
                      <a:lnTo>
                        <a:pt x="58241" y="45679"/>
                      </a:lnTo>
                      <a:lnTo>
                        <a:pt x="54815" y="49105"/>
                      </a:lnTo>
                      <a:lnTo>
                        <a:pt x="45679" y="49105"/>
                      </a:lnTo>
                      <a:lnTo>
                        <a:pt x="43395" y="46821"/>
                      </a:lnTo>
                      <a:lnTo>
                        <a:pt x="41111" y="46821"/>
                      </a:lnTo>
                      <a:lnTo>
                        <a:pt x="35401" y="43395"/>
                      </a:lnTo>
                      <a:lnTo>
                        <a:pt x="33117" y="43395"/>
                      </a:lnTo>
                      <a:lnTo>
                        <a:pt x="31975" y="42253"/>
                      </a:lnTo>
                      <a:lnTo>
                        <a:pt x="29691" y="42253"/>
                      </a:lnTo>
                      <a:lnTo>
                        <a:pt x="28549" y="41111"/>
                      </a:lnTo>
                      <a:lnTo>
                        <a:pt x="27407" y="41111"/>
                      </a:lnTo>
                      <a:lnTo>
                        <a:pt x="22840" y="36543"/>
                      </a:lnTo>
                      <a:lnTo>
                        <a:pt x="22840" y="35401"/>
                      </a:lnTo>
                      <a:lnTo>
                        <a:pt x="21698" y="34259"/>
                      </a:lnTo>
                      <a:lnTo>
                        <a:pt x="21698" y="27407"/>
                      </a:lnTo>
                      <a:lnTo>
                        <a:pt x="20556" y="26265"/>
                      </a:lnTo>
                      <a:lnTo>
                        <a:pt x="20556" y="18272"/>
                      </a:lnTo>
                      <a:lnTo>
                        <a:pt x="19414" y="17130"/>
                      </a:lnTo>
                      <a:lnTo>
                        <a:pt x="19414" y="9136"/>
                      </a:lnTo>
                      <a:lnTo>
                        <a:pt x="18272" y="7994"/>
                      </a:lnTo>
                      <a:lnTo>
                        <a:pt x="18272" y="0"/>
                      </a:lnTo>
                      <a:close/>
                    </a:path>
                  </a:pathLst>
                </a:custGeom>
                <a:solidFill>
                  <a:srgbClr val="7F674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0" name="任意形状 7209">
                  <a:extLst>
                    <a:ext uri="{FF2B5EF4-FFF2-40B4-BE49-F238E27FC236}">
                      <a16:creationId xmlns:a16="http://schemas.microsoft.com/office/drawing/2014/main" id="{D266F9E8-43E4-601E-FD8C-229658A53616}"/>
                    </a:ext>
                  </a:extLst>
                </p:cNvPr>
                <p:cNvSpPr/>
                <p:nvPr/>
              </p:nvSpPr>
              <p:spPr>
                <a:xfrm>
                  <a:off x="5760475" y="5051941"/>
                  <a:ext cx="19413" cy="218117"/>
                </a:xfrm>
                <a:custGeom>
                  <a:avLst/>
                  <a:gdLst>
                    <a:gd name="connsiteX0" fmla="*/ 0 w 19413"/>
                    <a:gd name="connsiteY0" fmla="*/ 0 h 218117"/>
                    <a:gd name="connsiteX1" fmla="*/ 1142 w 19413"/>
                    <a:gd name="connsiteY1" fmla="*/ 1142 h 218117"/>
                    <a:gd name="connsiteX2" fmla="*/ 1142 w 19413"/>
                    <a:gd name="connsiteY2" fmla="*/ 3426 h 218117"/>
                    <a:gd name="connsiteX3" fmla="*/ 2284 w 19413"/>
                    <a:gd name="connsiteY3" fmla="*/ 4568 h 218117"/>
                    <a:gd name="connsiteX4" fmla="*/ 2284 w 19413"/>
                    <a:gd name="connsiteY4" fmla="*/ 218118 h 218117"/>
                    <a:gd name="connsiteX5" fmla="*/ 19414 w 19413"/>
                    <a:gd name="connsiteY5" fmla="*/ 218118 h 218117"/>
                    <a:gd name="connsiteX6" fmla="*/ 19414 w 19413"/>
                    <a:gd name="connsiteY6" fmla="*/ 7994 h 218117"/>
                    <a:gd name="connsiteX7" fmla="*/ 18272 w 19413"/>
                    <a:gd name="connsiteY7" fmla="*/ 6852 h 218117"/>
                    <a:gd name="connsiteX8" fmla="*/ 18272 w 19413"/>
                    <a:gd name="connsiteY8" fmla="*/ 4568 h 218117"/>
                    <a:gd name="connsiteX9" fmla="*/ 14846 w 19413"/>
                    <a:gd name="connsiteY9" fmla="*/ 1142 h 218117"/>
                    <a:gd name="connsiteX10" fmla="*/ 12562 w 19413"/>
                    <a:gd name="connsiteY10" fmla="*/ 1142 h 218117"/>
                    <a:gd name="connsiteX11" fmla="*/ 11420 w 19413"/>
                    <a:gd name="connsiteY11" fmla="*/ 0 h 21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9413" h="218117">
                      <a:moveTo>
                        <a:pt x="0" y="0"/>
                      </a:moveTo>
                      <a:lnTo>
                        <a:pt x="1142" y="1142"/>
                      </a:lnTo>
                      <a:lnTo>
                        <a:pt x="1142" y="3426"/>
                      </a:lnTo>
                      <a:lnTo>
                        <a:pt x="2284" y="4568"/>
                      </a:lnTo>
                      <a:lnTo>
                        <a:pt x="2284" y="218118"/>
                      </a:lnTo>
                      <a:lnTo>
                        <a:pt x="19414" y="218118"/>
                      </a:lnTo>
                      <a:lnTo>
                        <a:pt x="19414" y="7994"/>
                      </a:lnTo>
                      <a:lnTo>
                        <a:pt x="18272" y="6852"/>
                      </a:lnTo>
                      <a:lnTo>
                        <a:pt x="18272" y="4568"/>
                      </a:lnTo>
                      <a:lnTo>
                        <a:pt x="14846" y="1142"/>
                      </a:lnTo>
                      <a:lnTo>
                        <a:pt x="12562" y="1142"/>
                      </a:lnTo>
                      <a:lnTo>
                        <a:pt x="11420" y="0"/>
                      </a:lnTo>
                      <a:close/>
                    </a:path>
                  </a:pathLst>
                </a:custGeom>
                <a:solidFill>
                  <a:srgbClr val="FEDD5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1" name="任意形状 7210">
                  <a:extLst>
                    <a:ext uri="{FF2B5EF4-FFF2-40B4-BE49-F238E27FC236}">
                      <a16:creationId xmlns:a16="http://schemas.microsoft.com/office/drawing/2014/main" id="{86C6E631-116A-082F-53E4-AC4129879EF4}"/>
                    </a:ext>
                  </a:extLst>
                </p:cNvPr>
                <p:cNvSpPr/>
                <p:nvPr/>
              </p:nvSpPr>
              <p:spPr>
                <a:xfrm>
                  <a:off x="5689672" y="5088484"/>
                  <a:ext cx="17129" cy="145031"/>
                </a:xfrm>
                <a:custGeom>
                  <a:avLst/>
                  <a:gdLst>
                    <a:gd name="connsiteX0" fmla="*/ 0 w 17129"/>
                    <a:gd name="connsiteY0" fmla="*/ 0 h 145031"/>
                    <a:gd name="connsiteX1" fmla="*/ 0 w 17129"/>
                    <a:gd name="connsiteY1" fmla="*/ 59383 h 145031"/>
                    <a:gd name="connsiteX2" fmla="*/ 9136 w 17129"/>
                    <a:gd name="connsiteY2" fmla="*/ 68519 h 145031"/>
                    <a:gd name="connsiteX3" fmla="*/ 9136 w 17129"/>
                    <a:gd name="connsiteY3" fmla="*/ 76512 h 145031"/>
                    <a:gd name="connsiteX4" fmla="*/ 0 w 17129"/>
                    <a:gd name="connsiteY4" fmla="*/ 85648 h 145031"/>
                    <a:gd name="connsiteX5" fmla="*/ 0 w 17129"/>
                    <a:gd name="connsiteY5" fmla="*/ 145031 h 145031"/>
                    <a:gd name="connsiteX6" fmla="*/ 17130 w 17129"/>
                    <a:gd name="connsiteY6" fmla="*/ 145031 h 145031"/>
                    <a:gd name="connsiteX7" fmla="*/ 17130 w 17129"/>
                    <a:gd name="connsiteY7" fmla="*/ 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7129" h="145031">
                      <a:moveTo>
                        <a:pt x="0" y="0"/>
                      </a:moveTo>
                      <a:lnTo>
                        <a:pt x="0" y="59383"/>
                      </a:lnTo>
                      <a:lnTo>
                        <a:pt x="9136" y="68519"/>
                      </a:lnTo>
                      <a:lnTo>
                        <a:pt x="9136" y="76512"/>
                      </a:lnTo>
                      <a:lnTo>
                        <a:pt x="0" y="85648"/>
                      </a:lnTo>
                      <a:lnTo>
                        <a:pt x="0" y="145031"/>
                      </a:lnTo>
                      <a:lnTo>
                        <a:pt x="17130" y="145031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88888F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2" name="任意形状 7211">
                  <a:extLst>
                    <a:ext uri="{FF2B5EF4-FFF2-40B4-BE49-F238E27FC236}">
                      <a16:creationId xmlns:a16="http://schemas.microsoft.com/office/drawing/2014/main" id="{9D301087-0F1E-188A-FDDD-DD842F308879}"/>
                    </a:ext>
                  </a:extLst>
                </p:cNvPr>
                <p:cNvSpPr/>
                <p:nvPr/>
              </p:nvSpPr>
              <p:spPr>
                <a:xfrm>
                  <a:off x="5397325" y="5051940"/>
                  <a:ext cx="53674" cy="510464"/>
                </a:xfrm>
                <a:custGeom>
                  <a:avLst/>
                  <a:gdLst>
                    <a:gd name="connsiteX0" fmla="*/ 36544 w 53674"/>
                    <a:gd name="connsiteY0" fmla="*/ 0 h 510464"/>
                    <a:gd name="connsiteX1" fmla="*/ 53674 w 53674"/>
                    <a:gd name="connsiteY1" fmla="*/ 0 h 510464"/>
                    <a:gd name="connsiteX2" fmla="*/ 53674 w 53674"/>
                    <a:gd name="connsiteY2" fmla="*/ 510464 h 510464"/>
                    <a:gd name="connsiteX3" fmla="*/ 36544 w 53674"/>
                    <a:gd name="connsiteY3" fmla="*/ 510464 h 510464"/>
                    <a:gd name="connsiteX4" fmla="*/ 7994 w 53674"/>
                    <a:gd name="connsiteY4" fmla="*/ 0 h 510464"/>
                    <a:gd name="connsiteX5" fmla="*/ 35401 w 53674"/>
                    <a:gd name="connsiteY5" fmla="*/ 0 h 510464"/>
                    <a:gd name="connsiteX6" fmla="*/ 35401 w 53674"/>
                    <a:gd name="connsiteY6" fmla="*/ 510464 h 510464"/>
                    <a:gd name="connsiteX7" fmla="*/ 7994 w 53674"/>
                    <a:gd name="connsiteY7" fmla="*/ 510464 h 510464"/>
                    <a:gd name="connsiteX8" fmla="*/ 6852 w 53674"/>
                    <a:gd name="connsiteY8" fmla="*/ 509322 h 510464"/>
                    <a:gd name="connsiteX9" fmla="*/ 4568 w 53674"/>
                    <a:gd name="connsiteY9" fmla="*/ 509322 h 510464"/>
                    <a:gd name="connsiteX10" fmla="*/ 1142 w 53674"/>
                    <a:gd name="connsiteY10" fmla="*/ 505896 h 510464"/>
                    <a:gd name="connsiteX11" fmla="*/ 1142 w 53674"/>
                    <a:gd name="connsiteY11" fmla="*/ 503612 h 510464"/>
                    <a:gd name="connsiteX12" fmla="*/ 0 w 53674"/>
                    <a:gd name="connsiteY12" fmla="*/ 502470 h 510464"/>
                    <a:gd name="connsiteX13" fmla="*/ 0 w 53674"/>
                    <a:gd name="connsiteY13" fmla="*/ 484198 h 510464"/>
                    <a:gd name="connsiteX14" fmla="*/ 15988 w 53674"/>
                    <a:gd name="connsiteY14" fmla="*/ 484198 h 510464"/>
                    <a:gd name="connsiteX15" fmla="*/ 18272 w 53674"/>
                    <a:gd name="connsiteY15" fmla="*/ 481914 h 510464"/>
                    <a:gd name="connsiteX16" fmla="*/ 18272 w 53674"/>
                    <a:gd name="connsiteY16" fmla="*/ 467068 h 510464"/>
                    <a:gd name="connsiteX17" fmla="*/ 15988 w 53674"/>
                    <a:gd name="connsiteY17" fmla="*/ 464784 h 510464"/>
                    <a:gd name="connsiteX18" fmla="*/ 0 w 53674"/>
                    <a:gd name="connsiteY18" fmla="*/ 464784 h 510464"/>
                    <a:gd name="connsiteX19" fmla="*/ 0 w 53674"/>
                    <a:gd name="connsiteY19" fmla="*/ 429383 h 510464"/>
                    <a:gd name="connsiteX20" fmla="*/ 15988 w 53674"/>
                    <a:gd name="connsiteY20" fmla="*/ 429383 h 510464"/>
                    <a:gd name="connsiteX21" fmla="*/ 18272 w 53674"/>
                    <a:gd name="connsiteY21" fmla="*/ 427099 h 510464"/>
                    <a:gd name="connsiteX22" fmla="*/ 18272 w 53674"/>
                    <a:gd name="connsiteY22" fmla="*/ 412254 h 510464"/>
                    <a:gd name="connsiteX23" fmla="*/ 15988 w 53674"/>
                    <a:gd name="connsiteY23" fmla="*/ 409970 h 510464"/>
                    <a:gd name="connsiteX24" fmla="*/ 0 w 53674"/>
                    <a:gd name="connsiteY24" fmla="*/ 409970 h 510464"/>
                    <a:gd name="connsiteX25" fmla="*/ 0 w 53674"/>
                    <a:gd name="connsiteY25" fmla="*/ 374568 h 510464"/>
                    <a:gd name="connsiteX26" fmla="*/ 15988 w 53674"/>
                    <a:gd name="connsiteY26" fmla="*/ 374568 h 510464"/>
                    <a:gd name="connsiteX27" fmla="*/ 18272 w 53674"/>
                    <a:gd name="connsiteY27" fmla="*/ 372284 h 510464"/>
                    <a:gd name="connsiteX28" fmla="*/ 18272 w 53674"/>
                    <a:gd name="connsiteY28" fmla="*/ 357439 h 510464"/>
                    <a:gd name="connsiteX29" fmla="*/ 15988 w 53674"/>
                    <a:gd name="connsiteY29" fmla="*/ 355155 h 510464"/>
                    <a:gd name="connsiteX30" fmla="*/ 0 w 53674"/>
                    <a:gd name="connsiteY30" fmla="*/ 355155 h 510464"/>
                    <a:gd name="connsiteX31" fmla="*/ 0 w 53674"/>
                    <a:gd name="connsiteY31" fmla="*/ 319753 h 510464"/>
                    <a:gd name="connsiteX32" fmla="*/ 15988 w 53674"/>
                    <a:gd name="connsiteY32" fmla="*/ 319753 h 510464"/>
                    <a:gd name="connsiteX33" fmla="*/ 18272 w 53674"/>
                    <a:gd name="connsiteY33" fmla="*/ 317470 h 510464"/>
                    <a:gd name="connsiteX34" fmla="*/ 18272 w 53674"/>
                    <a:gd name="connsiteY34" fmla="*/ 302624 h 510464"/>
                    <a:gd name="connsiteX35" fmla="*/ 15988 w 53674"/>
                    <a:gd name="connsiteY35" fmla="*/ 300340 h 510464"/>
                    <a:gd name="connsiteX36" fmla="*/ 0 w 53674"/>
                    <a:gd name="connsiteY36" fmla="*/ 300340 h 510464"/>
                    <a:gd name="connsiteX37" fmla="*/ 0 w 53674"/>
                    <a:gd name="connsiteY37" fmla="*/ 264939 h 510464"/>
                    <a:gd name="connsiteX38" fmla="*/ 15988 w 53674"/>
                    <a:gd name="connsiteY38" fmla="*/ 264939 h 510464"/>
                    <a:gd name="connsiteX39" fmla="*/ 18272 w 53674"/>
                    <a:gd name="connsiteY39" fmla="*/ 262655 h 510464"/>
                    <a:gd name="connsiteX40" fmla="*/ 18272 w 53674"/>
                    <a:gd name="connsiteY40" fmla="*/ 247809 h 510464"/>
                    <a:gd name="connsiteX41" fmla="*/ 15988 w 53674"/>
                    <a:gd name="connsiteY41" fmla="*/ 245525 h 510464"/>
                    <a:gd name="connsiteX42" fmla="*/ 0 w 53674"/>
                    <a:gd name="connsiteY42" fmla="*/ 245525 h 510464"/>
                    <a:gd name="connsiteX43" fmla="*/ 0 w 53674"/>
                    <a:gd name="connsiteY43" fmla="*/ 210124 h 510464"/>
                    <a:gd name="connsiteX44" fmla="*/ 15988 w 53674"/>
                    <a:gd name="connsiteY44" fmla="*/ 210124 h 510464"/>
                    <a:gd name="connsiteX45" fmla="*/ 18272 w 53674"/>
                    <a:gd name="connsiteY45" fmla="*/ 207840 h 510464"/>
                    <a:gd name="connsiteX46" fmla="*/ 18272 w 53674"/>
                    <a:gd name="connsiteY46" fmla="*/ 192994 h 510464"/>
                    <a:gd name="connsiteX47" fmla="*/ 15988 w 53674"/>
                    <a:gd name="connsiteY47" fmla="*/ 190710 h 510464"/>
                    <a:gd name="connsiteX48" fmla="*/ 0 w 53674"/>
                    <a:gd name="connsiteY48" fmla="*/ 190710 h 510464"/>
                    <a:gd name="connsiteX49" fmla="*/ 0 w 53674"/>
                    <a:gd name="connsiteY49" fmla="*/ 155309 h 510464"/>
                    <a:gd name="connsiteX50" fmla="*/ 15988 w 53674"/>
                    <a:gd name="connsiteY50" fmla="*/ 155309 h 510464"/>
                    <a:gd name="connsiteX51" fmla="*/ 18272 w 53674"/>
                    <a:gd name="connsiteY51" fmla="*/ 153025 h 510464"/>
                    <a:gd name="connsiteX52" fmla="*/ 18272 w 53674"/>
                    <a:gd name="connsiteY52" fmla="*/ 138179 h 510464"/>
                    <a:gd name="connsiteX53" fmla="*/ 15988 w 53674"/>
                    <a:gd name="connsiteY53" fmla="*/ 135895 h 510464"/>
                    <a:gd name="connsiteX54" fmla="*/ 0 w 53674"/>
                    <a:gd name="connsiteY54" fmla="*/ 135895 h 510464"/>
                    <a:gd name="connsiteX55" fmla="*/ 0 w 53674"/>
                    <a:gd name="connsiteY55" fmla="*/ 100494 h 510464"/>
                    <a:gd name="connsiteX56" fmla="*/ 15988 w 53674"/>
                    <a:gd name="connsiteY56" fmla="*/ 100494 h 510464"/>
                    <a:gd name="connsiteX57" fmla="*/ 18272 w 53674"/>
                    <a:gd name="connsiteY57" fmla="*/ 98210 h 510464"/>
                    <a:gd name="connsiteX58" fmla="*/ 18272 w 53674"/>
                    <a:gd name="connsiteY58" fmla="*/ 83364 h 510464"/>
                    <a:gd name="connsiteX59" fmla="*/ 15988 w 53674"/>
                    <a:gd name="connsiteY59" fmla="*/ 81080 h 510464"/>
                    <a:gd name="connsiteX60" fmla="*/ 0 w 53674"/>
                    <a:gd name="connsiteY60" fmla="*/ 81080 h 510464"/>
                    <a:gd name="connsiteX61" fmla="*/ 0 w 53674"/>
                    <a:gd name="connsiteY61" fmla="*/ 45679 h 510464"/>
                    <a:gd name="connsiteX62" fmla="*/ 15988 w 53674"/>
                    <a:gd name="connsiteY62" fmla="*/ 45679 h 510464"/>
                    <a:gd name="connsiteX63" fmla="*/ 18272 w 53674"/>
                    <a:gd name="connsiteY63" fmla="*/ 43395 h 510464"/>
                    <a:gd name="connsiteX64" fmla="*/ 18272 w 53674"/>
                    <a:gd name="connsiteY64" fmla="*/ 28549 h 510464"/>
                    <a:gd name="connsiteX65" fmla="*/ 15988 w 53674"/>
                    <a:gd name="connsiteY65" fmla="*/ 26265 h 510464"/>
                    <a:gd name="connsiteX66" fmla="*/ 0 w 53674"/>
                    <a:gd name="connsiteY66" fmla="*/ 26265 h 510464"/>
                    <a:gd name="connsiteX67" fmla="*/ 0 w 53674"/>
                    <a:gd name="connsiteY67" fmla="*/ 7994 h 510464"/>
                    <a:gd name="connsiteX68" fmla="*/ 1142 w 53674"/>
                    <a:gd name="connsiteY68" fmla="*/ 6852 h 510464"/>
                    <a:gd name="connsiteX69" fmla="*/ 1142 w 53674"/>
                    <a:gd name="connsiteY69" fmla="*/ 4568 h 510464"/>
                    <a:gd name="connsiteX70" fmla="*/ 4568 w 53674"/>
                    <a:gd name="connsiteY70" fmla="*/ 1142 h 510464"/>
                    <a:gd name="connsiteX71" fmla="*/ 6852 w 53674"/>
                    <a:gd name="connsiteY71" fmla="*/ 1142 h 510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</a:cxnLst>
                  <a:rect l="l" t="t" r="r" b="b"/>
                  <a:pathLst>
                    <a:path w="53674" h="510464">
                      <a:moveTo>
                        <a:pt x="36544" y="0"/>
                      </a:moveTo>
                      <a:lnTo>
                        <a:pt x="53674" y="0"/>
                      </a:lnTo>
                      <a:lnTo>
                        <a:pt x="53674" y="510464"/>
                      </a:lnTo>
                      <a:lnTo>
                        <a:pt x="36544" y="510464"/>
                      </a:lnTo>
                      <a:close/>
                      <a:moveTo>
                        <a:pt x="7994" y="0"/>
                      </a:moveTo>
                      <a:lnTo>
                        <a:pt x="35401" y="0"/>
                      </a:lnTo>
                      <a:lnTo>
                        <a:pt x="35401" y="510464"/>
                      </a:lnTo>
                      <a:lnTo>
                        <a:pt x="7994" y="510464"/>
                      </a:lnTo>
                      <a:lnTo>
                        <a:pt x="6852" y="509322"/>
                      </a:lnTo>
                      <a:lnTo>
                        <a:pt x="4568" y="509322"/>
                      </a:lnTo>
                      <a:lnTo>
                        <a:pt x="1142" y="505896"/>
                      </a:lnTo>
                      <a:lnTo>
                        <a:pt x="1142" y="503612"/>
                      </a:lnTo>
                      <a:lnTo>
                        <a:pt x="0" y="502470"/>
                      </a:lnTo>
                      <a:lnTo>
                        <a:pt x="0" y="484198"/>
                      </a:lnTo>
                      <a:lnTo>
                        <a:pt x="15988" y="484198"/>
                      </a:lnTo>
                      <a:lnTo>
                        <a:pt x="18272" y="481914"/>
                      </a:lnTo>
                      <a:lnTo>
                        <a:pt x="18272" y="467068"/>
                      </a:lnTo>
                      <a:lnTo>
                        <a:pt x="15988" y="464784"/>
                      </a:lnTo>
                      <a:lnTo>
                        <a:pt x="0" y="464784"/>
                      </a:lnTo>
                      <a:lnTo>
                        <a:pt x="0" y="429383"/>
                      </a:lnTo>
                      <a:lnTo>
                        <a:pt x="15988" y="429383"/>
                      </a:lnTo>
                      <a:lnTo>
                        <a:pt x="18272" y="427099"/>
                      </a:lnTo>
                      <a:lnTo>
                        <a:pt x="18272" y="412254"/>
                      </a:lnTo>
                      <a:lnTo>
                        <a:pt x="15988" y="409970"/>
                      </a:lnTo>
                      <a:lnTo>
                        <a:pt x="0" y="409970"/>
                      </a:lnTo>
                      <a:lnTo>
                        <a:pt x="0" y="374568"/>
                      </a:lnTo>
                      <a:lnTo>
                        <a:pt x="15988" y="374568"/>
                      </a:lnTo>
                      <a:lnTo>
                        <a:pt x="18272" y="372284"/>
                      </a:lnTo>
                      <a:lnTo>
                        <a:pt x="18272" y="357439"/>
                      </a:lnTo>
                      <a:lnTo>
                        <a:pt x="15988" y="355155"/>
                      </a:lnTo>
                      <a:lnTo>
                        <a:pt x="0" y="355155"/>
                      </a:lnTo>
                      <a:lnTo>
                        <a:pt x="0" y="319753"/>
                      </a:lnTo>
                      <a:lnTo>
                        <a:pt x="15988" y="319753"/>
                      </a:lnTo>
                      <a:lnTo>
                        <a:pt x="18272" y="317470"/>
                      </a:lnTo>
                      <a:lnTo>
                        <a:pt x="18272" y="302624"/>
                      </a:lnTo>
                      <a:lnTo>
                        <a:pt x="15988" y="300340"/>
                      </a:lnTo>
                      <a:lnTo>
                        <a:pt x="0" y="300340"/>
                      </a:lnTo>
                      <a:lnTo>
                        <a:pt x="0" y="264939"/>
                      </a:lnTo>
                      <a:lnTo>
                        <a:pt x="15988" y="264939"/>
                      </a:lnTo>
                      <a:lnTo>
                        <a:pt x="18272" y="262655"/>
                      </a:lnTo>
                      <a:lnTo>
                        <a:pt x="18272" y="247809"/>
                      </a:lnTo>
                      <a:lnTo>
                        <a:pt x="15988" y="245525"/>
                      </a:lnTo>
                      <a:lnTo>
                        <a:pt x="0" y="245525"/>
                      </a:lnTo>
                      <a:lnTo>
                        <a:pt x="0" y="210124"/>
                      </a:lnTo>
                      <a:lnTo>
                        <a:pt x="15988" y="210124"/>
                      </a:lnTo>
                      <a:lnTo>
                        <a:pt x="18272" y="207840"/>
                      </a:lnTo>
                      <a:lnTo>
                        <a:pt x="18272" y="192994"/>
                      </a:lnTo>
                      <a:lnTo>
                        <a:pt x="15988" y="190710"/>
                      </a:lnTo>
                      <a:lnTo>
                        <a:pt x="0" y="190710"/>
                      </a:lnTo>
                      <a:lnTo>
                        <a:pt x="0" y="155309"/>
                      </a:lnTo>
                      <a:lnTo>
                        <a:pt x="15988" y="155309"/>
                      </a:lnTo>
                      <a:lnTo>
                        <a:pt x="18272" y="153025"/>
                      </a:lnTo>
                      <a:lnTo>
                        <a:pt x="18272" y="138179"/>
                      </a:lnTo>
                      <a:lnTo>
                        <a:pt x="15988" y="135895"/>
                      </a:lnTo>
                      <a:lnTo>
                        <a:pt x="0" y="135895"/>
                      </a:lnTo>
                      <a:lnTo>
                        <a:pt x="0" y="100494"/>
                      </a:lnTo>
                      <a:lnTo>
                        <a:pt x="15988" y="100494"/>
                      </a:lnTo>
                      <a:lnTo>
                        <a:pt x="18272" y="98210"/>
                      </a:lnTo>
                      <a:lnTo>
                        <a:pt x="18272" y="83364"/>
                      </a:lnTo>
                      <a:lnTo>
                        <a:pt x="15988" y="81080"/>
                      </a:lnTo>
                      <a:lnTo>
                        <a:pt x="0" y="81080"/>
                      </a:lnTo>
                      <a:lnTo>
                        <a:pt x="0" y="45679"/>
                      </a:lnTo>
                      <a:lnTo>
                        <a:pt x="15988" y="45679"/>
                      </a:lnTo>
                      <a:lnTo>
                        <a:pt x="18272" y="43395"/>
                      </a:lnTo>
                      <a:lnTo>
                        <a:pt x="18272" y="28549"/>
                      </a:lnTo>
                      <a:lnTo>
                        <a:pt x="15988" y="26265"/>
                      </a:lnTo>
                      <a:lnTo>
                        <a:pt x="0" y="26265"/>
                      </a:lnTo>
                      <a:lnTo>
                        <a:pt x="0" y="7994"/>
                      </a:lnTo>
                      <a:lnTo>
                        <a:pt x="1142" y="6852"/>
                      </a:lnTo>
                      <a:lnTo>
                        <a:pt x="1142" y="4568"/>
                      </a:lnTo>
                      <a:lnTo>
                        <a:pt x="4568" y="1142"/>
                      </a:lnTo>
                      <a:lnTo>
                        <a:pt x="6852" y="1142"/>
                      </a:lnTo>
                      <a:close/>
                    </a:path>
                  </a:pathLst>
                </a:custGeom>
                <a:solidFill>
                  <a:srgbClr val="92D05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sp>
          <p:nvSpPr>
            <p:cNvPr id="7254" name="右箭头 7253">
              <a:extLst>
                <a:ext uri="{FF2B5EF4-FFF2-40B4-BE49-F238E27FC236}">
                  <a16:creationId xmlns:a16="http://schemas.microsoft.com/office/drawing/2014/main" id="{B612C446-6D09-7AF7-68CB-E08D71E7249D}"/>
                </a:ext>
              </a:extLst>
            </p:cNvPr>
            <p:cNvSpPr/>
            <p:nvPr/>
          </p:nvSpPr>
          <p:spPr>
            <a:xfrm>
              <a:off x="1723088" y="551886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5" name="右箭头 7254">
              <a:extLst>
                <a:ext uri="{FF2B5EF4-FFF2-40B4-BE49-F238E27FC236}">
                  <a16:creationId xmlns:a16="http://schemas.microsoft.com/office/drawing/2014/main" id="{13D127D1-C268-7DD0-CEB9-D767B875D291}"/>
                </a:ext>
              </a:extLst>
            </p:cNvPr>
            <p:cNvSpPr/>
            <p:nvPr/>
          </p:nvSpPr>
          <p:spPr>
            <a:xfrm>
              <a:off x="1723088" y="6354519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6" name="右箭头 7255">
              <a:extLst>
                <a:ext uri="{FF2B5EF4-FFF2-40B4-BE49-F238E27FC236}">
                  <a16:creationId xmlns:a16="http://schemas.microsoft.com/office/drawing/2014/main" id="{E1A7A444-71EC-6844-DA4F-C9566D06F718}"/>
                </a:ext>
              </a:extLst>
            </p:cNvPr>
            <p:cNvSpPr/>
            <p:nvPr/>
          </p:nvSpPr>
          <p:spPr>
            <a:xfrm>
              <a:off x="1723088" y="7190178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7" name="右箭头 7256">
              <a:extLst>
                <a:ext uri="{FF2B5EF4-FFF2-40B4-BE49-F238E27FC236}">
                  <a16:creationId xmlns:a16="http://schemas.microsoft.com/office/drawing/2014/main" id="{4AF6EC01-2261-4C1A-DA6D-BC66CD8348F8}"/>
                </a:ext>
              </a:extLst>
            </p:cNvPr>
            <p:cNvSpPr/>
            <p:nvPr/>
          </p:nvSpPr>
          <p:spPr>
            <a:xfrm>
              <a:off x="1723088" y="8025837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8" name="右箭头 7257">
              <a:extLst>
                <a:ext uri="{FF2B5EF4-FFF2-40B4-BE49-F238E27FC236}">
                  <a16:creationId xmlns:a16="http://schemas.microsoft.com/office/drawing/2014/main" id="{40EF93E7-BF88-B9ED-66A5-2ACFDE00AF2C}"/>
                </a:ext>
              </a:extLst>
            </p:cNvPr>
            <p:cNvSpPr/>
            <p:nvPr/>
          </p:nvSpPr>
          <p:spPr>
            <a:xfrm>
              <a:off x="2965524" y="551886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9" name="右箭头 7258">
              <a:extLst>
                <a:ext uri="{FF2B5EF4-FFF2-40B4-BE49-F238E27FC236}">
                  <a16:creationId xmlns:a16="http://schemas.microsoft.com/office/drawing/2014/main" id="{FA714105-CC9A-CBB9-8ED1-81D1EDD3C660}"/>
                </a:ext>
              </a:extLst>
            </p:cNvPr>
            <p:cNvSpPr/>
            <p:nvPr/>
          </p:nvSpPr>
          <p:spPr>
            <a:xfrm>
              <a:off x="2965524" y="6354519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0" name="右箭头 7259">
              <a:extLst>
                <a:ext uri="{FF2B5EF4-FFF2-40B4-BE49-F238E27FC236}">
                  <a16:creationId xmlns:a16="http://schemas.microsoft.com/office/drawing/2014/main" id="{8F85FABF-AE33-4B0A-1C70-1F4685C5280B}"/>
                </a:ext>
              </a:extLst>
            </p:cNvPr>
            <p:cNvSpPr/>
            <p:nvPr/>
          </p:nvSpPr>
          <p:spPr>
            <a:xfrm>
              <a:off x="2965524" y="7190178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1" name="右箭头 7260">
              <a:extLst>
                <a:ext uri="{FF2B5EF4-FFF2-40B4-BE49-F238E27FC236}">
                  <a16:creationId xmlns:a16="http://schemas.microsoft.com/office/drawing/2014/main" id="{B1E18BAD-869F-17A7-BA84-4AFABB547429}"/>
                </a:ext>
              </a:extLst>
            </p:cNvPr>
            <p:cNvSpPr/>
            <p:nvPr/>
          </p:nvSpPr>
          <p:spPr>
            <a:xfrm>
              <a:off x="2965524" y="8025837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2" name="右箭头 7261">
              <a:extLst>
                <a:ext uri="{FF2B5EF4-FFF2-40B4-BE49-F238E27FC236}">
                  <a16:creationId xmlns:a16="http://schemas.microsoft.com/office/drawing/2014/main" id="{60EFC1B3-9282-5562-9F6F-56A5BE218681}"/>
                </a:ext>
              </a:extLst>
            </p:cNvPr>
            <p:cNvSpPr/>
            <p:nvPr/>
          </p:nvSpPr>
          <p:spPr>
            <a:xfrm>
              <a:off x="4460351" y="5523413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3" name="右箭头 7262">
              <a:extLst>
                <a:ext uri="{FF2B5EF4-FFF2-40B4-BE49-F238E27FC236}">
                  <a16:creationId xmlns:a16="http://schemas.microsoft.com/office/drawing/2014/main" id="{3B405203-77CD-9077-34C8-250F07FCD00E}"/>
                </a:ext>
              </a:extLst>
            </p:cNvPr>
            <p:cNvSpPr/>
            <p:nvPr/>
          </p:nvSpPr>
          <p:spPr>
            <a:xfrm>
              <a:off x="4460351" y="6359072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4" name="右箭头 7263">
              <a:extLst>
                <a:ext uri="{FF2B5EF4-FFF2-40B4-BE49-F238E27FC236}">
                  <a16:creationId xmlns:a16="http://schemas.microsoft.com/office/drawing/2014/main" id="{D6CE12C4-B4B9-F12B-611D-D9912DF57F91}"/>
                </a:ext>
              </a:extLst>
            </p:cNvPr>
            <p:cNvSpPr/>
            <p:nvPr/>
          </p:nvSpPr>
          <p:spPr>
            <a:xfrm>
              <a:off x="4460351" y="7194731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5" name="右箭头 7264">
              <a:extLst>
                <a:ext uri="{FF2B5EF4-FFF2-40B4-BE49-F238E27FC236}">
                  <a16:creationId xmlns:a16="http://schemas.microsoft.com/office/drawing/2014/main" id="{CFF0D673-12D2-214D-86DD-591B146E74EF}"/>
                </a:ext>
              </a:extLst>
            </p:cNvPr>
            <p:cNvSpPr/>
            <p:nvPr/>
          </p:nvSpPr>
          <p:spPr>
            <a:xfrm>
              <a:off x="4460351" y="803039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28" name="文本框 1027">
            <a:extLst>
              <a:ext uri="{FF2B5EF4-FFF2-40B4-BE49-F238E27FC236}">
                <a16:creationId xmlns:a16="http://schemas.microsoft.com/office/drawing/2014/main" id="{54A4AAFE-610E-18F3-DF75-730C92D9962B}"/>
              </a:ext>
            </a:extLst>
          </p:cNvPr>
          <p:cNvSpPr txBox="1"/>
          <p:nvPr/>
        </p:nvSpPr>
        <p:spPr>
          <a:xfrm>
            <a:off x="-1186" y="7149027"/>
            <a:ext cx="61427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7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kumimoji="1" lang="zh-CN" alt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7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kumimoji="1" lang="zh-CN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269" name="图形 7268">
            <a:extLst>
              <a:ext uri="{FF2B5EF4-FFF2-40B4-BE49-F238E27FC236}">
                <a16:creationId xmlns:a16="http://schemas.microsoft.com/office/drawing/2014/main" id="{B3F22016-71D8-7723-D1A9-CF609437354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9430" y="6540000"/>
            <a:ext cx="597888" cy="597888"/>
          </a:xfrm>
          <a:prstGeom prst="rect">
            <a:avLst/>
          </a:prstGeom>
        </p:spPr>
      </p:pic>
      <p:cxnSp>
        <p:nvCxnSpPr>
          <p:cNvPr id="7277" name="肘形连接符 7276">
            <a:extLst>
              <a:ext uri="{FF2B5EF4-FFF2-40B4-BE49-F238E27FC236}">
                <a16:creationId xmlns:a16="http://schemas.microsoft.com/office/drawing/2014/main" id="{EC2288C7-F878-1828-577D-AA95C37A6721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 flipV="1">
            <a:off x="625917" y="6799650"/>
            <a:ext cx="263792" cy="1246612"/>
          </a:xfrm>
          <a:prstGeom prst="bentConnector4">
            <a:avLst>
              <a:gd name="adj1" fmla="val 1843"/>
              <a:gd name="adj2" fmla="val 99870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5" name="肘形连接符 7284">
            <a:extLst>
              <a:ext uri="{FF2B5EF4-FFF2-40B4-BE49-F238E27FC236}">
                <a16:creationId xmlns:a16="http://schemas.microsoft.com/office/drawing/2014/main" id="{555B96B5-AE2F-404C-87CF-53DCE2653EBE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 flipV="1">
            <a:off x="625917" y="6799650"/>
            <a:ext cx="294170" cy="390528"/>
          </a:xfrm>
          <a:prstGeom prst="bentConnector4">
            <a:avLst>
              <a:gd name="adj1" fmla="val 1653"/>
              <a:gd name="adj2" fmla="val 99594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9" name="肘形连接符 7288">
            <a:extLst>
              <a:ext uri="{FF2B5EF4-FFF2-40B4-BE49-F238E27FC236}">
                <a16:creationId xmlns:a16="http://schemas.microsoft.com/office/drawing/2014/main" id="{41611A59-4FED-3745-75BE-4267700A10F9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>
            <a:off x="625917" y="6355650"/>
            <a:ext cx="263688" cy="444000"/>
          </a:xfrm>
          <a:prstGeom prst="bentConnector4">
            <a:avLst>
              <a:gd name="adj1" fmla="val 1845"/>
              <a:gd name="adj2" fmla="val 100924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4" name="肘形连接符 7293">
            <a:extLst>
              <a:ext uri="{FF2B5EF4-FFF2-40B4-BE49-F238E27FC236}">
                <a16:creationId xmlns:a16="http://schemas.microsoft.com/office/drawing/2014/main" id="{CEAADFC0-1C64-9464-9FB9-E6AB26F9690A}"/>
              </a:ext>
            </a:extLst>
          </p:cNvPr>
          <p:cNvCxnSpPr>
            <a:cxnSpLocks/>
            <a:stCxn id="1057" idx="1"/>
            <a:endCxn id="1035" idx="1"/>
          </p:cNvCxnSpPr>
          <p:nvPr/>
        </p:nvCxnSpPr>
        <p:spPr>
          <a:xfrm rot="10800000" flipH="1">
            <a:off x="625916" y="5493780"/>
            <a:ext cx="274577" cy="1305870"/>
          </a:xfrm>
          <a:prstGeom prst="bentConnector3">
            <a:avLst>
              <a:gd name="adj1" fmla="val 1772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1" name="肘形连接符 7320">
            <a:extLst>
              <a:ext uri="{FF2B5EF4-FFF2-40B4-BE49-F238E27FC236}">
                <a16:creationId xmlns:a16="http://schemas.microsoft.com/office/drawing/2014/main" id="{042818BB-6C6F-42D8-584C-3E420A646425}"/>
              </a:ext>
            </a:extLst>
          </p:cNvPr>
          <p:cNvCxnSpPr>
            <a:cxnSpLocks/>
            <a:stCxn id="7141" idx="97"/>
          </p:cNvCxnSpPr>
          <p:nvPr/>
        </p:nvCxnSpPr>
        <p:spPr>
          <a:xfrm>
            <a:off x="5464267" y="6429010"/>
            <a:ext cx="490911" cy="416815"/>
          </a:xfrm>
          <a:prstGeom prst="bentConnector3">
            <a:avLst/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1" name="肘形连接符 7330">
            <a:extLst>
              <a:ext uri="{FF2B5EF4-FFF2-40B4-BE49-F238E27FC236}">
                <a16:creationId xmlns:a16="http://schemas.microsoft.com/office/drawing/2014/main" id="{87B4CFF9-124F-37C9-FCB2-97D3D8872E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77453" y="5976957"/>
            <a:ext cx="1266264" cy="457709"/>
          </a:xfrm>
          <a:prstGeom prst="bentConnector3">
            <a:avLst>
              <a:gd name="adj1" fmla="val 834"/>
            </a:avLst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4" name="肘形连接符 7333">
            <a:extLst>
              <a:ext uri="{FF2B5EF4-FFF2-40B4-BE49-F238E27FC236}">
                <a16:creationId xmlns:a16="http://schemas.microsoft.com/office/drawing/2014/main" id="{FF03C501-67B9-6E50-89F9-F6DE388F22AA}"/>
              </a:ext>
            </a:extLst>
          </p:cNvPr>
          <p:cNvCxnSpPr>
            <a:cxnSpLocks/>
          </p:cNvCxnSpPr>
          <p:nvPr/>
        </p:nvCxnSpPr>
        <p:spPr>
          <a:xfrm flipV="1">
            <a:off x="5466595" y="6853463"/>
            <a:ext cx="490911" cy="416815"/>
          </a:xfrm>
          <a:prstGeom prst="bentConnector3">
            <a:avLst/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5" name="肘形连接符 7334">
            <a:extLst>
              <a:ext uri="{FF2B5EF4-FFF2-40B4-BE49-F238E27FC236}">
                <a16:creationId xmlns:a16="http://schemas.microsoft.com/office/drawing/2014/main" id="{0BAD253E-0723-6464-6A84-FF9FE303A9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088236" y="7250102"/>
            <a:ext cx="1266264" cy="457709"/>
          </a:xfrm>
          <a:prstGeom prst="bentConnector3">
            <a:avLst>
              <a:gd name="adj1" fmla="val 834"/>
            </a:avLst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65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4D9EC-9F30-5DA2-4728-DBCA0CFCA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BDB012CF-4031-4E5D-0638-709BCAD62768}"/>
              </a:ext>
            </a:extLst>
          </p:cNvPr>
          <p:cNvSpPr txBox="1"/>
          <p:nvPr/>
        </p:nvSpPr>
        <p:spPr>
          <a:xfrm>
            <a:off x="2013489" y="58821"/>
            <a:ext cx="40844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500" dirty="0"/>
              <a:t>n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=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298</a:t>
            </a:r>
          </a:p>
        </p:txBody>
      </p:sp>
      <p:sp>
        <p:nvSpPr>
          <p:cNvPr id="7" name="文本框 1162">
            <a:extLst>
              <a:ext uri="{FF2B5EF4-FFF2-40B4-BE49-F238E27FC236}">
                <a16:creationId xmlns:a16="http://schemas.microsoft.com/office/drawing/2014/main" id="{9D19219C-8E75-56A5-BE6B-BAE5A3359202}"/>
              </a:ext>
            </a:extLst>
          </p:cNvPr>
          <p:cNvSpPr txBox="1"/>
          <p:nvPr/>
        </p:nvSpPr>
        <p:spPr>
          <a:xfrm>
            <a:off x="1612028" y="227889"/>
            <a:ext cx="1211369" cy="1692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Development Cohort</a:t>
            </a:r>
            <a:r>
              <a:rPr lang="zh-CN" alt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(</a:t>
            </a:r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Cohort A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)</a:t>
            </a:r>
            <a:endParaRPr lang="en" altLang="zh-CN" sz="500" b="1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9EFE4B-28E6-CB52-822F-A22099DF7DDE}"/>
              </a:ext>
            </a:extLst>
          </p:cNvPr>
          <p:cNvGrpSpPr/>
          <p:nvPr/>
        </p:nvGrpSpPr>
        <p:grpSpPr>
          <a:xfrm>
            <a:off x="768743" y="1937302"/>
            <a:ext cx="2394645" cy="705929"/>
            <a:chOff x="1441971" y="391730"/>
            <a:chExt cx="1551485" cy="1373055"/>
          </a:xfrm>
          <a:scene3d>
            <a:camera prst="orthographicFront">
              <a:rot lat="0" lon="0" rev="0"/>
            </a:camera>
            <a:lightRig rig="threePt" dir="t"/>
          </a:scene3d>
        </p:grpSpPr>
        <p:sp>
          <p:nvSpPr>
            <p:cNvPr id="5" name="左大括号 4">
              <a:extLst>
                <a:ext uri="{FF2B5EF4-FFF2-40B4-BE49-F238E27FC236}">
                  <a16:creationId xmlns:a16="http://schemas.microsoft.com/office/drawing/2014/main" id="{E4A843B3-C6E3-B7BD-343D-6B44F8A4EE39}"/>
                </a:ext>
              </a:extLst>
            </p:cNvPr>
            <p:cNvSpPr/>
            <p:nvPr/>
          </p:nvSpPr>
          <p:spPr>
            <a:xfrm rot="5400000">
              <a:off x="2130462" y="-296760"/>
              <a:ext cx="174503" cy="1551484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587F9E-8579-B81A-E63D-336604AA1187}"/>
                </a:ext>
              </a:extLst>
            </p:cNvPr>
            <p:cNvSpPr/>
            <p:nvPr/>
          </p:nvSpPr>
          <p:spPr>
            <a:xfrm>
              <a:off x="1441972" y="641195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92910F3-15D4-D090-56C6-A676803666A6}"/>
                </a:ext>
              </a:extLst>
            </p:cNvPr>
            <p:cNvSpPr/>
            <p:nvPr/>
          </p:nvSpPr>
          <p:spPr>
            <a:xfrm>
              <a:off x="1441971" y="869427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F500"/>
                </a:gs>
                <a:gs pos="83000">
                  <a:srgbClr val="FFC000"/>
                </a:gs>
                <a:gs pos="100000">
                  <a:srgbClr val="FFC00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BMI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52A81359-3B28-0B70-7B81-43F67989CC18}"/>
                </a:ext>
              </a:extLst>
            </p:cNvPr>
            <p:cNvSpPr/>
            <p:nvPr/>
          </p:nvSpPr>
          <p:spPr>
            <a:xfrm>
              <a:off x="1441971" y="1097659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D4DC"/>
                </a:gs>
                <a:gs pos="83000">
                  <a:srgbClr val="FFC0E2"/>
                </a:gs>
                <a:gs pos="100000">
                  <a:srgbClr val="FF83E5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Sex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6D8FB8E-35BF-B880-6047-1D1417B8C7A0}"/>
                </a:ext>
              </a:extLst>
            </p:cNvPr>
            <p:cNvSpPr/>
            <p:nvPr/>
          </p:nvSpPr>
          <p:spPr>
            <a:xfrm>
              <a:off x="1441971" y="1321815"/>
              <a:ext cx="423847" cy="440162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C68F769-E6CC-4245-FB24-920A2B5C46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381421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D986F273-D378-D0D3-0967-66C59BB5D8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515849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CDEF85FD-200D-12CE-CF3F-F0CBB3BF50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650816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左大括号 21">
              <a:extLst>
                <a:ext uri="{FF2B5EF4-FFF2-40B4-BE49-F238E27FC236}">
                  <a16:creationId xmlns:a16="http://schemas.microsoft.com/office/drawing/2014/main" id="{AA6E7FA7-E1C1-BED9-1CE9-203973815E40}"/>
                </a:ext>
              </a:extLst>
            </p:cNvPr>
            <p:cNvSpPr/>
            <p:nvPr/>
          </p:nvSpPr>
          <p:spPr>
            <a:xfrm rot="10800000">
              <a:off x="1894114" y="641194"/>
              <a:ext cx="127556" cy="1123591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97BE28E-735B-CC10-2CDD-4F1BEE71C90A}"/>
                </a:ext>
              </a:extLst>
            </p:cNvPr>
            <p:cNvSpPr txBox="1"/>
            <p:nvPr/>
          </p:nvSpPr>
          <p:spPr>
            <a:xfrm>
              <a:off x="1957891" y="1097659"/>
              <a:ext cx="6351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700" dirty="0"/>
                <a:t>58</a:t>
              </a:r>
              <a:r>
                <a:rPr kumimoji="1" lang="zh-CN" altLang="en-US" sz="700" dirty="0"/>
                <a:t> </a:t>
              </a:r>
              <a:r>
                <a:rPr kumimoji="1" lang="en-US" altLang="zh-CN" sz="700" dirty="0"/>
                <a:t>features</a:t>
              </a:r>
              <a:endParaRPr kumimoji="1" lang="zh-CN" altLang="en-US" sz="700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4DD5EF71-6F1A-C09D-8935-7E2013F3AB03}"/>
                </a:ext>
              </a:extLst>
            </p:cNvPr>
            <p:cNvSpPr/>
            <p:nvPr/>
          </p:nvSpPr>
          <p:spPr>
            <a:xfrm>
              <a:off x="2569609" y="1077633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4">
                    <a:lumMod val="20000"/>
                    <a:lumOff val="80000"/>
                  </a:schemeClr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rgbClr val="00B0F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Label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2198EA6B-E95A-B992-DD19-08975B6445B6}"/>
              </a:ext>
            </a:extLst>
          </p:cNvPr>
          <p:cNvSpPr/>
          <p:nvPr/>
        </p:nvSpPr>
        <p:spPr>
          <a:xfrm rot="5400000">
            <a:off x="4793311" y="-296760"/>
            <a:ext cx="174503" cy="1551484"/>
          </a:xfrm>
          <a:prstGeom prst="lef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2F735C8-5D7F-A1CD-2240-18D60BF3BC5C}"/>
              </a:ext>
            </a:extLst>
          </p:cNvPr>
          <p:cNvSpPr txBox="1"/>
          <p:nvPr/>
        </p:nvSpPr>
        <p:spPr>
          <a:xfrm>
            <a:off x="4676338" y="58821"/>
            <a:ext cx="40844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500" dirty="0"/>
              <a:t>n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=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190</a:t>
            </a:r>
          </a:p>
        </p:txBody>
      </p:sp>
      <p:sp>
        <p:nvSpPr>
          <p:cNvPr id="29" name="文本框 1162">
            <a:extLst>
              <a:ext uri="{FF2B5EF4-FFF2-40B4-BE49-F238E27FC236}">
                <a16:creationId xmlns:a16="http://schemas.microsoft.com/office/drawing/2014/main" id="{3225B153-DCBD-A5D5-7A00-2732D9D35105}"/>
              </a:ext>
            </a:extLst>
          </p:cNvPr>
          <p:cNvSpPr txBox="1"/>
          <p:nvPr/>
        </p:nvSpPr>
        <p:spPr>
          <a:xfrm>
            <a:off x="4274877" y="227889"/>
            <a:ext cx="1211369" cy="1692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Development Cohort</a:t>
            </a:r>
            <a:r>
              <a:rPr lang="zh-CN" alt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(</a:t>
            </a:r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Cohort 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B)</a:t>
            </a:r>
            <a:endParaRPr lang="en" altLang="zh-CN" sz="500" b="1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6BA8DF8-ED03-6464-F5AD-555E9FECCA8E}"/>
              </a:ext>
            </a:extLst>
          </p:cNvPr>
          <p:cNvSpPr/>
          <p:nvPr/>
        </p:nvSpPr>
        <p:spPr>
          <a:xfrm>
            <a:off x="4104821" y="641195"/>
            <a:ext cx="423847" cy="22008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20000"/>
                  <a:lumOff val="80000"/>
                </a:schemeClr>
              </a:gs>
              <a:gs pos="83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kumimoji="1" lang="en-US" altLang="zh-CN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</a:t>
            </a:r>
            <a:endParaRPr kumimoji="1" lang="zh-CN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F81810-C862-B184-0690-2DEAD7EDC9F1}"/>
              </a:ext>
            </a:extLst>
          </p:cNvPr>
          <p:cNvSpPr/>
          <p:nvPr/>
        </p:nvSpPr>
        <p:spPr>
          <a:xfrm>
            <a:off x="4104820" y="869427"/>
            <a:ext cx="423847" cy="22008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FFF500"/>
              </a:gs>
              <a:gs pos="83000">
                <a:srgbClr val="FFC000"/>
              </a:gs>
              <a:gs pos="100000">
                <a:srgbClr val="FFC000"/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kumimoji="1" lang="en" altLang="zh-CN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BMI</a:t>
            </a:r>
            <a:endParaRPr kumimoji="1" lang="zh-CN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0C27712-4418-D4B6-7C3A-E9565F32E83E}"/>
              </a:ext>
            </a:extLst>
          </p:cNvPr>
          <p:cNvSpPr/>
          <p:nvPr/>
        </p:nvSpPr>
        <p:spPr>
          <a:xfrm>
            <a:off x="4104820" y="1097659"/>
            <a:ext cx="423847" cy="22008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FFD4DC"/>
              </a:gs>
              <a:gs pos="83000">
                <a:srgbClr val="FFC0E2"/>
              </a:gs>
              <a:gs pos="100000">
                <a:srgbClr val="FF83E5"/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kumimoji="1" lang="en-US" altLang="zh-CN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Sex</a:t>
            </a:r>
            <a:endParaRPr kumimoji="1" lang="zh-CN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58F4C36-60C8-BCA0-01AD-855A829EB2FA}"/>
              </a:ext>
            </a:extLst>
          </p:cNvPr>
          <p:cNvSpPr/>
          <p:nvPr/>
        </p:nvSpPr>
        <p:spPr>
          <a:xfrm>
            <a:off x="4104820" y="1321815"/>
            <a:ext cx="423847" cy="44016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20000"/>
                  <a:lumOff val="80000"/>
                </a:schemeClr>
              </a:gs>
              <a:gs pos="83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2E13850-7257-A7EE-F345-528868D97749}"/>
              </a:ext>
            </a:extLst>
          </p:cNvPr>
          <p:cNvSpPr>
            <a:spLocks noChangeAspect="1"/>
          </p:cNvSpPr>
          <p:nvPr/>
        </p:nvSpPr>
        <p:spPr>
          <a:xfrm>
            <a:off x="4288968" y="1381421"/>
            <a:ext cx="55551" cy="55765"/>
          </a:xfrm>
          <a:prstGeom prst="ellipse">
            <a:avLst/>
          </a:prstGeom>
          <a:solidFill>
            <a:schemeClr val="tx1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4138299B-7A15-041D-0DD4-A70EB8BDAAF4}"/>
              </a:ext>
            </a:extLst>
          </p:cNvPr>
          <p:cNvSpPr>
            <a:spLocks noChangeAspect="1"/>
          </p:cNvSpPr>
          <p:nvPr/>
        </p:nvSpPr>
        <p:spPr>
          <a:xfrm>
            <a:off x="4288968" y="1515849"/>
            <a:ext cx="55551" cy="55765"/>
          </a:xfrm>
          <a:prstGeom prst="ellipse">
            <a:avLst/>
          </a:prstGeom>
          <a:solidFill>
            <a:schemeClr val="tx1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E0592B1-03C0-8FD9-367C-57C7E0042B3F}"/>
              </a:ext>
            </a:extLst>
          </p:cNvPr>
          <p:cNvSpPr>
            <a:spLocks noChangeAspect="1"/>
          </p:cNvSpPr>
          <p:nvPr/>
        </p:nvSpPr>
        <p:spPr>
          <a:xfrm>
            <a:off x="4288968" y="1650816"/>
            <a:ext cx="55551" cy="55765"/>
          </a:xfrm>
          <a:prstGeom prst="ellipse">
            <a:avLst/>
          </a:prstGeom>
          <a:solidFill>
            <a:schemeClr val="tx1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9C9D0275-2321-E41E-FB17-C2F7C3F5F998}"/>
              </a:ext>
            </a:extLst>
          </p:cNvPr>
          <p:cNvSpPr/>
          <p:nvPr/>
        </p:nvSpPr>
        <p:spPr>
          <a:xfrm rot="10800000">
            <a:off x="4556963" y="641194"/>
            <a:ext cx="127556" cy="1123591"/>
          </a:xfrm>
          <a:prstGeom prst="lef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C97A62F-95CF-B74C-78D0-6E4E48646AEF}"/>
              </a:ext>
            </a:extLst>
          </p:cNvPr>
          <p:cNvSpPr txBox="1"/>
          <p:nvPr/>
        </p:nvSpPr>
        <p:spPr>
          <a:xfrm>
            <a:off x="4620740" y="1097659"/>
            <a:ext cx="63511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700" dirty="0"/>
              <a:t>58</a:t>
            </a:r>
            <a:r>
              <a:rPr kumimoji="1" lang="zh-CN" altLang="en-US" sz="700" dirty="0"/>
              <a:t> </a:t>
            </a:r>
            <a:r>
              <a:rPr kumimoji="1" lang="en-US" altLang="zh-CN" sz="700" dirty="0"/>
              <a:t>features</a:t>
            </a:r>
            <a:endParaRPr kumimoji="1" lang="zh-CN" altLang="en-US" sz="7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0596723-9783-82B0-C271-C48C5999892F}"/>
              </a:ext>
            </a:extLst>
          </p:cNvPr>
          <p:cNvSpPr/>
          <p:nvPr/>
        </p:nvSpPr>
        <p:spPr>
          <a:xfrm>
            <a:off x="5232458" y="1077633"/>
            <a:ext cx="423847" cy="22008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4">
                  <a:lumMod val="20000"/>
                  <a:lumOff val="80000"/>
                </a:schemeClr>
              </a:gs>
              <a:gs pos="83000">
                <a:schemeClr val="accent4">
                  <a:lumMod val="60000"/>
                  <a:lumOff val="40000"/>
                </a:schemeClr>
              </a:gs>
              <a:gs pos="100000">
                <a:srgbClr val="00B0F0"/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kumimoji="1" lang="en-US" altLang="zh-CN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Label</a:t>
            </a:r>
            <a:endParaRPr kumimoji="1" lang="zh-CN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下箭头 40">
            <a:extLst>
              <a:ext uri="{FF2B5EF4-FFF2-40B4-BE49-F238E27FC236}">
                <a16:creationId xmlns:a16="http://schemas.microsoft.com/office/drawing/2014/main" id="{F4367409-3890-3A93-FC54-A88F5A9C6642}"/>
              </a:ext>
            </a:extLst>
          </p:cNvPr>
          <p:cNvSpPr/>
          <p:nvPr/>
        </p:nvSpPr>
        <p:spPr>
          <a:xfrm>
            <a:off x="946692" y="1429417"/>
            <a:ext cx="216918" cy="291272"/>
          </a:xfrm>
          <a:prstGeom prst="down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20000"/>
                  <a:lumOff val="80000"/>
                </a:schemeClr>
              </a:gs>
              <a:gs pos="83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EB29EC96-029C-EBCE-F12F-02B8AF23977A}"/>
              </a:ext>
            </a:extLst>
          </p:cNvPr>
          <p:cNvSpPr txBox="1"/>
          <p:nvPr/>
        </p:nvSpPr>
        <p:spPr>
          <a:xfrm>
            <a:off x="1252999" y="1463892"/>
            <a:ext cx="9765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800" dirty="0"/>
              <a:t>Feature</a:t>
            </a:r>
            <a:r>
              <a:rPr kumimoji="1" lang="zh-CN" altLang="en-US" sz="800" dirty="0"/>
              <a:t> </a:t>
            </a:r>
            <a:r>
              <a:rPr kumimoji="1" lang="en-US" altLang="zh-CN" sz="800" dirty="0"/>
              <a:t>selection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05C3618-52F4-FD3E-18A5-60B2852E6EA5}"/>
              </a:ext>
            </a:extLst>
          </p:cNvPr>
          <p:cNvSpPr txBox="1"/>
          <p:nvPr/>
        </p:nvSpPr>
        <p:spPr>
          <a:xfrm>
            <a:off x="2165889" y="211221"/>
            <a:ext cx="40844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500" dirty="0"/>
              <a:t>n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=</a:t>
            </a:r>
            <a:r>
              <a:rPr kumimoji="1" lang="zh-CN" altLang="en-US" sz="500" dirty="0"/>
              <a:t> </a:t>
            </a:r>
            <a:r>
              <a:rPr kumimoji="1" lang="en-US" altLang="zh-CN" sz="500" dirty="0"/>
              <a:t>298</a:t>
            </a:r>
          </a:p>
        </p:txBody>
      </p:sp>
      <p:sp>
        <p:nvSpPr>
          <p:cNvPr id="44" name="文本框 1162">
            <a:extLst>
              <a:ext uri="{FF2B5EF4-FFF2-40B4-BE49-F238E27FC236}">
                <a16:creationId xmlns:a16="http://schemas.microsoft.com/office/drawing/2014/main" id="{2D1C8EC1-7E59-C373-0334-BB38AD142140}"/>
              </a:ext>
            </a:extLst>
          </p:cNvPr>
          <p:cNvSpPr txBox="1"/>
          <p:nvPr/>
        </p:nvSpPr>
        <p:spPr>
          <a:xfrm>
            <a:off x="1764428" y="380289"/>
            <a:ext cx="1211369" cy="1692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Development Cohort</a:t>
            </a:r>
            <a:r>
              <a:rPr lang="zh-CN" alt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(</a:t>
            </a:r>
            <a:r>
              <a:rPr lang="en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Cohort A</a:t>
            </a:r>
            <a:r>
              <a:rPr lang="en-US" altLang="zh-CN" sz="5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)</a:t>
            </a:r>
            <a:endParaRPr lang="en" altLang="zh-CN" sz="500" b="1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518DEC1-DCEF-36F2-0B08-F00207EDBCFC}"/>
              </a:ext>
            </a:extLst>
          </p:cNvPr>
          <p:cNvGrpSpPr/>
          <p:nvPr/>
        </p:nvGrpSpPr>
        <p:grpSpPr>
          <a:xfrm>
            <a:off x="751211" y="544130"/>
            <a:ext cx="2394645" cy="705929"/>
            <a:chOff x="1441971" y="391730"/>
            <a:chExt cx="1551485" cy="1373055"/>
          </a:xfrm>
        </p:grpSpPr>
        <p:sp>
          <p:nvSpPr>
            <p:cNvPr id="46" name="左大括号 45">
              <a:extLst>
                <a:ext uri="{FF2B5EF4-FFF2-40B4-BE49-F238E27FC236}">
                  <a16:creationId xmlns:a16="http://schemas.microsoft.com/office/drawing/2014/main" id="{3C43D053-4278-A46B-BFD9-DEF4D654B949}"/>
                </a:ext>
              </a:extLst>
            </p:cNvPr>
            <p:cNvSpPr/>
            <p:nvPr/>
          </p:nvSpPr>
          <p:spPr>
            <a:xfrm rot="5400000">
              <a:off x="2130462" y="-296760"/>
              <a:ext cx="174503" cy="1551484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90C9A5AD-D487-206D-AAAD-807A61AA3463}"/>
                </a:ext>
              </a:extLst>
            </p:cNvPr>
            <p:cNvSpPr/>
            <p:nvPr/>
          </p:nvSpPr>
          <p:spPr>
            <a:xfrm>
              <a:off x="1441972" y="641195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0633AFAB-D0A7-EE3B-8A85-8626B7232892}"/>
                </a:ext>
              </a:extLst>
            </p:cNvPr>
            <p:cNvSpPr/>
            <p:nvPr/>
          </p:nvSpPr>
          <p:spPr>
            <a:xfrm>
              <a:off x="1441971" y="869427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F500"/>
                </a:gs>
                <a:gs pos="83000">
                  <a:srgbClr val="FFC000"/>
                </a:gs>
                <a:gs pos="100000">
                  <a:srgbClr val="FFC00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BMI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430A6A5A-6A60-4158-EBCE-8FC35BDB204B}"/>
                </a:ext>
              </a:extLst>
            </p:cNvPr>
            <p:cNvSpPr/>
            <p:nvPr/>
          </p:nvSpPr>
          <p:spPr>
            <a:xfrm>
              <a:off x="1441971" y="1097659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D4DC"/>
                </a:gs>
                <a:gs pos="83000">
                  <a:srgbClr val="FFC0E2"/>
                </a:gs>
                <a:gs pos="100000">
                  <a:srgbClr val="FF83E5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Sex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30718B1-CCD7-D186-0275-232A141D125E}"/>
                </a:ext>
              </a:extLst>
            </p:cNvPr>
            <p:cNvSpPr/>
            <p:nvPr/>
          </p:nvSpPr>
          <p:spPr>
            <a:xfrm>
              <a:off x="1441971" y="1321815"/>
              <a:ext cx="423847" cy="440162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4CA76E68-D2F7-6425-F768-986C50EF34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381421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3D2CA5B5-04CA-924A-F7CD-E288AC70D5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515849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D8A19891-8FDC-F31F-F8BF-2EF2DE2E00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650816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左大括号 53">
              <a:extLst>
                <a:ext uri="{FF2B5EF4-FFF2-40B4-BE49-F238E27FC236}">
                  <a16:creationId xmlns:a16="http://schemas.microsoft.com/office/drawing/2014/main" id="{9A082749-5331-059C-D826-EA7FD3FB6A5A}"/>
                </a:ext>
              </a:extLst>
            </p:cNvPr>
            <p:cNvSpPr/>
            <p:nvPr/>
          </p:nvSpPr>
          <p:spPr>
            <a:xfrm rot="10800000">
              <a:off x="1894114" y="641194"/>
              <a:ext cx="127556" cy="1123591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B2A598DB-1507-2080-44AF-EE6F8A57B460}"/>
                </a:ext>
              </a:extLst>
            </p:cNvPr>
            <p:cNvSpPr txBox="1"/>
            <p:nvPr/>
          </p:nvSpPr>
          <p:spPr>
            <a:xfrm>
              <a:off x="1957891" y="1097659"/>
              <a:ext cx="6351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700" dirty="0"/>
                <a:t>58</a:t>
              </a:r>
              <a:r>
                <a:rPr kumimoji="1" lang="zh-CN" altLang="en-US" sz="700" dirty="0"/>
                <a:t> </a:t>
              </a:r>
              <a:r>
                <a:rPr kumimoji="1" lang="en-US" altLang="zh-CN" sz="700" dirty="0"/>
                <a:t>features</a:t>
              </a:r>
              <a:endParaRPr kumimoji="1" lang="zh-CN" altLang="en-US" sz="700" dirty="0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7088A69-2E2E-D8BE-2208-64DA753F44B5}"/>
                </a:ext>
              </a:extLst>
            </p:cNvPr>
            <p:cNvSpPr/>
            <p:nvPr/>
          </p:nvSpPr>
          <p:spPr>
            <a:xfrm>
              <a:off x="2569609" y="1077633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4">
                    <a:lumMod val="20000"/>
                    <a:lumOff val="80000"/>
                  </a:schemeClr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rgbClr val="00B0F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Label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001697A8-298D-E9D6-136F-949442030019}"/>
              </a:ext>
            </a:extLst>
          </p:cNvPr>
          <p:cNvGrpSpPr/>
          <p:nvPr/>
        </p:nvGrpSpPr>
        <p:grpSpPr>
          <a:xfrm>
            <a:off x="3682508" y="1947276"/>
            <a:ext cx="2394645" cy="705929"/>
            <a:chOff x="1441971" y="391730"/>
            <a:chExt cx="1551485" cy="1373055"/>
          </a:xfrm>
          <a:scene3d>
            <a:camera prst="orthographicFront">
              <a:rot lat="0" lon="0" rev="0"/>
            </a:camera>
            <a:lightRig rig="threePt" dir="t"/>
          </a:scene3d>
        </p:grpSpPr>
        <p:sp>
          <p:nvSpPr>
            <p:cNvPr id="58" name="左大括号 57">
              <a:extLst>
                <a:ext uri="{FF2B5EF4-FFF2-40B4-BE49-F238E27FC236}">
                  <a16:creationId xmlns:a16="http://schemas.microsoft.com/office/drawing/2014/main" id="{41138A60-7385-D0A5-1A9C-8AA7D4573F98}"/>
                </a:ext>
              </a:extLst>
            </p:cNvPr>
            <p:cNvSpPr/>
            <p:nvPr/>
          </p:nvSpPr>
          <p:spPr>
            <a:xfrm rot="5400000">
              <a:off x="2130462" y="-296760"/>
              <a:ext cx="174503" cy="1551484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22DFCFCF-2F58-7BF2-0B5A-FAC767ECCD3D}"/>
                </a:ext>
              </a:extLst>
            </p:cNvPr>
            <p:cNvSpPr/>
            <p:nvPr/>
          </p:nvSpPr>
          <p:spPr>
            <a:xfrm>
              <a:off x="1441972" y="641195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1D7126C-2DF9-8D5D-3C97-4004B4D3E512}"/>
                </a:ext>
              </a:extLst>
            </p:cNvPr>
            <p:cNvSpPr/>
            <p:nvPr/>
          </p:nvSpPr>
          <p:spPr>
            <a:xfrm>
              <a:off x="1441971" y="869427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F500"/>
                </a:gs>
                <a:gs pos="83000">
                  <a:srgbClr val="FFC000"/>
                </a:gs>
                <a:gs pos="100000">
                  <a:srgbClr val="FFC00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BMI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32D8D48-0725-994E-9EF8-9BE7523A65BE}"/>
                </a:ext>
              </a:extLst>
            </p:cNvPr>
            <p:cNvSpPr/>
            <p:nvPr/>
          </p:nvSpPr>
          <p:spPr>
            <a:xfrm>
              <a:off x="1441971" y="1097659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rgbClr val="FFD4DC"/>
                </a:gs>
                <a:gs pos="83000">
                  <a:srgbClr val="FFC0E2"/>
                </a:gs>
                <a:gs pos="100000">
                  <a:srgbClr val="FF83E5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Sex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BC138881-8D35-D995-CD72-0FDA17272BDD}"/>
                </a:ext>
              </a:extLst>
            </p:cNvPr>
            <p:cNvSpPr/>
            <p:nvPr/>
          </p:nvSpPr>
          <p:spPr>
            <a:xfrm>
              <a:off x="1441971" y="1321815"/>
              <a:ext cx="423847" cy="440162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02F58508-C029-FAB8-5937-EF659F5FFC3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381421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13" name="椭圆 7212">
              <a:extLst>
                <a:ext uri="{FF2B5EF4-FFF2-40B4-BE49-F238E27FC236}">
                  <a16:creationId xmlns:a16="http://schemas.microsoft.com/office/drawing/2014/main" id="{2C6DA290-0E7C-D2C2-FFA0-C3A4C3A3DE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515849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14" name="椭圆 7213">
              <a:extLst>
                <a:ext uri="{FF2B5EF4-FFF2-40B4-BE49-F238E27FC236}">
                  <a16:creationId xmlns:a16="http://schemas.microsoft.com/office/drawing/2014/main" id="{B767EA0E-656E-65D9-FDC9-2524F027C2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6119" y="1650816"/>
              <a:ext cx="55551" cy="55765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15" name="左大括号 7214">
              <a:extLst>
                <a:ext uri="{FF2B5EF4-FFF2-40B4-BE49-F238E27FC236}">
                  <a16:creationId xmlns:a16="http://schemas.microsoft.com/office/drawing/2014/main" id="{34A6BF84-3D92-3BDE-6694-924CB7F072BD}"/>
                </a:ext>
              </a:extLst>
            </p:cNvPr>
            <p:cNvSpPr/>
            <p:nvPr/>
          </p:nvSpPr>
          <p:spPr>
            <a:xfrm rot="10800000">
              <a:off x="1894114" y="641194"/>
              <a:ext cx="127556" cy="1123591"/>
            </a:xfrm>
            <a:prstGeom prst="lef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344" name="文本框 1343">
              <a:extLst>
                <a:ext uri="{FF2B5EF4-FFF2-40B4-BE49-F238E27FC236}">
                  <a16:creationId xmlns:a16="http://schemas.microsoft.com/office/drawing/2014/main" id="{74AD47D8-7A8A-7BCA-B58C-7F3FBB6EAA2F}"/>
                </a:ext>
              </a:extLst>
            </p:cNvPr>
            <p:cNvSpPr txBox="1"/>
            <p:nvPr/>
          </p:nvSpPr>
          <p:spPr>
            <a:xfrm>
              <a:off x="1957891" y="1097659"/>
              <a:ext cx="6351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700" dirty="0"/>
                <a:t>58</a:t>
              </a:r>
              <a:r>
                <a:rPr kumimoji="1" lang="zh-CN" altLang="en-US" sz="700" dirty="0"/>
                <a:t> </a:t>
              </a:r>
              <a:r>
                <a:rPr kumimoji="1" lang="en-US" altLang="zh-CN" sz="700" dirty="0"/>
                <a:t>features</a:t>
              </a:r>
              <a:endParaRPr kumimoji="1" lang="zh-CN" altLang="en-US" sz="700" dirty="0"/>
            </a:p>
          </p:txBody>
        </p:sp>
        <p:sp>
          <p:nvSpPr>
            <p:cNvPr id="1345" name="矩形 1344">
              <a:extLst>
                <a:ext uri="{FF2B5EF4-FFF2-40B4-BE49-F238E27FC236}">
                  <a16:creationId xmlns:a16="http://schemas.microsoft.com/office/drawing/2014/main" id="{68F6D1BE-47A9-7E04-2D1B-983045A041B2}"/>
                </a:ext>
              </a:extLst>
            </p:cNvPr>
            <p:cNvSpPr/>
            <p:nvPr/>
          </p:nvSpPr>
          <p:spPr>
            <a:xfrm>
              <a:off x="2569609" y="1077633"/>
              <a:ext cx="423847" cy="220081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4">
                    <a:lumMod val="20000"/>
                    <a:lumOff val="80000"/>
                  </a:schemeClr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rgbClr val="00B0F0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zh-CN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Label</a:t>
              </a:r>
              <a:endParaRPr kumimoji="1" lang="zh-CN" alt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251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6">
                <a:lumMod val="20000"/>
                <a:lumOff val="80000"/>
              </a:schemeClr>
            </a:gs>
            <a:gs pos="83000">
              <a:schemeClr val="accent6">
                <a:lumMod val="40000"/>
                <a:lumOff val="6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a:spPr>
      <a:bodyPr wrap="square" rtlCol="0" anchor="ctr">
        <a:noAutofit/>
      </a:bodyPr>
      <a:lstStyle>
        <a:defPPr algn="ctr">
          <a:defRPr kumimoji="1" sz="1799" dirty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30024</TotalTime>
  <Words>169</Words>
  <Application>Microsoft Macintosh PowerPoint</Application>
  <PresentationFormat>自定义</PresentationFormat>
  <Paragraphs>69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Qingyuan Liu</dc:creator>
  <cp:lastModifiedBy>Qingyuan Liu</cp:lastModifiedBy>
  <cp:revision>248</cp:revision>
  <dcterms:created xsi:type="dcterms:W3CDTF">2025-07-27T01:06:03Z</dcterms:created>
  <dcterms:modified xsi:type="dcterms:W3CDTF">2025-10-23T07:18:20Z</dcterms:modified>
</cp:coreProperties>
</file>