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3"/>
  </p:notesMasterIdLst>
  <p:sldIdLst>
    <p:sldId id="261" r:id="rId2"/>
  </p:sldIdLst>
  <p:sldSz cx="6858000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E90C"/>
    <a:srgbClr val="D5ABBE"/>
    <a:srgbClr val="C2F2C8"/>
    <a:srgbClr val="7EC69B"/>
    <a:srgbClr val="F6C6AD"/>
    <a:srgbClr val="FCE8D1"/>
    <a:srgbClr val="F2A2A7"/>
    <a:srgbClr val="FBDDDE"/>
    <a:srgbClr val="FF9300"/>
    <a:srgbClr val="9CD7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130"/>
    <p:restoredTop sz="94688"/>
  </p:normalViewPr>
  <p:slideViewPr>
    <p:cSldViewPr snapToGrid="0">
      <p:cViewPr varScale="1">
        <p:scale>
          <a:sx n="158" d="100"/>
          <a:sy n="158" d="100"/>
        </p:scale>
        <p:origin x="46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BD76E8-98CC-5B4B-B66D-4377966456DE}" type="datetimeFigureOut">
              <a:rPr kumimoji="1" lang="zh-CN" altLang="en-US" smtClean="0"/>
              <a:t>2025/9/23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470025" y="1143000"/>
            <a:ext cx="39179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5C5620-1495-DC48-B034-28B871DC363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9689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F8972-CFD4-81E6-9FD4-D286F4D44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52EAF21-C011-1BBC-C53D-F8293E0DB3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70025" y="1143000"/>
            <a:ext cx="391795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FAB7B11-CBA1-AF70-A8DD-2263995B64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138EC9-B404-E50C-447F-9AF708BBC8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5C5620-1495-DC48-B034-28B871DC363A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1089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883861"/>
            <a:ext cx="5829300" cy="1880235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2836605"/>
            <a:ext cx="5143500" cy="130391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5AEB-83B7-A64F-BE3D-D70DB525BD59}" type="datetimeFigureOut">
              <a:rPr kumimoji="1" lang="zh-CN" altLang="en-US" smtClean="0"/>
              <a:t>2025/9/23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EDAE4-A4EB-A644-8ECA-2E3EA73306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4050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5AEB-83B7-A64F-BE3D-D70DB525BD59}" type="datetimeFigureOut">
              <a:rPr kumimoji="1" lang="zh-CN" altLang="en-US" smtClean="0"/>
              <a:t>2025/9/23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EDAE4-A4EB-A644-8ECA-2E3EA73306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98599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346420"/>
            <a:ext cx="5915025" cy="224653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3614203"/>
            <a:ext cx="5915025" cy="118139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5AEB-83B7-A64F-BE3D-D70DB525BD59}" type="datetimeFigureOut">
              <a:rPr kumimoji="1" lang="zh-CN" altLang="en-US" smtClean="0"/>
              <a:t>2025/9/23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EDAE4-A4EB-A644-8ECA-2E3EA73306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2376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1437680"/>
            <a:ext cx="2914650" cy="34266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1437680"/>
            <a:ext cx="2914650" cy="34266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5AEB-83B7-A64F-BE3D-D70DB525BD59}" type="datetimeFigureOut">
              <a:rPr kumimoji="1" lang="zh-CN" altLang="en-US" smtClean="0"/>
              <a:t>2025/9/23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EDAE4-A4EB-A644-8ECA-2E3EA73306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41179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287537"/>
            <a:ext cx="5915025" cy="104388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323916"/>
            <a:ext cx="2901255" cy="64883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1972747"/>
            <a:ext cx="2901255" cy="2901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323916"/>
            <a:ext cx="2915543" cy="64883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1972747"/>
            <a:ext cx="2915543" cy="2901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5AEB-83B7-A64F-BE3D-D70DB525BD59}" type="datetimeFigureOut">
              <a:rPr kumimoji="1" lang="zh-CN" altLang="en-US" smtClean="0"/>
              <a:t>2025/9/23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EDAE4-A4EB-A644-8ECA-2E3EA73306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19082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5AEB-83B7-A64F-BE3D-D70DB525BD59}" type="datetimeFigureOut">
              <a:rPr kumimoji="1" lang="zh-CN" altLang="en-US" smtClean="0"/>
              <a:t>2025/9/23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EDAE4-A4EB-A644-8ECA-2E3EA73306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06211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5AEB-83B7-A64F-BE3D-D70DB525BD59}" type="datetimeFigureOut">
              <a:rPr kumimoji="1" lang="zh-CN" altLang="en-US" smtClean="0"/>
              <a:t>2025/9/23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EDAE4-A4EB-A644-8ECA-2E3EA73306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28048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60045"/>
            <a:ext cx="2211884" cy="126015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777598"/>
            <a:ext cx="3471863" cy="383798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1620202"/>
            <a:ext cx="2211884" cy="300162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5AEB-83B7-A64F-BE3D-D70DB525BD59}" type="datetimeFigureOut">
              <a:rPr kumimoji="1" lang="zh-CN" altLang="en-US" smtClean="0"/>
              <a:t>2025/9/23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EDAE4-A4EB-A644-8ECA-2E3EA73306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70411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60045"/>
            <a:ext cx="2211884" cy="126015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777598"/>
            <a:ext cx="3471863" cy="3837980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1620202"/>
            <a:ext cx="2211884" cy="300162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5AEB-83B7-A64F-BE3D-D70DB525BD59}" type="datetimeFigureOut">
              <a:rPr kumimoji="1" lang="zh-CN" altLang="en-US" smtClean="0"/>
              <a:t>2025/9/23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EDAE4-A4EB-A644-8ECA-2E3EA73306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73550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5AEB-83B7-A64F-BE3D-D70DB525BD59}" type="datetimeFigureOut">
              <a:rPr kumimoji="1" lang="zh-CN" altLang="en-US" smtClean="0"/>
              <a:t>2025/9/23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EDAE4-A4EB-A644-8ECA-2E3EA73306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3855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287536"/>
            <a:ext cx="1478756" cy="457682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287536"/>
            <a:ext cx="4350544" cy="457682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5AEB-83B7-A64F-BE3D-D70DB525BD59}" type="datetimeFigureOut">
              <a:rPr kumimoji="1" lang="zh-CN" altLang="en-US" smtClean="0"/>
              <a:t>2025/9/23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EDAE4-A4EB-A644-8ECA-2E3EA73306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87419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287537"/>
            <a:ext cx="5915025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437680"/>
            <a:ext cx="5915025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5005627"/>
            <a:ext cx="154305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B85AEB-83B7-A64F-BE3D-D70DB525BD59}" type="datetimeFigureOut">
              <a:rPr kumimoji="1" lang="zh-CN" altLang="en-US" smtClean="0"/>
              <a:t>2025/9/23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5005627"/>
            <a:ext cx="2314575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5005627"/>
            <a:ext cx="154305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6EDAE4-A4EB-A644-8ECA-2E3EA73306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4708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C3A06-C670-B9ED-5090-4A1199A0A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9EDE55C2-2DEB-ED66-E905-55AB999D7FEE}"/>
              </a:ext>
            </a:extLst>
          </p:cNvPr>
          <p:cNvSpPr txBox="1"/>
          <p:nvPr/>
        </p:nvSpPr>
        <p:spPr>
          <a:xfrm>
            <a:off x="0" y="2379685"/>
            <a:ext cx="328247" cy="369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799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zh-CN" altLang="en-US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63960C0-EE10-2B7B-5EAF-D03E91BD8ADD}"/>
              </a:ext>
            </a:extLst>
          </p:cNvPr>
          <p:cNvSpPr txBox="1"/>
          <p:nvPr/>
        </p:nvSpPr>
        <p:spPr>
          <a:xfrm>
            <a:off x="261970" y="2470022"/>
            <a:ext cx="225112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UDA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EB58C806-9B90-0C83-EA52-1B117192FE26}"/>
              </a:ext>
            </a:extLst>
          </p:cNvPr>
          <p:cNvGrpSpPr/>
          <p:nvPr/>
        </p:nvGrpSpPr>
        <p:grpSpPr>
          <a:xfrm>
            <a:off x="344140" y="4046322"/>
            <a:ext cx="1240606" cy="1310567"/>
            <a:chOff x="4579053" y="1677216"/>
            <a:chExt cx="1240606" cy="1310567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FCC9D154-D79F-54E4-C6BA-3AE06CBB0406}"/>
                </a:ext>
              </a:extLst>
            </p:cNvPr>
            <p:cNvSpPr txBox="1"/>
            <p:nvPr/>
          </p:nvSpPr>
          <p:spPr>
            <a:xfrm>
              <a:off x="4582091" y="2680263"/>
              <a:ext cx="1234530" cy="30752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en" altLang="zh-CN" sz="699" b="1" dirty="0">
                  <a:latin typeface="Arial" panose="020B0604020202020204" pitchFamily="34" charset="0"/>
                  <a:cs typeface="Arial" panose="020B0604020202020204" pitchFamily="34" charset="0"/>
                </a:rPr>
                <a:t>Validation Cohort</a:t>
              </a:r>
            </a:p>
            <a:p>
              <a:pPr algn="ctr"/>
              <a:r>
                <a:rPr lang="en-US" altLang="zh-CN" sz="699" b="1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" altLang="zh-CN" sz="699" b="1" dirty="0">
                  <a:latin typeface="Arial" panose="020B0604020202020204" pitchFamily="34" charset="0"/>
                  <a:cs typeface="Arial" panose="020B0604020202020204" pitchFamily="34" charset="0"/>
                </a:rPr>
                <a:t>Cohort </a:t>
              </a:r>
              <a:r>
                <a:rPr lang="en-US" altLang="zh-CN" sz="699" b="1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r>
                <a:rPr lang="zh-CN" altLang="en-US" sz="699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699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without</a:t>
              </a:r>
              <a:r>
                <a:rPr lang="zh-CN" altLang="en-US" sz="699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US" altLang="zh-CN" sz="699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label</a:t>
              </a:r>
              <a:r>
                <a:rPr lang="en-US" altLang="zh-CN" sz="699" b="1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en" altLang="zh-CN" sz="699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08F2990F-5281-A119-4520-71690484EBA3}"/>
                </a:ext>
              </a:extLst>
            </p:cNvPr>
            <p:cNvGrpSpPr/>
            <p:nvPr/>
          </p:nvGrpSpPr>
          <p:grpSpPr>
            <a:xfrm>
              <a:off x="4579053" y="1677216"/>
              <a:ext cx="1240606" cy="1032040"/>
              <a:chOff x="4880389" y="317847"/>
              <a:chExt cx="1240605" cy="103204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2" name="圆角矩形 31">
                <a:extLst>
                  <a:ext uri="{FF2B5EF4-FFF2-40B4-BE49-F238E27FC236}">
                    <a16:creationId xmlns:a16="http://schemas.microsoft.com/office/drawing/2014/main" id="{22D7CA4C-67F5-054D-1929-81A907BB7CAE}"/>
                  </a:ext>
                </a:extLst>
              </p:cNvPr>
              <p:cNvSpPr/>
              <p:nvPr/>
            </p:nvSpPr>
            <p:spPr>
              <a:xfrm>
                <a:off x="5134170" y="462855"/>
                <a:ext cx="864059" cy="624384"/>
              </a:xfrm>
              <a:prstGeom prst="roundRect">
                <a:avLst/>
              </a:prstGeom>
              <a:solidFill>
                <a:srgbClr val="FCE7D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799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5" name="图形 34" descr="表格 纯色填充">
                <a:extLst>
                  <a:ext uri="{FF2B5EF4-FFF2-40B4-BE49-F238E27FC236}">
                    <a16:creationId xmlns:a16="http://schemas.microsoft.com/office/drawing/2014/main" id="{7D65533B-DCD3-F335-6BAF-F6674994DC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108999" y="317847"/>
                <a:ext cx="914400" cy="914400"/>
              </a:xfrm>
              <a:prstGeom prst="rect">
                <a:avLst/>
              </a:prstGeom>
            </p:spPr>
          </p:pic>
          <p:cxnSp>
            <p:nvCxnSpPr>
              <p:cNvPr id="38" name="直线箭头连接符 37">
                <a:extLst>
                  <a:ext uri="{FF2B5EF4-FFF2-40B4-BE49-F238E27FC236}">
                    <a16:creationId xmlns:a16="http://schemas.microsoft.com/office/drawing/2014/main" id="{122BAEF4-0045-4324-A52B-E46617B645F8}"/>
                  </a:ext>
                </a:extLst>
              </p:cNvPr>
              <p:cNvCxnSpPr/>
              <p:nvPr/>
            </p:nvCxnSpPr>
            <p:spPr>
              <a:xfrm flipV="1">
                <a:off x="5085152" y="378199"/>
                <a:ext cx="0" cy="768320"/>
              </a:xfrm>
              <a:prstGeom prst="straightConnector1">
                <a:avLst/>
              </a:prstGeom>
              <a:ln>
                <a:solidFill>
                  <a:srgbClr val="9CD7F4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线箭头连接符 38">
                <a:extLst>
                  <a:ext uri="{FF2B5EF4-FFF2-40B4-BE49-F238E27FC236}">
                    <a16:creationId xmlns:a16="http://schemas.microsoft.com/office/drawing/2014/main" id="{3759DC32-DEFB-08E2-89A9-1CFA4342F855}"/>
                  </a:ext>
                </a:extLst>
              </p:cNvPr>
              <p:cNvCxnSpPr/>
              <p:nvPr/>
            </p:nvCxnSpPr>
            <p:spPr>
              <a:xfrm>
                <a:off x="5092968" y="1146519"/>
                <a:ext cx="1028026" cy="0"/>
              </a:xfrm>
              <a:prstGeom prst="straightConnector1">
                <a:avLst/>
              </a:prstGeom>
              <a:ln>
                <a:solidFill>
                  <a:srgbClr val="9CD7F4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30DD46A4-EE11-7728-3E91-D63DF83BB47E}"/>
                  </a:ext>
                </a:extLst>
              </p:cNvPr>
              <p:cNvSpPr txBox="1"/>
              <p:nvPr/>
            </p:nvSpPr>
            <p:spPr>
              <a:xfrm rot="16200000">
                <a:off x="4718018" y="690582"/>
                <a:ext cx="524670" cy="199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" altLang="zh-CN" sz="699" dirty="0">
                    <a:latin typeface="Arial" panose="020B0604020202020204" pitchFamily="34" charset="0"/>
                    <a:cs typeface="Arial" panose="020B0604020202020204" pitchFamily="34" charset="0"/>
                  </a:rPr>
                  <a:t>Patients</a:t>
                </a:r>
              </a:p>
            </p:txBody>
          </p: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8EF6E86C-850A-3F58-C22C-C55A67EC8C48}"/>
                  </a:ext>
                </a:extLst>
              </p:cNvPr>
              <p:cNvSpPr txBox="1"/>
              <p:nvPr/>
            </p:nvSpPr>
            <p:spPr>
              <a:xfrm>
                <a:off x="5251730" y="1149961"/>
                <a:ext cx="612039" cy="199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" altLang="zh-CN" sz="699" dirty="0">
                    <a:latin typeface="Arial" panose="020B0604020202020204" pitchFamily="34" charset="0"/>
                    <a:cs typeface="Arial" panose="020B0604020202020204" pitchFamily="34" charset="0"/>
                  </a:rPr>
                  <a:t>Features</a:t>
                </a:r>
              </a:p>
            </p:txBody>
          </p:sp>
        </p:grp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450AA7DD-1913-6B32-88D4-366370878256}"/>
              </a:ext>
            </a:extLst>
          </p:cNvPr>
          <p:cNvGrpSpPr/>
          <p:nvPr/>
        </p:nvGrpSpPr>
        <p:grpSpPr>
          <a:xfrm>
            <a:off x="329554" y="2786146"/>
            <a:ext cx="1240606" cy="1302005"/>
            <a:chOff x="4567505" y="289199"/>
            <a:chExt cx="1240606" cy="1302005"/>
          </a:xfrm>
        </p:grpSpPr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250A7BF2-27FE-D570-DDAC-87D750D6DC2D}"/>
                </a:ext>
              </a:extLst>
            </p:cNvPr>
            <p:cNvSpPr txBox="1"/>
            <p:nvPr/>
          </p:nvSpPr>
          <p:spPr>
            <a:xfrm>
              <a:off x="4582091" y="1283684"/>
              <a:ext cx="1211369" cy="30752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en" altLang="zh-CN" sz="699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Development Cohort</a:t>
              </a:r>
              <a:r>
                <a:rPr lang="zh-CN" altLang="en-US" sz="699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699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(</a:t>
              </a:r>
              <a:r>
                <a:rPr lang="en" altLang="zh-CN" sz="699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Cohort A</a:t>
              </a:r>
              <a:r>
                <a:rPr lang="zh-CN" altLang="en-US" sz="699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US" altLang="zh-CN" sz="699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without</a:t>
              </a:r>
              <a:r>
                <a:rPr lang="zh-CN" altLang="en-US" sz="699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US" altLang="zh-CN" sz="699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label)</a:t>
              </a:r>
              <a:endParaRPr lang="en" altLang="zh-CN" sz="699" b="1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endParaRPr>
            </a:p>
          </p:txBody>
        </p: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3152BEE2-CB4E-2506-1DB1-A4DD8E7C90BD}"/>
                </a:ext>
              </a:extLst>
            </p:cNvPr>
            <p:cNvGrpSpPr/>
            <p:nvPr/>
          </p:nvGrpSpPr>
          <p:grpSpPr>
            <a:xfrm>
              <a:off x="4567505" y="289199"/>
              <a:ext cx="1240606" cy="1032040"/>
              <a:chOff x="4880389" y="317847"/>
              <a:chExt cx="1240605" cy="103204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61" name="圆角矩形 60">
                <a:extLst>
                  <a:ext uri="{FF2B5EF4-FFF2-40B4-BE49-F238E27FC236}">
                    <a16:creationId xmlns:a16="http://schemas.microsoft.com/office/drawing/2014/main" id="{646DA1A7-64B5-D58B-7D8E-D6EC62F60160}"/>
                  </a:ext>
                </a:extLst>
              </p:cNvPr>
              <p:cNvSpPr/>
              <p:nvPr/>
            </p:nvSpPr>
            <p:spPr>
              <a:xfrm>
                <a:off x="5134170" y="462855"/>
                <a:ext cx="864059" cy="624384"/>
              </a:xfrm>
              <a:prstGeom prst="roundRect">
                <a:avLst/>
              </a:prstGeom>
              <a:solidFill>
                <a:srgbClr val="7EC69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799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62" name="图形 61" descr="表格 纯色填充">
                <a:extLst>
                  <a:ext uri="{FF2B5EF4-FFF2-40B4-BE49-F238E27FC236}">
                    <a16:creationId xmlns:a16="http://schemas.microsoft.com/office/drawing/2014/main" id="{293F982D-BBAD-F2C2-3D7A-02392E6808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108999" y="317847"/>
                <a:ext cx="914400" cy="914400"/>
              </a:xfrm>
              <a:prstGeom prst="rect">
                <a:avLst/>
              </a:prstGeom>
            </p:spPr>
          </p:pic>
          <p:cxnSp>
            <p:nvCxnSpPr>
              <p:cNvPr id="63" name="直线箭头连接符 62">
                <a:extLst>
                  <a:ext uri="{FF2B5EF4-FFF2-40B4-BE49-F238E27FC236}">
                    <a16:creationId xmlns:a16="http://schemas.microsoft.com/office/drawing/2014/main" id="{C818D630-069B-893A-BD43-C4876BB6E485}"/>
                  </a:ext>
                </a:extLst>
              </p:cNvPr>
              <p:cNvCxnSpPr/>
              <p:nvPr/>
            </p:nvCxnSpPr>
            <p:spPr>
              <a:xfrm flipV="1">
                <a:off x="5085152" y="378199"/>
                <a:ext cx="0" cy="768320"/>
              </a:xfrm>
              <a:prstGeom prst="straightConnector1">
                <a:avLst/>
              </a:prstGeom>
              <a:ln>
                <a:solidFill>
                  <a:srgbClr val="9CD7F4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4" name="直线箭头连接符 1023">
                <a:extLst>
                  <a:ext uri="{FF2B5EF4-FFF2-40B4-BE49-F238E27FC236}">
                    <a16:creationId xmlns:a16="http://schemas.microsoft.com/office/drawing/2014/main" id="{B6328D12-EE2C-D188-5B71-4EDADCFB527B}"/>
                  </a:ext>
                </a:extLst>
              </p:cNvPr>
              <p:cNvCxnSpPr/>
              <p:nvPr/>
            </p:nvCxnSpPr>
            <p:spPr>
              <a:xfrm>
                <a:off x="5092968" y="1146519"/>
                <a:ext cx="1028026" cy="0"/>
              </a:xfrm>
              <a:prstGeom prst="straightConnector1">
                <a:avLst/>
              </a:prstGeom>
              <a:ln>
                <a:solidFill>
                  <a:srgbClr val="9CD7F4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5" name="文本框 1024">
                <a:extLst>
                  <a:ext uri="{FF2B5EF4-FFF2-40B4-BE49-F238E27FC236}">
                    <a16:creationId xmlns:a16="http://schemas.microsoft.com/office/drawing/2014/main" id="{60A8C3BD-ADD7-AFF9-87AA-CB26C52A4C36}"/>
                  </a:ext>
                </a:extLst>
              </p:cNvPr>
              <p:cNvSpPr txBox="1"/>
              <p:nvPr/>
            </p:nvSpPr>
            <p:spPr>
              <a:xfrm rot="16200000">
                <a:off x="4718018" y="690582"/>
                <a:ext cx="524670" cy="199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" altLang="zh-CN" sz="699" dirty="0">
                    <a:latin typeface="Arial" panose="020B0604020202020204" pitchFamily="34" charset="0"/>
                    <a:cs typeface="Arial" panose="020B0604020202020204" pitchFamily="34" charset="0"/>
                  </a:rPr>
                  <a:t>Patients</a:t>
                </a:r>
              </a:p>
            </p:txBody>
          </p:sp>
          <p:sp>
            <p:nvSpPr>
              <p:cNvPr id="1026" name="文本框 1025">
                <a:extLst>
                  <a:ext uri="{FF2B5EF4-FFF2-40B4-BE49-F238E27FC236}">
                    <a16:creationId xmlns:a16="http://schemas.microsoft.com/office/drawing/2014/main" id="{2D5D9FAD-F579-D3CF-E733-3C419A2E8F07}"/>
                  </a:ext>
                </a:extLst>
              </p:cNvPr>
              <p:cNvSpPr txBox="1"/>
              <p:nvPr/>
            </p:nvSpPr>
            <p:spPr>
              <a:xfrm>
                <a:off x="5251730" y="1149961"/>
                <a:ext cx="612039" cy="199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" altLang="zh-CN" sz="699" dirty="0">
                    <a:latin typeface="Arial" panose="020B0604020202020204" pitchFamily="34" charset="0"/>
                    <a:cs typeface="Arial" panose="020B0604020202020204" pitchFamily="34" charset="0"/>
                  </a:rPr>
                  <a:t>Features</a:t>
                </a:r>
              </a:p>
            </p:txBody>
          </p:sp>
        </p:grpSp>
      </p:grpSp>
      <p:sp>
        <p:nvSpPr>
          <p:cNvPr id="1027" name="右箭头 1026">
            <a:extLst>
              <a:ext uri="{FF2B5EF4-FFF2-40B4-BE49-F238E27FC236}">
                <a16:creationId xmlns:a16="http://schemas.microsoft.com/office/drawing/2014/main" id="{33F3A952-6826-3D64-40B7-C1732ABB74DA}"/>
              </a:ext>
            </a:extLst>
          </p:cNvPr>
          <p:cNvSpPr/>
          <p:nvPr/>
        </p:nvSpPr>
        <p:spPr>
          <a:xfrm rot="2700000">
            <a:off x="1721460" y="3475436"/>
            <a:ext cx="328247" cy="160201"/>
          </a:xfrm>
          <a:prstGeom prst="right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9CD7F4"/>
              </a:gs>
            </a:gsLst>
            <a:lin ang="5400000" scaled="1"/>
          </a:gra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8" name="右箭头 1027">
            <a:extLst>
              <a:ext uri="{FF2B5EF4-FFF2-40B4-BE49-F238E27FC236}">
                <a16:creationId xmlns:a16="http://schemas.microsoft.com/office/drawing/2014/main" id="{06CE916B-4C75-C57E-0E2E-B3736E43B66D}"/>
              </a:ext>
            </a:extLst>
          </p:cNvPr>
          <p:cNvSpPr/>
          <p:nvPr/>
        </p:nvSpPr>
        <p:spPr>
          <a:xfrm rot="18900000">
            <a:off x="1721459" y="4240900"/>
            <a:ext cx="328247" cy="160201"/>
          </a:xfrm>
          <a:prstGeom prst="right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9CD7F4"/>
              </a:gs>
            </a:gsLst>
            <a:lin ang="5400000" scaled="1"/>
          </a:gra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9" name="右箭头 1028">
            <a:extLst>
              <a:ext uri="{FF2B5EF4-FFF2-40B4-BE49-F238E27FC236}">
                <a16:creationId xmlns:a16="http://schemas.microsoft.com/office/drawing/2014/main" id="{F97E17A2-EF1D-8470-C52F-12780CA0E525}"/>
              </a:ext>
            </a:extLst>
          </p:cNvPr>
          <p:cNvSpPr/>
          <p:nvPr/>
        </p:nvSpPr>
        <p:spPr>
          <a:xfrm>
            <a:off x="4142462" y="3749350"/>
            <a:ext cx="328247" cy="160201"/>
          </a:xfrm>
          <a:prstGeom prst="right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9CD7F4"/>
              </a:gs>
            </a:gsLst>
            <a:lin ang="5400000" scaled="1"/>
          </a:gra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30" name="组合 1029">
            <a:extLst>
              <a:ext uri="{FF2B5EF4-FFF2-40B4-BE49-F238E27FC236}">
                <a16:creationId xmlns:a16="http://schemas.microsoft.com/office/drawing/2014/main" id="{7190EE94-31C5-F6F0-0135-EC5F53045DE1}"/>
              </a:ext>
            </a:extLst>
          </p:cNvPr>
          <p:cNvGrpSpPr/>
          <p:nvPr/>
        </p:nvGrpSpPr>
        <p:grpSpPr>
          <a:xfrm>
            <a:off x="4777061" y="3337052"/>
            <a:ext cx="1240606" cy="1310824"/>
            <a:chOff x="4166886" y="4437823"/>
            <a:chExt cx="1240606" cy="1310824"/>
          </a:xfrm>
        </p:grpSpPr>
        <p:sp>
          <p:nvSpPr>
            <p:cNvPr id="1032" name="文本框 1031">
              <a:extLst>
                <a:ext uri="{FF2B5EF4-FFF2-40B4-BE49-F238E27FC236}">
                  <a16:creationId xmlns:a16="http://schemas.microsoft.com/office/drawing/2014/main" id="{7891BE7B-7001-DB15-45A8-4E9A049DEF0A}"/>
                </a:ext>
              </a:extLst>
            </p:cNvPr>
            <p:cNvSpPr txBox="1"/>
            <p:nvPr/>
          </p:nvSpPr>
          <p:spPr>
            <a:xfrm>
              <a:off x="4169924" y="5440870"/>
              <a:ext cx="1234530" cy="307777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en" altLang="zh-CN" sz="700" b="1" dirty="0">
                  <a:latin typeface="Arial" panose="020B0604020202020204" pitchFamily="34" charset="0"/>
                  <a:cs typeface="Arial" panose="020B0604020202020204" pitchFamily="34" charset="0"/>
                </a:rPr>
                <a:t>Adapted Cohort</a:t>
              </a:r>
            </a:p>
            <a:p>
              <a:pPr algn="ctr"/>
              <a:r>
                <a:rPr lang="en-US" altLang="zh-CN" sz="700" b="1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" altLang="zh-CN" sz="700" b="1" dirty="0">
                  <a:latin typeface="Arial" panose="020B0604020202020204" pitchFamily="34" charset="0"/>
                  <a:cs typeface="Arial" panose="020B0604020202020204" pitchFamily="34" charset="0"/>
                </a:rPr>
                <a:t>Cohort </a:t>
              </a:r>
              <a:r>
                <a:rPr lang="en-US" altLang="zh-CN" sz="700" b="1" dirty="0">
                  <a:latin typeface="Arial" panose="020B0604020202020204" pitchFamily="34" charset="0"/>
                  <a:cs typeface="Arial" panose="020B0604020202020204" pitchFamily="34" charset="0"/>
                </a:rPr>
                <a:t>B’</a:t>
              </a:r>
              <a:r>
                <a:rPr lang="zh-CN" altLang="en-US" sz="7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699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without</a:t>
              </a:r>
              <a:r>
                <a:rPr lang="zh-CN" altLang="en-US" sz="699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-US" altLang="zh-CN" sz="699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label</a:t>
              </a:r>
              <a:r>
                <a:rPr lang="en-US" altLang="zh-CN" sz="700" b="1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en" altLang="zh-CN" sz="7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036" name="组合 1035">
              <a:extLst>
                <a:ext uri="{FF2B5EF4-FFF2-40B4-BE49-F238E27FC236}">
                  <a16:creationId xmlns:a16="http://schemas.microsoft.com/office/drawing/2014/main" id="{898A429D-5A60-6374-DC08-EF9BED94196E}"/>
                </a:ext>
              </a:extLst>
            </p:cNvPr>
            <p:cNvGrpSpPr/>
            <p:nvPr/>
          </p:nvGrpSpPr>
          <p:grpSpPr>
            <a:xfrm>
              <a:off x="4166886" y="4437823"/>
              <a:ext cx="1240606" cy="1032040"/>
              <a:chOff x="4166886" y="4437823"/>
              <a:chExt cx="1240606" cy="1032040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44" name="圆角矩形 1043">
                <a:extLst>
                  <a:ext uri="{FF2B5EF4-FFF2-40B4-BE49-F238E27FC236}">
                    <a16:creationId xmlns:a16="http://schemas.microsoft.com/office/drawing/2014/main" id="{A46334A0-5B05-A2D5-5FA1-7CEA08DE4687}"/>
                  </a:ext>
                </a:extLst>
              </p:cNvPr>
              <p:cNvSpPr/>
              <p:nvPr/>
            </p:nvSpPr>
            <p:spPr>
              <a:xfrm>
                <a:off x="4420667" y="4582831"/>
                <a:ext cx="864060" cy="624383"/>
              </a:xfrm>
              <a:prstGeom prst="roundRect">
                <a:avLst/>
              </a:prstGeom>
              <a:solidFill>
                <a:srgbClr val="FFC0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799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050" name="图形 1049" descr="表格 纯色填充">
                <a:extLst>
                  <a:ext uri="{FF2B5EF4-FFF2-40B4-BE49-F238E27FC236}">
                    <a16:creationId xmlns:a16="http://schemas.microsoft.com/office/drawing/2014/main" id="{7EACBEEF-E96F-6AFF-A06B-E6E9EF5C31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4395496" y="4437823"/>
                <a:ext cx="914401" cy="914399"/>
              </a:xfrm>
              <a:prstGeom prst="rect">
                <a:avLst/>
              </a:prstGeom>
            </p:spPr>
          </p:pic>
          <p:cxnSp>
            <p:nvCxnSpPr>
              <p:cNvPr id="1051" name="直线箭头连接符 1050">
                <a:extLst>
                  <a:ext uri="{FF2B5EF4-FFF2-40B4-BE49-F238E27FC236}">
                    <a16:creationId xmlns:a16="http://schemas.microsoft.com/office/drawing/2014/main" id="{AA1C06A3-5D77-6131-1AFE-B73F653BBA6D}"/>
                  </a:ext>
                </a:extLst>
              </p:cNvPr>
              <p:cNvCxnSpPr/>
              <p:nvPr/>
            </p:nvCxnSpPr>
            <p:spPr>
              <a:xfrm flipV="1">
                <a:off x="4371649" y="4498175"/>
                <a:ext cx="0" cy="768319"/>
              </a:xfrm>
              <a:prstGeom prst="straightConnector1">
                <a:avLst/>
              </a:prstGeom>
              <a:ln>
                <a:solidFill>
                  <a:srgbClr val="9CD7F4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2" name="直线箭头连接符 1051">
                <a:extLst>
                  <a:ext uri="{FF2B5EF4-FFF2-40B4-BE49-F238E27FC236}">
                    <a16:creationId xmlns:a16="http://schemas.microsoft.com/office/drawing/2014/main" id="{41F69CC9-2BB0-DFD2-2E54-9B289D3153DE}"/>
                  </a:ext>
                </a:extLst>
              </p:cNvPr>
              <p:cNvCxnSpPr/>
              <p:nvPr/>
            </p:nvCxnSpPr>
            <p:spPr>
              <a:xfrm>
                <a:off x="4379465" y="5266494"/>
                <a:ext cx="1028027" cy="0"/>
              </a:xfrm>
              <a:prstGeom prst="straightConnector1">
                <a:avLst/>
              </a:prstGeom>
              <a:ln>
                <a:solidFill>
                  <a:srgbClr val="9CD7F4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3" name="文本框 1052">
                <a:extLst>
                  <a:ext uri="{FF2B5EF4-FFF2-40B4-BE49-F238E27FC236}">
                    <a16:creationId xmlns:a16="http://schemas.microsoft.com/office/drawing/2014/main" id="{DE8E927E-BAF8-22ED-E247-F0DA887CF8C6}"/>
                  </a:ext>
                </a:extLst>
              </p:cNvPr>
              <p:cNvSpPr txBox="1"/>
              <p:nvPr/>
            </p:nvSpPr>
            <p:spPr>
              <a:xfrm rot="16200000">
                <a:off x="4004515" y="4810557"/>
                <a:ext cx="524669" cy="199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" altLang="zh-CN" sz="699" dirty="0">
                    <a:latin typeface="Arial" panose="020B0604020202020204" pitchFamily="34" charset="0"/>
                    <a:cs typeface="Arial" panose="020B0604020202020204" pitchFamily="34" charset="0"/>
                  </a:rPr>
                  <a:t>Patients</a:t>
                </a:r>
              </a:p>
            </p:txBody>
          </p:sp>
          <p:sp>
            <p:nvSpPr>
              <p:cNvPr id="1054" name="文本框 1053">
                <a:extLst>
                  <a:ext uri="{FF2B5EF4-FFF2-40B4-BE49-F238E27FC236}">
                    <a16:creationId xmlns:a16="http://schemas.microsoft.com/office/drawing/2014/main" id="{215515A5-B03A-5F1B-CFF9-B30044477062}"/>
                  </a:ext>
                </a:extLst>
              </p:cNvPr>
              <p:cNvSpPr txBox="1"/>
              <p:nvPr/>
            </p:nvSpPr>
            <p:spPr>
              <a:xfrm>
                <a:off x="4538227" y="5269936"/>
                <a:ext cx="612039" cy="199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" altLang="zh-CN" sz="699" dirty="0">
                    <a:latin typeface="Arial" panose="020B0604020202020204" pitchFamily="34" charset="0"/>
                    <a:cs typeface="Arial" panose="020B0604020202020204" pitchFamily="34" charset="0"/>
                  </a:rPr>
                  <a:t>Features</a:t>
                </a:r>
              </a:p>
            </p:txBody>
          </p:sp>
        </p:grpSp>
      </p:grpSp>
      <p:grpSp>
        <p:nvGrpSpPr>
          <p:cNvPr id="1055" name="组合 1054">
            <a:extLst>
              <a:ext uri="{FF2B5EF4-FFF2-40B4-BE49-F238E27FC236}">
                <a16:creationId xmlns:a16="http://schemas.microsoft.com/office/drawing/2014/main" id="{D2DDCF8D-ED23-00CA-A56A-D4DB235CA814}"/>
              </a:ext>
            </a:extLst>
          </p:cNvPr>
          <p:cNvGrpSpPr/>
          <p:nvPr/>
        </p:nvGrpSpPr>
        <p:grpSpPr>
          <a:xfrm>
            <a:off x="2312313" y="3378840"/>
            <a:ext cx="1624163" cy="1061421"/>
            <a:chOff x="2255001" y="4479611"/>
            <a:chExt cx="1624163" cy="1061421"/>
          </a:xfrm>
        </p:grpSpPr>
        <p:pic>
          <p:nvPicPr>
            <p:cNvPr id="1056" name="图形 1055">
              <a:extLst>
                <a:ext uri="{FF2B5EF4-FFF2-40B4-BE49-F238E27FC236}">
                  <a16:creationId xmlns:a16="http://schemas.microsoft.com/office/drawing/2014/main" id="{E315446B-A475-6BC2-584D-05BFE7516B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630041" y="4479611"/>
              <a:ext cx="874082" cy="874082"/>
            </a:xfrm>
            <a:prstGeom prst="rect">
              <a:avLst/>
            </a:prstGeom>
          </p:spPr>
        </p:pic>
        <p:sp>
          <p:nvSpPr>
            <p:cNvPr id="1057" name="文本框 1056">
              <a:extLst>
                <a:ext uri="{FF2B5EF4-FFF2-40B4-BE49-F238E27FC236}">
                  <a16:creationId xmlns:a16="http://schemas.microsoft.com/office/drawing/2014/main" id="{B0810156-F45C-F67E-7423-E94F5E997D55}"/>
                </a:ext>
              </a:extLst>
            </p:cNvPr>
            <p:cNvSpPr txBox="1"/>
            <p:nvPr/>
          </p:nvSpPr>
          <p:spPr>
            <a:xfrm>
              <a:off x="2255001" y="5340977"/>
              <a:ext cx="1624163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700" b="1" dirty="0">
                  <a:latin typeface="Arial" panose="020B0604020202020204" pitchFamily="34" charset="0"/>
                  <a:cs typeface="Arial" panose="020B0604020202020204" pitchFamily="34" charset="0"/>
                </a:rPr>
                <a:t>U</a:t>
              </a:r>
              <a:r>
                <a:rPr lang="en" altLang="zh-CN" sz="7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nsupervised</a:t>
              </a:r>
              <a:r>
                <a:rPr lang="en" altLang="zh-CN" sz="7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700" b="1" dirty="0"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r>
                <a:rPr lang="en" altLang="zh-CN" sz="7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omain</a:t>
              </a:r>
              <a:r>
                <a:rPr lang="en" altLang="zh-CN" sz="7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700" b="1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r>
                <a:rPr lang="en" altLang="zh-CN" sz="7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daptation</a:t>
              </a:r>
              <a:endParaRPr kumimoji="1" lang="zh-CN" altLang="en-US" sz="7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58" name="文本框 5">
            <a:extLst>
              <a:ext uri="{FF2B5EF4-FFF2-40B4-BE49-F238E27FC236}">
                <a16:creationId xmlns:a16="http://schemas.microsoft.com/office/drawing/2014/main" id="{0B62310E-5DD9-D97B-3887-AEAEB526D444}"/>
              </a:ext>
            </a:extLst>
          </p:cNvPr>
          <p:cNvSpPr txBox="1"/>
          <p:nvPr/>
        </p:nvSpPr>
        <p:spPr>
          <a:xfrm>
            <a:off x="291369" y="29604"/>
            <a:ext cx="144000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Feature</a:t>
            </a:r>
            <a:r>
              <a:rPr lang="zh-CN" altLang="en-US" sz="900" b="1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en-US" altLang="zh-CN" sz="900" b="1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Selection</a:t>
            </a:r>
            <a:r>
              <a:rPr lang="zh-CN" altLang="en-US" sz="900" b="1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endParaRPr lang="en" altLang="zh-CN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61" name="组合 1160">
            <a:extLst>
              <a:ext uri="{FF2B5EF4-FFF2-40B4-BE49-F238E27FC236}">
                <a16:creationId xmlns:a16="http://schemas.microsoft.com/office/drawing/2014/main" id="{E018614E-EDA5-F048-B035-BA1D73E98603}"/>
              </a:ext>
            </a:extLst>
          </p:cNvPr>
          <p:cNvGrpSpPr/>
          <p:nvPr/>
        </p:nvGrpSpPr>
        <p:grpSpPr>
          <a:xfrm>
            <a:off x="972412" y="636538"/>
            <a:ext cx="504457" cy="505095"/>
            <a:chOff x="972412" y="636538"/>
            <a:chExt cx="504457" cy="50509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50" name="任意形状 1149">
              <a:extLst>
                <a:ext uri="{FF2B5EF4-FFF2-40B4-BE49-F238E27FC236}">
                  <a16:creationId xmlns:a16="http://schemas.microsoft.com/office/drawing/2014/main" id="{B2E4C8F9-A095-9189-2A73-D2640D0B61CE}"/>
                </a:ext>
              </a:extLst>
            </p:cNvPr>
            <p:cNvSpPr/>
            <p:nvPr/>
          </p:nvSpPr>
          <p:spPr>
            <a:xfrm>
              <a:off x="972412" y="636538"/>
              <a:ext cx="504457" cy="505095"/>
            </a:xfrm>
            <a:custGeom>
              <a:avLst/>
              <a:gdLst>
                <a:gd name="connsiteX0" fmla="*/ 412492 w 504457"/>
                <a:gd name="connsiteY0" fmla="*/ 349376 h 505095"/>
                <a:gd name="connsiteX1" fmla="*/ 372965 w 504457"/>
                <a:gd name="connsiteY1" fmla="*/ 337263 h 505095"/>
                <a:gd name="connsiteX2" fmla="*/ 344275 w 504457"/>
                <a:gd name="connsiteY2" fmla="*/ 309211 h 505095"/>
                <a:gd name="connsiteX3" fmla="*/ 383803 w 504457"/>
                <a:gd name="connsiteY3" fmla="*/ 193178 h 505095"/>
                <a:gd name="connsiteX4" fmla="*/ 192541 w 504457"/>
                <a:gd name="connsiteY4" fmla="*/ 4 h 505095"/>
                <a:gd name="connsiteX5" fmla="*/ 4 w 504457"/>
                <a:gd name="connsiteY5" fmla="*/ 191266 h 505095"/>
                <a:gd name="connsiteX6" fmla="*/ 191266 w 504457"/>
                <a:gd name="connsiteY6" fmla="*/ 383803 h 505095"/>
                <a:gd name="connsiteX7" fmla="*/ 308573 w 504457"/>
                <a:gd name="connsiteY7" fmla="*/ 344275 h 505095"/>
                <a:gd name="connsiteX8" fmla="*/ 336625 w 504457"/>
                <a:gd name="connsiteY8" fmla="*/ 372327 h 505095"/>
                <a:gd name="connsiteX9" fmla="*/ 348738 w 504457"/>
                <a:gd name="connsiteY9" fmla="*/ 412492 h 505095"/>
                <a:gd name="connsiteX10" fmla="*/ 428431 w 504457"/>
                <a:gd name="connsiteY10" fmla="*/ 492185 h 505095"/>
                <a:gd name="connsiteX11" fmla="*/ 491547 w 504457"/>
                <a:gd name="connsiteY11" fmla="*/ 492185 h 505095"/>
                <a:gd name="connsiteX12" fmla="*/ 491547 w 504457"/>
                <a:gd name="connsiteY12" fmla="*/ 429068 h 505095"/>
                <a:gd name="connsiteX13" fmla="*/ 412492 w 504457"/>
                <a:gd name="connsiteY13" fmla="*/ 349376 h 505095"/>
                <a:gd name="connsiteX14" fmla="*/ 192541 w 504457"/>
                <a:gd name="connsiteY14" fmla="*/ 345551 h 505095"/>
                <a:gd name="connsiteX15" fmla="*/ 39531 w 504457"/>
                <a:gd name="connsiteY15" fmla="*/ 192541 h 505095"/>
                <a:gd name="connsiteX16" fmla="*/ 192541 w 504457"/>
                <a:gd name="connsiteY16" fmla="*/ 39531 h 505095"/>
                <a:gd name="connsiteX17" fmla="*/ 345551 w 504457"/>
                <a:gd name="connsiteY17" fmla="*/ 192541 h 505095"/>
                <a:gd name="connsiteX18" fmla="*/ 192541 w 504457"/>
                <a:gd name="connsiteY18" fmla="*/ 345551 h 505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04457" h="505095">
                  <a:moveTo>
                    <a:pt x="412492" y="349376"/>
                  </a:moveTo>
                  <a:cubicBezTo>
                    <a:pt x="402292" y="339175"/>
                    <a:pt x="386991" y="334075"/>
                    <a:pt x="372965" y="337263"/>
                  </a:cubicBezTo>
                  <a:lnTo>
                    <a:pt x="344275" y="309211"/>
                  </a:lnTo>
                  <a:cubicBezTo>
                    <a:pt x="369777" y="276059"/>
                    <a:pt x="383803" y="235256"/>
                    <a:pt x="383803" y="193178"/>
                  </a:cubicBezTo>
                  <a:cubicBezTo>
                    <a:pt x="384441" y="86709"/>
                    <a:pt x="298373" y="641"/>
                    <a:pt x="192541" y="4"/>
                  </a:cubicBezTo>
                  <a:cubicBezTo>
                    <a:pt x="86709" y="-634"/>
                    <a:pt x="641" y="85434"/>
                    <a:pt x="4" y="191266"/>
                  </a:cubicBezTo>
                  <a:cubicBezTo>
                    <a:pt x="-634" y="297097"/>
                    <a:pt x="85434" y="383165"/>
                    <a:pt x="191266" y="383803"/>
                  </a:cubicBezTo>
                  <a:cubicBezTo>
                    <a:pt x="233343" y="383803"/>
                    <a:pt x="274784" y="369777"/>
                    <a:pt x="308573" y="344275"/>
                  </a:cubicBezTo>
                  <a:lnTo>
                    <a:pt x="336625" y="372327"/>
                  </a:lnTo>
                  <a:cubicBezTo>
                    <a:pt x="334075" y="386991"/>
                    <a:pt x="338538" y="401654"/>
                    <a:pt x="348738" y="412492"/>
                  </a:cubicBezTo>
                  <a:lnTo>
                    <a:pt x="428431" y="492185"/>
                  </a:lnTo>
                  <a:cubicBezTo>
                    <a:pt x="445644" y="509398"/>
                    <a:pt x="474334" y="509398"/>
                    <a:pt x="491547" y="492185"/>
                  </a:cubicBezTo>
                  <a:cubicBezTo>
                    <a:pt x="508761" y="474971"/>
                    <a:pt x="508761" y="446282"/>
                    <a:pt x="491547" y="429068"/>
                  </a:cubicBezTo>
                  <a:lnTo>
                    <a:pt x="412492" y="349376"/>
                  </a:lnTo>
                  <a:close/>
                  <a:moveTo>
                    <a:pt x="192541" y="345551"/>
                  </a:moveTo>
                  <a:cubicBezTo>
                    <a:pt x="107748" y="345551"/>
                    <a:pt x="39531" y="277334"/>
                    <a:pt x="39531" y="192541"/>
                  </a:cubicBezTo>
                  <a:cubicBezTo>
                    <a:pt x="39531" y="107748"/>
                    <a:pt x="107748" y="39531"/>
                    <a:pt x="192541" y="39531"/>
                  </a:cubicBezTo>
                  <a:cubicBezTo>
                    <a:pt x="277334" y="39531"/>
                    <a:pt x="345551" y="107748"/>
                    <a:pt x="345551" y="192541"/>
                  </a:cubicBezTo>
                  <a:cubicBezTo>
                    <a:pt x="345551" y="276696"/>
                    <a:pt x="276696" y="345551"/>
                    <a:pt x="192541" y="345551"/>
                  </a:cubicBezTo>
                  <a:close/>
                </a:path>
              </a:pathLst>
            </a:custGeom>
            <a:solidFill>
              <a:srgbClr val="00B0F0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151" name="任意形状 1150">
              <a:extLst>
                <a:ext uri="{FF2B5EF4-FFF2-40B4-BE49-F238E27FC236}">
                  <a16:creationId xmlns:a16="http://schemas.microsoft.com/office/drawing/2014/main" id="{8297F71C-4BB6-7106-19F8-0E95F5F05D86}"/>
                </a:ext>
              </a:extLst>
            </p:cNvPr>
            <p:cNvSpPr/>
            <p:nvPr/>
          </p:nvSpPr>
          <p:spPr>
            <a:xfrm>
              <a:off x="1027882" y="731291"/>
              <a:ext cx="274779" cy="201707"/>
            </a:xfrm>
            <a:custGeom>
              <a:avLst/>
              <a:gdLst>
                <a:gd name="connsiteX0" fmla="*/ 274142 w 274779"/>
                <a:gd name="connsiteY0" fmla="*/ 88225 h 201707"/>
                <a:gd name="connsiteX1" fmla="*/ 237803 w 274779"/>
                <a:gd name="connsiteY1" fmla="*/ 88225 h 201707"/>
                <a:gd name="connsiteX2" fmla="*/ 229515 w 274779"/>
                <a:gd name="connsiteY2" fmla="*/ 93325 h 201707"/>
                <a:gd name="connsiteX3" fmla="*/ 205288 w 274779"/>
                <a:gd name="connsiteY3" fmla="*/ 119464 h 201707"/>
                <a:gd name="connsiteX4" fmla="*/ 184887 w 274779"/>
                <a:gd name="connsiteY4" fmla="*/ 48697 h 201707"/>
                <a:gd name="connsiteX5" fmla="*/ 170861 w 274779"/>
                <a:gd name="connsiteY5" fmla="*/ 41047 h 201707"/>
                <a:gd name="connsiteX6" fmla="*/ 163210 w 274779"/>
                <a:gd name="connsiteY6" fmla="*/ 48060 h 201707"/>
                <a:gd name="connsiteX7" fmla="*/ 124958 w 274779"/>
                <a:gd name="connsiteY7" fmla="*/ 149429 h 201707"/>
                <a:gd name="connsiteX8" fmla="*/ 98819 w 274779"/>
                <a:gd name="connsiteY8" fmla="*/ 9170 h 201707"/>
                <a:gd name="connsiteX9" fmla="*/ 86068 w 274779"/>
                <a:gd name="connsiteY9" fmla="*/ 244 h 201707"/>
                <a:gd name="connsiteX10" fmla="*/ 77142 w 274779"/>
                <a:gd name="connsiteY10" fmla="*/ 7895 h 201707"/>
                <a:gd name="connsiteX11" fmla="*/ 49728 w 274779"/>
                <a:gd name="connsiteY11" fmla="*/ 88225 h 201707"/>
                <a:gd name="connsiteX12" fmla="*/ 0 w 274779"/>
                <a:gd name="connsiteY12" fmla="*/ 88225 h 201707"/>
                <a:gd name="connsiteX13" fmla="*/ 0 w 274779"/>
                <a:gd name="connsiteY13" fmla="*/ 113727 h 201707"/>
                <a:gd name="connsiteX14" fmla="*/ 58016 w 274779"/>
                <a:gd name="connsiteY14" fmla="*/ 113727 h 201707"/>
                <a:gd name="connsiteX15" fmla="*/ 68854 w 274779"/>
                <a:gd name="connsiteY15" fmla="*/ 104163 h 201707"/>
                <a:gd name="connsiteX16" fmla="*/ 84793 w 274779"/>
                <a:gd name="connsiteY16" fmla="*/ 55710 h 201707"/>
                <a:gd name="connsiteX17" fmla="*/ 110295 w 274779"/>
                <a:gd name="connsiteY17" fmla="*/ 192782 h 201707"/>
                <a:gd name="connsiteX18" fmla="*/ 120495 w 274779"/>
                <a:gd name="connsiteY18" fmla="*/ 201707 h 201707"/>
                <a:gd name="connsiteX19" fmla="*/ 121770 w 274779"/>
                <a:gd name="connsiteY19" fmla="*/ 201707 h 201707"/>
                <a:gd name="connsiteX20" fmla="*/ 132608 w 274779"/>
                <a:gd name="connsiteY20" fmla="*/ 194694 h 201707"/>
                <a:gd name="connsiteX21" fmla="*/ 173411 w 274779"/>
                <a:gd name="connsiteY21" fmla="*/ 87587 h 201707"/>
                <a:gd name="connsiteX22" fmla="*/ 189987 w 274779"/>
                <a:gd name="connsiteY22" fmla="*/ 144966 h 201707"/>
                <a:gd name="connsiteX23" fmla="*/ 204013 w 274779"/>
                <a:gd name="connsiteY23" fmla="*/ 152617 h 201707"/>
                <a:gd name="connsiteX24" fmla="*/ 209113 w 274779"/>
                <a:gd name="connsiteY24" fmla="*/ 149429 h 201707"/>
                <a:gd name="connsiteX25" fmla="*/ 243541 w 274779"/>
                <a:gd name="connsiteY25" fmla="*/ 113727 h 201707"/>
                <a:gd name="connsiteX26" fmla="*/ 274780 w 274779"/>
                <a:gd name="connsiteY26" fmla="*/ 113727 h 201707"/>
                <a:gd name="connsiteX27" fmla="*/ 274780 w 274779"/>
                <a:gd name="connsiteY27" fmla="*/ 88225 h 201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74779" h="201707">
                  <a:moveTo>
                    <a:pt x="274142" y="88225"/>
                  </a:moveTo>
                  <a:lnTo>
                    <a:pt x="237803" y="88225"/>
                  </a:lnTo>
                  <a:cubicBezTo>
                    <a:pt x="234615" y="88862"/>
                    <a:pt x="231427" y="90775"/>
                    <a:pt x="229515" y="93325"/>
                  </a:cubicBezTo>
                  <a:lnTo>
                    <a:pt x="205288" y="119464"/>
                  </a:lnTo>
                  <a:lnTo>
                    <a:pt x="184887" y="48697"/>
                  </a:lnTo>
                  <a:cubicBezTo>
                    <a:pt x="182974" y="42960"/>
                    <a:pt x="176599" y="39134"/>
                    <a:pt x="170861" y="41047"/>
                  </a:cubicBezTo>
                  <a:cubicBezTo>
                    <a:pt x="167673" y="42322"/>
                    <a:pt x="164485" y="44235"/>
                    <a:pt x="163210" y="48060"/>
                  </a:cubicBezTo>
                  <a:lnTo>
                    <a:pt x="124958" y="149429"/>
                  </a:lnTo>
                  <a:lnTo>
                    <a:pt x="98819" y="9170"/>
                  </a:lnTo>
                  <a:cubicBezTo>
                    <a:pt x="97544" y="2794"/>
                    <a:pt x="91806" y="-1031"/>
                    <a:pt x="86068" y="244"/>
                  </a:cubicBezTo>
                  <a:cubicBezTo>
                    <a:pt x="82243" y="882"/>
                    <a:pt x="79055" y="4070"/>
                    <a:pt x="77142" y="7895"/>
                  </a:cubicBezTo>
                  <a:lnTo>
                    <a:pt x="49728" y="88225"/>
                  </a:lnTo>
                  <a:lnTo>
                    <a:pt x="0" y="88225"/>
                  </a:lnTo>
                  <a:lnTo>
                    <a:pt x="0" y="113727"/>
                  </a:lnTo>
                  <a:lnTo>
                    <a:pt x="58016" y="113727"/>
                  </a:lnTo>
                  <a:cubicBezTo>
                    <a:pt x="63117" y="113089"/>
                    <a:pt x="67579" y="109264"/>
                    <a:pt x="68854" y="104163"/>
                  </a:cubicBezTo>
                  <a:lnTo>
                    <a:pt x="84793" y="55710"/>
                  </a:lnTo>
                  <a:lnTo>
                    <a:pt x="110295" y="192782"/>
                  </a:lnTo>
                  <a:cubicBezTo>
                    <a:pt x="110932" y="197882"/>
                    <a:pt x="115395" y="201707"/>
                    <a:pt x="120495" y="201707"/>
                  </a:cubicBezTo>
                  <a:lnTo>
                    <a:pt x="121770" y="201707"/>
                  </a:lnTo>
                  <a:cubicBezTo>
                    <a:pt x="126233" y="201707"/>
                    <a:pt x="130696" y="199157"/>
                    <a:pt x="132608" y="194694"/>
                  </a:cubicBezTo>
                  <a:lnTo>
                    <a:pt x="173411" y="87587"/>
                  </a:lnTo>
                  <a:lnTo>
                    <a:pt x="189987" y="144966"/>
                  </a:lnTo>
                  <a:cubicBezTo>
                    <a:pt x="191900" y="150704"/>
                    <a:pt x="197638" y="154529"/>
                    <a:pt x="204013" y="152617"/>
                  </a:cubicBezTo>
                  <a:cubicBezTo>
                    <a:pt x="205926" y="151979"/>
                    <a:pt x="207838" y="150704"/>
                    <a:pt x="209113" y="149429"/>
                  </a:cubicBezTo>
                  <a:lnTo>
                    <a:pt x="243541" y="113727"/>
                  </a:lnTo>
                  <a:lnTo>
                    <a:pt x="274780" y="113727"/>
                  </a:lnTo>
                  <a:lnTo>
                    <a:pt x="274780" y="88225"/>
                  </a:lnTo>
                  <a:close/>
                </a:path>
              </a:pathLst>
            </a:custGeom>
            <a:solidFill>
              <a:srgbClr val="FFC0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146" name="图形 9" descr="男医生 纯色填充">
            <a:extLst>
              <a:ext uri="{FF2B5EF4-FFF2-40B4-BE49-F238E27FC236}">
                <a16:creationId xmlns:a16="http://schemas.microsoft.com/office/drawing/2014/main" id="{603BA071-D7C4-07CD-E9B8-D76DA6B49925}"/>
              </a:ext>
            </a:extLst>
          </p:cNvPr>
          <p:cNvGrpSpPr/>
          <p:nvPr/>
        </p:nvGrpSpPr>
        <p:grpSpPr>
          <a:xfrm>
            <a:off x="393373" y="641004"/>
            <a:ext cx="408026" cy="504058"/>
            <a:chOff x="393373" y="641004"/>
            <a:chExt cx="408026" cy="504058"/>
          </a:xfrm>
          <a:solidFill>
            <a:srgbClr val="00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47" name="任意形状 1146">
              <a:extLst>
                <a:ext uri="{FF2B5EF4-FFF2-40B4-BE49-F238E27FC236}">
                  <a16:creationId xmlns:a16="http://schemas.microsoft.com/office/drawing/2014/main" id="{79F5B352-59BF-E6E6-CB61-BAF23F945807}"/>
                </a:ext>
              </a:extLst>
            </p:cNvPr>
            <p:cNvSpPr/>
            <p:nvPr/>
          </p:nvSpPr>
          <p:spPr>
            <a:xfrm>
              <a:off x="393373" y="641004"/>
              <a:ext cx="408026" cy="504058"/>
            </a:xfrm>
            <a:custGeom>
              <a:avLst/>
              <a:gdLst>
                <a:gd name="connsiteX0" fmla="*/ 408026 w 408026"/>
                <a:gd name="connsiteY0" fmla="*/ 356755 h 504058"/>
                <a:gd name="connsiteX1" fmla="*/ 384227 w 408026"/>
                <a:gd name="connsiteY1" fmla="*/ 308901 h 504058"/>
                <a:gd name="connsiteX2" fmla="*/ 302978 w 408026"/>
                <a:gd name="connsiteY2" fmla="*/ 266824 h 504058"/>
                <a:gd name="connsiteX3" fmla="*/ 271739 w 408026"/>
                <a:gd name="connsiteY3" fmla="*/ 254009 h 504058"/>
                <a:gd name="connsiteX4" fmla="*/ 267767 w 408026"/>
                <a:gd name="connsiteY4" fmla="*/ 248131 h 504058"/>
                <a:gd name="connsiteX5" fmla="*/ 267767 w 408026"/>
                <a:gd name="connsiteY5" fmla="*/ 232524 h 504058"/>
                <a:gd name="connsiteX6" fmla="*/ 305873 w 408026"/>
                <a:gd name="connsiteY6" fmla="*/ 156083 h 504058"/>
                <a:gd name="connsiteX7" fmla="*/ 322755 w 408026"/>
                <a:gd name="connsiteY7" fmla="*/ 127126 h 504058"/>
                <a:gd name="connsiteX8" fmla="*/ 325598 w 408026"/>
                <a:gd name="connsiteY8" fmla="*/ 108911 h 504058"/>
                <a:gd name="connsiteX9" fmla="*/ 258848 w 408026"/>
                <a:gd name="connsiteY9" fmla="*/ 12005 h 504058"/>
                <a:gd name="connsiteX10" fmla="*/ 249495 w 408026"/>
                <a:gd name="connsiteY10" fmla="*/ 12840 h 504058"/>
                <a:gd name="connsiteX11" fmla="*/ 243056 w 408026"/>
                <a:gd name="connsiteY11" fmla="*/ 17303 h 504058"/>
                <a:gd name="connsiteX12" fmla="*/ 235935 w 408026"/>
                <a:gd name="connsiteY12" fmla="*/ 7568 h 504058"/>
                <a:gd name="connsiteX13" fmla="*/ 226735 w 408026"/>
                <a:gd name="connsiteY13" fmla="*/ 1709 h 504058"/>
                <a:gd name="connsiteX14" fmla="*/ 206640 w 408026"/>
                <a:gd name="connsiteY14" fmla="*/ 0 h 504058"/>
                <a:gd name="connsiteX15" fmla="*/ 89256 w 408026"/>
                <a:gd name="connsiteY15" fmla="*/ 97289 h 504058"/>
                <a:gd name="connsiteX16" fmla="*/ 88994 w 408026"/>
                <a:gd name="connsiteY16" fmla="*/ 98679 h 504058"/>
                <a:gd name="connsiteX17" fmla="*/ 70149 w 408026"/>
                <a:gd name="connsiteY17" fmla="*/ 145009 h 504058"/>
                <a:gd name="connsiteX18" fmla="*/ 102026 w 408026"/>
                <a:gd name="connsiteY18" fmla="*/ 145009 h 504058"/>
                <a:gd name="connsiteX19" fmla="*/ 102026 w 408026"/>
                <a:gd name="connsiteY19" fmla="*/ 153010 h 504058"/>
                <a:gd name="connsiteX20" fmla="*/ 140233 w 408026"/>
                <a:gd name="connsiteY20" fmla="*/ 232479 h 504058"/>
                <a:gd name="connsiteX21" fmla="*/ 140233 w 408026"/>
                <a:gd name="connsiteY21" fmla="*/ 248131 h 504058"/>
                <a:gd name="connsiteX22" fmla="*/ 136274 w 408026"/>
                <a:gd name="connsiteY22" fmla="*/ 254035 h 504058"/>
                <a:gd name="connsiteX23" fmla="*/ 104844 w 408026"/>
                <a:gd name="connsiteY23" fmla="*/ 266932 h 504058"/>
                <a:gd name="connsiteX24" fmla="*/ 24042 w 408026"/>
                <a:gd name="connsiteY24" fmla="*/ 308729 h 504058"/>
                <a:gd name="connsiteX25" fmla="*/ 0 w 408026"/>
                <a:gd name="connsiteY25" fmla="*/ 357023 h 504058"/>
                <a:gd name="connsiteX26" fmla="*/ 0 w 408026"/>
                <a:gd name="connsiteY26" fmla="*/ 469032 h 504058"/>
                <a:gd name="connsiteX27" fmla="*/ 5674 w 408026"/>
                <a:gd name="connsiteY27" fmla="*/ 472819 h 504058"/>
                <a:gd name="connsiteX28" fmla="*/ 205779 w 408026"/>
                <a:gd name="connsiteY28" fmla="*/ 504059 h 504058"/>
                <a:gd name="connsiteX29" fmla="*/ 402868 w 408026"/>
                <a:gd name="connsiteY29" fmla="*/ 472405 h 504058"/>
                <a:gd name="connsiteX30" fmla="*/ 407969 w 408026"/>
                <a:gd name="connsiteY30" fmla="*/ 468580 h 504058"/>
                <a:gd name="connsiteX31" fmla="*/ 296488 w 408026"/>
                <a:gd name="connsiteY31" fmla="*/ 337897 h 504058"/>
                <a:gd name="connsiteX32" fmla="*/ 309239 w 408026"/>
                <a:gd name="connsiteY32" fmla="*/ 350647 h 504058"/>
                <a:gd name="connsiteX33" fmla="*/ 296488 w 408026"/>
                <a:gd name="connsiteY33" fmla="*/ 363398 h 504058"/>
                <a:gd name="connsiteX34" fmla="*/ 283737 w 408026"/>
                <a:gd name="connsiteY34" fmla="*/ 350647 h 504058"/>
                <a:gd name="connsiteX35" fmla="*/ 296488 w 408026"/>
                <a:gd name="connsiteY35" fmla="*/ 337897 h 504058"/>
                <a:gd name="connsiteX36" fmla="*/ 127508 w 408026"/>
                <a:gd name="connsiteY36" fmla="*/ 153010 h 504058"/>
                <a:gd name="connsiteX37" fmla="*/ 127508 w 408026"/>
                <a:gd name="connsiteY37" fmla="*/ 145009 h 504058"/>
                <a:gd name="connsiteX38" fmla="*/ 172519 w 408026"/>
                <a:gd name="connsiteY38" fmla="*/ 145009 h 504058"/>
                <a:gd name="connsiteX39" fmla="*/ 257821 w 408026"/>
                <a:gd name="connsiteY39" fmla="*/ 85297 h 504058"/>
                <a:gd name="connsiteX40" fmla="*/ 280518 w 408026"/>
                <a:gd name="connsiteY40" fmla="*/ 88057 h 504058"/>
                <a:gd name="connsiteX41" fmla="*/ 280518 w 408026"/>
                <a:gd name="connsiteY41" fmla="*/ 153010 h 504058"/>
                <a:gd name="connsiteX42" fmla="*/ 204013 w 408026"/>
                <a:gd name="connsiteY42" fmla="*/ 229515 h 504058"/>
                <a:gd name="connsiteX43" fmla="*/ 127508 w 408026"/>
                <a:gd name="connsiteY43" fmla="*/ 153010 h 504058"/>
                <a:gd name="connsiteX44" fmla="*/ 204013 w 408026"/>
                <a:gd name="connsiteY44" fmla="*/ 255016 h 504058"/>
                <a:gd name="connsiteX45" fmla="*/ 242265 w 408026"/>
                <a:gd name="connsiteY45" fmla="*/ 247513 h 504058"/>
                <a:gd name="connsiteX46" fmla="*/ 242265 w 408026"/>
                <a:gd name="connsiteY46" fmla="*/ 248150 h 504058"/>
                <a:gd name="connsiteX47" fmla="*/ 254691 w 408026"/>
                <a:gd name="connsiteY47" fmla="*/ 273346 h 504058"/>
                <a:gd name="connsiteX48" fmla="*/ 204013 w 408026"/>
                <a:gd name="connsiteY48" fmla="*/ 280518 h 504058"/>
                <a:gd name="connsiteX49" fmla="*/ 153309 w 408026"/>
                <a:gd name="connsiteY49" fmla="*/ 273320 h 504058"/>
                <a:gd name="connsiteX50" fmla="*/ 165761 w 408026"/>
                <a:gd name="connsiteY50" fmla="*/ 248131 h 504058"/>
                <a:gd name="connsiteX51" fmla="*/ 165761 w 408026"/>
                <a:gd name="connsiteY51" fmla="*/ 247493 h 504058"/>
                <a:gd name="connsiteX52" fmla="*/ 204013 w 408026"/>
                <a:gd name="connsiteY52" fmla="*/ 255016 h 504058"/>
                <a:gd name="connsiteX53" fmla="*/ 382524 w 408026"/>
                <a:gd name="connsiteY53" fmla="*/ 455242 h 504058"/>
                <a:gd name="connsiteX54" fmla="*/ 25502 w 408026"/>
                <a:gd name="connsiteY54" fmla="*/ 454853 h 504058"/>
                <a:gd name="connsiteX55" fmla="*/ 25502 w 408026"/>
                <a:gd name="connsiteY55" fmla="*/ 357310 h 504058"/>
                <a:gd name="connsiteX56" fmla="*/ 39955 w 408026"/>
                <a:gd name="connsiteY56" fmla="*/ 328659 h 504058"/>
                <a:gd name="connsiteX57" fmla="*/ 105194 w 408026"/>
                <a:gd name="connsiteY57" fmla="*/ 293957 h 504058"/>
                <a:gd name="connsiteX58" fmla="*/ 105194 w 408026"/>
                <a:gd name="connsiteY58" fmla="*/ 322098 h 504058"/>
                <a:gd name="connsiteX59" fmla="*/ 60566 w 408026"/>
                <a:gd name="connsiteY59" fmla="*/ 369774 h 504058"/>
                <a:gd name="connsiteX60" fmla="*/ 63754 w 408026"/>
                <a:gd name="connsiteY60" fmla="*/ 376850 h 504058"/>
                <a:gd name="connsiteX61" fmla="*/ 63754 w 408026"/>
                <a:gd name="connsiteY61" fmla="*/ 417589 h 504058"/>
                <a:gd name="connsiteX62" fmla="*/ 78545 w 408026"/>
                <a:gd name="connsiteY62" fmla="*/ 436174 h 504058"/>
                <a:gd name="connsiteX63" fmla="*/ 91956 w 408026"/>
                <a:gd name="connsiteY63" fmla="*/ 437924 h 504058"/>
                <a:gd name="connsiteX64" fmla="*/ 93706 w 408026"/>
                <a:gd name="connsiteY64" fmla="*/ 424514 h 504058"/>
                <a:gd name="connsiteX65" fmla="*/ 80296 w 408026"/>
                <a:gd name="connsiteY65" fmla="*/ 422763 h 504058"/>
                <a:gd name="connsiteX66" fmla="*/ 79877 w 408026"/>
                <a:gd name="connsiteY66" fmla="*/ 423104 h 504058"/>
                <a:gd name="connsiteX67" fmla="*/ 76505 w 408026"/>
                <a:gd name="connsiteY67" fmla="*/ 417589 h 504058"/>
                <a:gd name="connsiteX68" fmla="*/ 76505 w 408026"/>
                <a:gd name="connsiteY68" fmla="*/ 376850 h 504058"/>
                <a:gd name="connsiteX69" fmla="*/ 79693 w 408026"/>
                <a:gd name="connsiteY69" fmla="*/ 369774 h 504058"/>
                <a:gd name="connsiteX70" fmla="*/ 108382 w 408026"/>
                <a:gd name="connsiteY70" fmla="*/ 341084 h 504058"/>
                <a:gd name="connsiteX71" fmla="*/ 114757 w 408026"/>
                <a:gd name="connsiteY71" fmla="*/ 341084 h 504058"/>
                <a:gd name="connsiteX72" fmla="*/ 143447 w 408026"/>
                <a:gd name="connsiteY72" fmla="*/ 369774 h 504058"/>
                <a:gd name="connsiteX73" fmla="*/ 146634 w 408026"/>
                <a:gd name="connsiteY73" fmla="*/ 376850 h 504058"/>
                <a:gd name="connsiteX74" fmla="*/ 146634 w 408026"/>
                <a:gd name="connsiteY74" fmla="*/ 417589 h 504058"/>
                <a:gd name="connsiteX75" fmla="*/ 143268 w 408026"/>
                <a:gd name="connsiteY75" fmla="*/ 423104 h 504058"/>
                <a:gd name="connsiteX76" fmla="*/ 129780 w 408026"/>
                <a:gd name="connsiteY76" fmla="*/ 424095 h 504058"/>
                <a:gd name="connsiteX77" fmla="*/ 130772 w 408026"/>
                <a:gd name="connsiteY77" fmla="*/ 437583 h 504058"/>
                <a:gd name="connsiteX78" fmla="*/ 144260 w 408026"/>
                <a:gd name="connsiteY78" fmla="*/ 436592 h 504058"/>
                <a:gd name="connsiteX79" fmla="*/ 144601 w 408026"/>
                <a:gd name="connsiteY79" fmla="*/ 436174 h 504058"/>
                <a:gd name="connsiteX80" fmla="*/ 159385 w 408026"/>
                <a:gd name="connsiteY80" fmla="*/ 417589 h 504058"/>
                <a:gd name="connsiteX81" fmla="*/ 159385 w 408026"/>
                <a:gd name="connsiteY81" fmla="*/ 376850 h 504058"/>
                <a:gd name="connsiteX82" fmla="*/ 162573 w 408026"/>
                <a:gd name="connsiteY82" fmla="*/ 369774 h 504058"/>
                <a:gd name="connsiteX83" fmla="*/ 117945 w 408026"/>
                <a:gd name="connsiteY83" fmla="*/ 322118 h 504058"/>
                <a:gd name="connsiteX84" fmla="*/ 117945 w 408026"/>
                <a:gd name="connsiteY84" fmla="*/ 289335 h 504058"/>
                <a:gd name="connsiteX85" fmla="*/ 123135 w 408026"/>
                <a:gd name="connsiteY85" fmla="*/ 287505 h 504058"/>
                <a:gd name="connsiteX86" fmla="*/ 204013 w 408026"/>
                <a:gd name="connsiteY86" fmla="*/ 306020 h 504058"/>
                <a:gd name="connsiteX87" fmla="*/ 284853 w 408026"/>
                <a:gd name="connsiteY87" fmla="*/ 287531 h 504058"/>
                <a:gd name="connsiteX88" fmla="*/ 290100 w 408026"/>
                <a:gd name="connsiteY88" fmla="*/ 289380 h 504058"/>
                <a:gd name="connsiteX89" fmla="*/ 290100 w 408026"/>
                <a:gd name="connsiteY89" fmla="*/ 325649 h 504058"/>
                <a:gd name="connsiteX90" fmla="*/ 290183 w 408026"/>
                <a:gd name="connsiteY90" fmla="*/ 326051 h 504058"/>
                <a:gd name="connsiteX91" fmla="*/ 271766 w 408026"/>
                <a:gd name="connsiteY91" fmla="*/ 357059 h 504058"/>
                <a:gd name="connsiteX92" fmla="*/ 302774 w 408026"/>
                <a:gd name="connsiteY92" fmla="*/ 375476 h 504058"/>
                <a:gd name="connsiteX93" fmla="*/ 321191 w 408026"/>
                <a:gd name="connsiteY93" fmla="*/ 344468 h 504058"/>
                <a:gd name="connsiteX94" fmla="*/ 302774 w 408026"/>
                <a:gd name="connsiteY94" fmla="*/ 326051 h 504058"/>
                <a:gd name="connsiteX95" fmla="*/ 302851 w 408026"/>
                <a:gd name="connsiteY95" fmla="*/ 325649 h 504058"/>
                <a:gd name="connsiteX96" fmla="*/ 302851 w 408026"/>
                <a:gd name="connsiteY96" fmla="*/ 293983 h 504058"/>
                <a:gd name="connsiteX97" fmla="*/ 368250 w 408026"/>
                <a:gd name="connsiteY97" fmla="*/ 328812 h 504058"/>
                <a:gd name="connsiteX98" fmla="*/ 382524 w 408026"/>
                <a:gd name="connsiteY98" fmla="*/ 357023 h 504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408026" h="504058">
                  <a:moveTo>
                    <a:pt x="408026" y="356755"/>
                  </a:moveTo>
                  <a:cubicBezTo>
                    <a:pt x="407687" y="338038"/>
                    <a:pt x="398948" y="320466"/>
                    <a:pt x="384227" y="308901"/>
                  </a:cubicBezTo>
                  <a:cubicBezTo>
                    <a:pt x="360395" y="289405"/>
                    <a:pt x="332382" y="277362"/>
                    <a:pt x="302978" y="266824"/>
                  </a:cubicBezTo>
                  <a:lnTo>
                    <a:pt x="271739" y="254009"/>
                  </a:lnTo>
                  <a:cubicBezTo>
                    <a:pt x="269346" y="253036"/>
                    <a:pt x="267778" y="250714"/>
                    <a:pt x="267767" y="248131"/>
                  </a:cubicBezTo>
                  <a:lnTo>
                    <a:pt x="267767" y="232524"/>
                  </a:lnTo>
                  <a:cubicBezTo>
                    <a:pt x="291063" y="213864"/>
                    <a:pt x="304994" y="185918"/>
                    <a:pt x="305873" y="156083"/>
                  </a:cubicBezTo>
                  <a:lnTo>
                    <a:pt x="322755" y="127126"/>
                  </a:lnTo>
                  <a:cubicBezTo>
                    <a:pt x="325187" y="121381"/>
                    <a:pt x="326164" y="115124"/>
                    <a:pt x="325598" y="108911"/>
                  </a:cubicBezTo>
                  <a:cubicBezTo>
                    <a:pt x="321903" y="67131"/>
                    <a:pt x="296567" y="30349"/>
                    <a:pt x="258848" y="12005"/>
                  </a:cubicBezTo>
                  <a:cubicBezTo>
                    <a:pt x="255807" y="10578"/>
                    <a:pt x="252235" y="10897"/>
                    <a:pt x="249495" y="12840"/>
                  </a:cubicBezTo>
                  <a:lnTo>
                    <a:pt x="243056" y="17303"/>
                  </a:lnTo>
                  <a:lnTo>
                    <a:pt x="235935" y="7568"/>
                  </a:lnTo>
                  <a:cubicBezTo>
                    <a:pt x="233744" y="4496"/>
                    <a:pt x="230445" y="2395"/>
                    <a:pt x="226735" y="1709"/>
                  </a:cubicBezTo>
                  <a:cubicBezTo>
                    <a:pt x="220098" y="563"/>
                    <a:pt x="213375" y="-8"/>
                    <a:pt x="206640" y="0"/>
                  </a:cubicBezTo>
                  <a:cubicBezTo>
                    <a:pt x="149213" y="-1"/>
                    <a:pt x="99912" y="40860"/>
                    <a:pt x="89256" y="97289"/>
                  </a:cubicBezTo>
                  <a:lnTo>
                    <a:pt x="88994" y="98679"/>
                  </a:lnTo>
                  <a:cubicBezTo>
                    <a:pt x="85901" y="115235"/>
                    <a:pt x="79490" y="130994"/>
                    <a:pt x="70149" y="145009"/>
                  </a:cubicBezTo>
                  <a:lnTo>
                    <a:pt x="102026" y="145009"/>
                  </a:lnTo>
                  <a:lnTo>
                    <a:pt x="102026" y="153010"/>
                  </a:lnTo>
                  <a:cubicBezTo>
                    <a:pt x="102035" y="183927"/>
                    <a:pt x="116092" y="213165"/>
                    <a:pt x="140233" y="232479"/>
                  </a:cubicBezTo>
                  <a:lnTo>
                    <a:pt x="140233" y="248131"/>
                  </a:lnTo>
                  <a:cubicBezTo>
                    <a:pt x="140235" y="250720"/>
                    <a:pt x="138670" y="253053"/>
                    <a:pt x="136274" y="254035"/>
                  </a:cubicBezTo>
                  <a:lnTo>
                    <a:pt x="104844" y="266932"/>
                  </a:lnTo>
                  <a:cubicBezTo>
                    <a:pt x="75517" y="277426"/>
                    <a:pt x="47631" y="289431"/>
                    <a:pt x="24042" y="308729"/>
                  </a:cubicBezTo>
                  <a:cubicBezTo>
                    <a:pt x="9142" y="320367"/>
                    <a:pt x="305" y="338119"/>
                    <a:pt x="0" y="357023"/>
                  </a:cubicBezTo>
                  <a:lnTo>
                    <a:pt x="0" y="469032"/>
                  </a:lnTo>
                  <a:lnTo>
                    <a:pt x="5674" y="472819"/>
                  </a:lnTo>
                  <a:cubicBezTo>
                    <a:pt x="36952" y="493673"/>
                    <a:pt x="121662" y="504059"/>
                    <a:pt x="205779" y="504059"/>
                  </a:cubicBezTo>
                  <a:cubicBezTo>
                    <a:pt x="290572" y="504059"/>
                    <a:pt x="374766" y="493488"/>
                    <a:pt x="402868" y="472405"/>
                  </a:cubicBezTo>
                  <a:lnTo>
                    <a:pt x="407969" y="468580"/>
                  </a:lnTo>
                  <a:close/>
                  <a:moveTo>
                    <a:pt x="296488" y="337897"/>
                  </a:moveTo>
                  <a:cubicBezTo>
                    <a:pt x="303531" y="337897"/>
                    <a:pt x="309239" y="343605"/>
                    <a:pt x="309239" y="350647"/>
                  </a:cubicBezTo>
                  <a:cubicBezTo>
                    <a:pt x="309239" y="357690"/>
                    <a:pt x="303531" y="363398"/>
                    <a:pt x="296488" y="363398"/>
                  </a:cubicBezTo>
                  <a:cubicBezTo>
                    <a:pt x="289446" y="363398"/>
                    <a:pt x="283737" y="357690"/>
                    <a:pt x="283737" y="350647"/>
                  </a:cubicBezTo>
                  <a:cubicBezTo>
                    <a:pt x="283737" y="343605"/>
                    <a:pt x="289446" y="337897"/>
                    <a:pt x="296488" y="337897"/>
                  </a:cubicBezTo>
                  <a:close/>
                  <a:moveTo>
                    <a:pt x="127508" y="153010"/>
                  </a:moveTo>
                  <a:lnTo>
                    <a:pt x="127508" y="145009"/>
                  </a:lnTo>
                  <a:lnTo>
                    <a:pt x="172519" y="145009"/>
                  </a:lnTo>
                  <a:cubicBezTo>
                    <a:pt x="238058" y="145009"/>
                    <a:pt x="229145" y="92775"/>
                    <a:pt x="257821" y="85297"/>
                  </a:cubicBezTo>
                  <a:cubicBezTo>
                    <a:pt x="265490" y="83844"/>
                    <a:pt x="273421" y="84808"/>
                    <a:pt x="280518" y="88057"/>
                  </a:cubicBezTo>
                  <a:lnTo>
                    <a:pt x="280518" y="153010"/>
                  </a:lnTo>
                  <a:cubicBezTo>
                    <a:pt x="280518" y="195262"/>
                    <a:pt x="246265" y="229515"/>
                    <a:pt x="204013" y="229515"/>
                  </a:cubicBezTo>
                  <a:cubicBezTo>
                    <a:pt x="161761" y="229515"/>
                    <a:pt x="127508" y="195262"/>
                    <a:pt x="127508" y="153010"/>
                  </a:cubicBezTo>
                  <a:close/>
                  <a:moveTo>
                    <a:pt x="204013" y="255016"/>
                  </a:moveTo>
                  <a:cubicBezTo>
                    <a:pt x="217129" y="255013"/>
                    <a:pt x="230120" y="252464"/>
                    <a:pt x="242265" y="247513"/>
                  </a:cubicBezTo>
                  <a:lnTo>
                    <a:pt x="242265" y="248150"/>
                  </a:lnTo>
                  <a:cubicBezTo>
                    <a:pt x="242255" y="258026"/>
                    <a:pt x="246850" y="267342"/>
                    <a:pt x="254691" y="273346"/>
                  </a:cubicBezTo>
                  <a:cubicBezTo>
                    <a:pt x="238258" y="278287"/>
                    <a:pt x="221171" y="280705"/>
                    <a:pt x="204013" y="280518"/>
                  </a:cubicBezTo>
                  <a:cubicBezTo>
                    <a:pt x="186845" y="280696"/>
                    <a:pt x="169750" y="278270"/>
                    <a:pt x="153309" y="273320"/>
                  </a:cubicBezTo>
                  <a:cubicBezTo>
                    <a:pt x="161155" y="267320"/>
                    <a:pt x="165757" y="258008"/>
                    <a:pt x="165761" y="248131"/>
                  </a:cubicBezTo>
                  <a:lnTo>
                    <a:pt x="165761" y="247493"/>
                  </a:lnTo>
                  <a:cubicBezTo>
                    <a:pt x="177904" y="252455"/>
                    <a:pt x="190896" y="255009"/>
                    <a:pt x="204013" y="255016"/>
                  </a:cubicBezTo>
                  <a:close/>
                  <a:moveTo>
                    <a:pt x="382524" y="455242"/>
                  </a:moveTo>
                  <a:cubicBezTo>
                    <a:pt x="325924" y="486036"/>
                    <a:pt x="87420" y="485806"/>
                    <a:pt x="25502" y="454853"/>
                  </a:cubicBezTo>
                  <a:lnTo>
                    <a:pt x="25502" y="357310"/>
                  </a:lnTo>
                  <a:cubicBezTo>
                    <a:pt x="25739" y="346065"/>
                    <a:pt x="31052" y="335532"/>
                    <a:pt x="39955" y="328659"/>
                  </a:cubicBezTo>
                  <a:cubicBezTo>
                    <a:pt x="59661" y="313608"/>
                    <a:pt x="81700" y="301886"/>
                    <a:pt x="105194" y="293957"/>
                  </a:cubicBezTo>
                  <a:lnTo>
                    <a:pt x="105194" y="322098"/>
                  </a:lnTo>
                  <a:cubicBezTo>
                    <a:pt x="80093" y="323776"/>
                    <a:pt x="60584" y="344616"/>
                    <a:pt x="60566" y="369774"/>
                  </a:cubicBezTo>
                  <a:cubicBezTo>
                    <a:pt x="60575" y="372479"/>
                    <a:pt x="61734" y="375052"/>
                    <a:pt x="63754" y="376850"/>
                  </a:cubicBezTo>
                  <a:lnTo>
                    <a:pt x="63754" y="417589"/>
                  </a:lnTo>
                  <a:cubicBezTo>
                    <a:pt x="63774" y="426466"/>
                    <a:pt x="69899" y="434161"/>
                    <a:pt x="78545" y="436174"/>
                  </a:cubicBezTo>
                  <a:cubicBezTo>
                    <a:pt x="81765" y="440360"/>
                    <a:pt x="87769" y="441144"/>
                    <a:pt x="91956" y="437924"/>
                  </a:cubicBezTo>
                  <a:cubicBezTo>
                    <a:pt x="96142" y="434705"/>
                    <a:pt x="96926" y="428700"/>
                    <a:pt x="93706" y="424514"/>
                  </a:cubicBezTo>
                  <a:cubicBezTo>
                    <a:pt x="90487" y="420327"/>
                    <a:pt x="84482" y="419543"/>
                    <a:pt x="80296" y="422763"/>
                  </a:cubicBezTo>
                  <a:cubicBezTo>
                    <a:pt x="80153" y="422872"/>
                    <a:pt x="80014" y="422987"/>
                    <a:pt x="79877" y="423104"/>
                  </a:cubicBezTo>
                  <a:cubicBezTo>
                    <a:pt x="77826" y="422025"/>
                    <a:pt x="76531" y="419907"/>
                    <a:pt x="76505" y="417589"/>
                  </a:cubicBezTo>
                  <a:lnTo>
                    <a:pt x="76505" y="376850"/>
                  </a:lnTo>
                  <a:cubicBezTo>
                    <a:pt x="78528" y="375054"/>
                    <a:pt x="79687" y="372479"/>
                    <a:pt x="79693" y="369774"/>
                  </a:cubicBezTo>
                  <a:cubicBezTo>
                    <a:pt x="79693" y="353929"/>
                    <a:pt x="92537" y="341084"/>
                    <a:pt x="108382" y="341084"/>
                  </a:cubicBezTo>
                  <a:lnTo>
                    <a:pt x="114757" y="341084"/>
                  </a:lnTo>
                  <a:cubicBezTo>
                    <a:pt x="130602" y="341084"/>
                    <a:pt x="143447" y="353929"/>
                    <a:pt x="143447" y="369774"/>
                  </a:cubicBezTo>
                  <a:cubicBezTo>
                    <a:pt x="143455" y="372479"/>
                    <a:pt x="144614" y="375052"/>
                    <a:pt x="146634" y="376850"/>
                  </a:cubicBezTo>
                  <a:lnTo>
                    <a:pt x="146634" y="417589"/>
                  </a:lnTo>
                  <a:cubicBezTo>
                    <a:pt x="146611" y="419906"/>
                    <a:pt x="145318" y="422024"/>
                    <a:pt x="143268" y="423104"/>
                  </a:cubicBezTo>
                  <a:cubicBezTo>
                    <a:pt x="139269" y="419653"/>
                    <a:pt x="133231" y="420097"/>
                    <a:pt x="129780" y="424095"/>
                  </a:cubicBezTo>
                  <a:cubicBezTo>
                    <a:pt x="126329" y="428094"/>
                    <a:pt x="126774" y="434133"/>
                    <a:pt x="130772" y="437583"/>
                  </a:cubicBezTo>
                  <a:cubicBezTo>
                    <a:pt x="134770" y="441034"/>
                    <a:pt x="140809" y="440590"/>
                    <a:pt x="144260" y="436592"/>
                  </a:cubicBezTo>
                  <a:cubicBezTo>
                    <a:pt x="144377" y="436455"/>
                    <a:pt x="144491" y="436316"/>
                    <a:pt x="144601" y="436174"/>
                  </a:cubicBezTo>
                  <a:cubicBezTo>
                    <a:pt x="153244" y="434159"/>
                    <a:pt x="159365" y="426464"/>
                    <a:pt x="159385" y="417589"/>
                  </a:cubicBezTo>
                  <a:lnTo>
                    <a:pt x="159385" y="376850"/>
                  </a:lnTo>
                  <a:cubicBezTo>
                    <a:pt x="161408" y="375054"/>
                    <a:pt x="162568" y="372479"/>
                    <a:pt x="162573" y="369774"/>
                  </a:cubicBezTo>
                  <a:cubicBezTo>
                    <a:pt x="162545" y="344624"/>
                    <a:pt x="143039" y="323794"/>
                    <a:pt x="117945" y="322118"/>
                  </a:cubicBezTo>
                  <a:lnTo>
                    <a:pt x="117945" y="289335"/>
                  </a:lnTo>
                  <a:cubicBezTo>
                    <a:pt x="119679" y="288698"/>
                    <a:pt x="121394" y="288105"/>
                    <a:pt x="123135" y="287505"/>
                  </a:cubicBezTo>
                  <a:cubicBezTo>
                    <a:pt x="141853" y="299179"/>
                    <a:pt x="171352" y="306020"/>
                    <a:pt x="204013" y="306020"/>
                  </a:cubicBezTo>
                  <a:cubicBezTo>
                    <a:pt x="236674" y="306020"/>
                    <a:pt x="266160" y="299185"/>
                    <a:pt x="284853" y="287531"/>
                  </a:cubicBezTo>
                  <a:cubicBezTo>
                    <a:pt x="286613" y="288168"/>
                    <a:pt x="288353" y="288761"/>
                    <a:pt x="290100" y="289380"/>
                  </a:cubicBezTo>
                  <a:lnTo>
                    <a:pt x="290100" y="325649"/>
                  </a:lnTo>
                  <a:cubicBezTo>
                    <a:pt x="290100" y="325796"/>
                    <a:pt x="290177" y="325911"/>
                    <a:pt x="290183" y="326051"/>
                  </a:cubicBezTo>
                  <a:cubicBezTo>
                    <a:pt x="276535" y="329528"/>
                    <a:pt x="268289" y="343411"/>
                    <a:pt x="271766" y="357059"/>
                  </a:cubicBezTo>
                  <a:cubicBezTo>
                    <a:pt x="275244" y="370707"/>
                    <a:pt x="289126" y="378953"/>
                    <a:pt x="302774" y="375476"/>
                  </a:cubicBezTo>
                  <a:cubicBezTo>
                    <a:pt x="316423" y="371999"/>
                    <a:pt x="324668" y="358116"/>
                    <a:pt x="321191" y="344468"/>
                  </a:cubicBezTo>
                  <a:cubicBezTo>
                    <a:pt x="318886" y="335420"/>
                    <a:pt x="311822" y="328356"/>
                    <a:pt x="302774" y="326051"/>
                  </a:cubicBezTo>
                  <a:cubicBezTo>
                    <a:pt x="302774" y="325911"/>
                    <a:pt x="302851" y="325790"/>
                    <a:pt x="302851" y="325649"/>
                  </a:cubicBezTo>
                  <a:lnTo>
                    <a:pt x="302851" y="293983"/>
                  </a:lnTo>
                  <a:cubicBezTo>
                    <a:pt x="326407" y="301941"/>
                    <a:pt x="348499" y="313707"/>
                    <a:pt x="368250" y="328812"/>
                  </a:cubicBezTo>
                  <a:cubicBezTo>
                    <a:pt x="377001" y="335596"/>
                    <a:pt x="382242" y="345953"/>
                    <a:pt x="382524" y="357023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48" name="任意形状 1147">
              <a:extLst>
                <a:ext uri="{FF2B5EF4-FFF2-40B4-BE49-F238E27FC236}">
                  <a16:creationId xmlns:a16="http://schemas.microsoft.com/office/drawing/2014/main" id="{E6307620-6F92-56E4-5F51-A97F9B70D03F}"/>
                </a:ext>
              </a:extLst>
            </p:cNvPr>
            <p:cNvSpPr/>
            <p:nvPr/>
          </p:nvSpPr>
          <p:spPr>
            <a:xfrm>
              <a:off x="683486" y="985276"/>
              <a:ext cx="12750" cy="12750"/>
            </a:xfrm>
            <a:custGeom>
              <a:avLst/>
              <a:gdLst>
                <a:gd name="connsiteX0" fmla="*/ 12751 w 12750"/>
                <a:gd name="connsiteY0" fmla="*/ 6375 h 12750"/>
                <a:gd name="connsiteX1" fmla="*/ 6375 w 12750"/>
                <a:gd name="connsiteY1" fmla="*/ 12751 h 12750"/>
                <a:gd name="connsiteX2" fmla="*/ 0 w 12750"/>
                <a:gd name="connsiteY2" fmla="*/ 6375 h 12750"/>
                <a:gd name="connsiteX3" fmla="*/ 6375 w 12750"/>
                <a:gd name="connsiteY3" fmla="*/ 0 h 12750"/>
                <a:gd name="connsiteX4" fmla="*/ 12751 w 12750"/>
                <a:gd name="connsiteY4" fmla="*/ 6375 h 12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50" h="12750">
                  <a:moveTo>
                    <a:pt x="12751" y="6375"/>
                  </a:moveTo>
                  <a:cubicBezTo>
                    <a:pt x="12751" y="9896"/>
                    <a:pt x="9896" y="12751"/>
                    <a:pt x="6375" y="12751"/>
                  </a:cubicBezTo>
                  <a:cubicBezTo>
                    <a:pt x="2854" y="12751"/>
                    <a:pt x="0" y="9896"/>
                    <a:pt x="0" y="6375"/>
                  </a:cubicBezTo>
                  <a:cubicBezTo>
                    <a:pt x="0" y="2854"/>
                    <a:pt x="2854" y="0"/>
                    <a:pt x="6375" y="0"/>
                  </a:cubicBezTo>
                  <a:cubicBezTo>
                    <a:pt x="9896" y="0"/>
                    <a:pt x="12751" y="2854"/>
                    <a:pt x="12751" y="6375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159" name="组合 1158">
            <a:extLst>
              <a:ext uri="{FF2B5EF4-FFF2-40B4-BE49-F238E27FC236}">
                <a16:creationId xmlns:a16="http://schemas.microsoft.com/office/drawing/2014/main" id="{5A4F6F4D-65F4-C864-0955-28DBB4AB55B5}"/>
              </a:ext>
            </a:extLst>
          </p:cNvPr>
          <p:cNvGrpSpPr/>
          <p:nvPr/>
        </p:nvGrpSpPr>
        <p:grpSpPr>
          <a:xfrm>
            <a:off x="696313" y="1284927"/>
            <a:ext cx="433528" cy="433528"/>
            <a:chOff x="696313" y="1284927"/>
            <a:chExt cx="433528" cy="43352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53" name="任意形状 1152">
              <a:extLst>
                <a:ext uri="{FF2B5EF4-FFF2-40B4-BE49-F238E27FC236}">
                  <a16:creationId xmlns:a16="http://schemas.microsoft.com/office/drawing/2014/main" id="{3A239D70-F189-80D6-BCCF-E87194FC23A9}"/>
                </a:ext>
              </a:extLst>
            </p:cNvPr>
            <p:cNvSpPr/>
            <p:nvPr/>
          </p:nvSpPr>
          <p:spPr>
            <a:xfrm>
              <a:off x="696313" y="1284927"/>
              <a:ext cx="433528" cy="433528"/>
            </a:xfrm>
            <a:custGeom>
              <a:avLst/>
              <a:gdLst>
                <a:gd name="connsiteX0" fmla="*/ 433528 w 433528"/>
                <a:gd name="connsiteY0" fmla="*/ 395276 h 433528"/>
                <a:gd name="connsiteX1" fmla="*/ 38252 w 433528"/>
                <a:gd name="connsiteY1" fmla="*/ 395276 h 433528"/>
                <a:gd name="connsiteX2" fmla="*/ 38252 w 433528"/>
                <a:gd name="connsiteY2" fmla="*/ 0 h 433528"/>
                <a:gd name="connsiteX3" fmla="*/ 0 w 433528"/>
                <a:gd name="connsiteY3" fmla="*/ 0 h 433528"/>
                <a:gd name="connsiteX4" fmla="*/ 0 w 433528"/>
                <a:gd name="connsiteY4" fmla="*/ 433528 h 433528"/>
                <a:gd name="connsiteX5" fmla="*/ 433528 w 433528"/>
                <a:gd name="connsiteY5" fmla="*/ 433528 h 433528"/>
                <a:gd name="connsiteX6" fmla="*/ 433528 w 433528"/>
                <a:gd name="connsiteY6" fmla="*/ 395276 h 433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3528" h="433528">
                  <a:moveTo>
                    <a:pt x="433528" y="395276"/>
                  </a:moveTo>
                  <a:lnTo>
                    <a:pt x="38252" y="395276"/>
                  </a:lnTo>
                  <a:lnTo>
                    <a:pt x="38252" y="0"/>
                  </a:lnTo>
                  <a:lnTo>
                    <a:pt x="0" y="0"/>
                  </a:lnTo>
                  <a:lnTo>
                    <a:pt x="0" y="433528"/>
                  </a:lnTo>
                  <a:lnTo>
                    <a:pt x="433528" y="433528"/>
                  </a:lnTo>
                  <a:lnTo>
                    <a:pt x="433528" y="395276"/>
                  </a:lnTo>
                  <a:close/>
                </a:path>
              </a:pathLst>
            </a:custGeom>
            <a:solidFill>
              <a:srgbClr val="0000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54" name="任意形状 1153">
              <a:extLst>
                <a:ext uri="{FF2B5EF4-FFF2-40B4-BE49-F238E27FC236}">
                  <a16:creationId xmlns:a16="http://schemas.microsoft.com/office/drawing/2014/main" id="{7E07F776-9916-D452-1F8B-4D3B15931FDD}"/>
                </a:ext>
              </a:extLst>
            </p:cNvPr>
            <p:cNvSpPr/>
            <p:nvPr/>
          </p:nvSpPr>
          <p:spPr>
            <a:xfrm>
              <a:off x="772817" y="1590940"/>
              <a:ext cx="63754" cy="51003"/>
            </a:xfrm>
            <a:custGeom>
              <a:avLst/>
              <a:gdLst>
                <a:gd name="connsiteX0" fmla="*/ 0 w 63754"/>
                <a:gd name="connsiteY0" fmla="*/ 0 h 51003"/>
                <a:gd name="connsiteX1" fmla="*/ 63754 w 63754"/>
                <a:gd name="connsiteY1" fmla="*/ 0 h 51003"/>
                <a:gd name="connsiteX2" fmla="*/ 63754 w 63754"/>
                <a:gd name="connsiteY2" fmla="*/ 51003 h 51003"/>
                <a:gd name="connsiteX3" fmla="*/ 0 w 63754"/>
                <a:gd name="connsiteY3" fmla="*/ 51003 h 51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754" h="51003">
                  <a:moveTo>
                    <a:pt x="0" y="0"/>
                  </a:moveTo>
                  <a:lnTo>
                    <a:pt x="63754" y="0"/>
                  </a:lnTo>
                  <a:lnTo>
                    <a:pt x="63754" y="51003"/>
                  </a:lnTo>
                  <a:lnTo>
                    <a:pt x="0" y="51003"/>
                  </a:lnTo>
                  <a:close/>
                </a:path>
              </a:pathLst>
            </a:custGeom>
            <a:solidFill>
              <a:schemeClr val="accent2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1155" name="任意形状 1154">
              <a:extLst>
                <a:ext uri="{FF2B5EF4-FFF2-40B4-BE49-F238E27FC236}">
                  <a16:creationId xmlns:a16="http://schemas.microsoft.com/office/drawing/2014/main" id="{5B7574C9-84D3-45B0-D2BB-F5392776C6BD}"/>
                </a:ext>
              </a:extLst>
            </p:cNvPr>
            <p:cNvSpPr/>
            <p:nvPr/>
          </p:nvSpPr>
          <p:spPr>
            <a:xfrm>
              <a:off x="862073" y="1546312"/>
              <a:ext cx="63754" cy="95631"/>
            </a:xfrm>
            <a:custGeom>
              <a:avLst/>
              <a:gdLst>
                <a:gd name="connsiteX0" fmla="*/ 0 w 63754"/>
                <a:gd name="connsiteY0" fmla="*/ 0 h 95631"/>
                <a:gd name="connsiteX1" fmla="*/ 63754 w 63754"/>
                <a:gd name="connsiteY1" fmla="*/ 0 h 95631"/>
                <a:gd name="connsiteX2" fmla="*/ 63754 w 63754"/>
                <a:gd name="connsiteY2" fmla="*/ 95631 h 95631"/>
                <a:gd name="connsiteX3" fmla="*/ 0 w 63754"/>
                <a:gd name="connsiteY3" fmla="*/ 95631 h 95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754" h="95631">
                  <a:moveTo>
                    <a:pt x="0" y="0"/>
                  </a:moveTo>
                  <a:lnTo>
                    <a:pt x="63754" y="0"/>
                  </a:lnTo>
                  <a:lnTo>
                    <a:pt x="63754" y="95631"/>
                  </a:lnTo>
                  <a:lnTo>
                    <a:pt x="0" y="95631"/>
                  </a:lnTo>
                  <a:close/>
                </a:path>
              </a:pathLst>
            </a:custGeom>
            <a:solidFill>
              <a:srgbClr val="92D05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56" name="任意形状 1155">
              <a:extLst>
                <a:ext uri="{FF2B5EF4-FFF2-40B4-BE49-F238E27FC236}">
                  <a16:creationId xmlns:a16="http://schemas.microsoft.com/office/drawing/2014/main" id="{E5CB0E33-5341-0BF5-70BA-65590D3F8689}"/>
                </a:ext>
              </a:extLst>
            </p:cNvPr>
            <p:cNvSpPr/>
            <p:nvPr/>
          </p:nvSpPr>
          <p:spPr>
            <a:xfrm>
              <a:off x="951329" y="1495309"/>
              <a:ext cx="63754" cy="146634"/>
            </a:xfrm>
            <a:custGeom>
              <a:avLst/>
              <a:gdLst>
                <a:gd name="connsiteX0" fmla="*/ 0 w 63754"/>
                <a:gd name="connsiteY0" fmla="*/ 0 h 146634"/>
                <a:gd name="connsiteX1" fmla="*/ 63754 w 63754"/>
                <a:gd name="connsiteY1" fmla="*/ 0 h 146634"/>
                <a:gd name="connsiteX2" fmla="*/ 63754 w 63754"/>
                <a:gd name="connsiteY2" fmla="*/ 146635 h 146634"/>
                <a:gd name="connsiteX3" fmla="*/ 0 w 63754"/>
                <a:gd name="connsiteY3" fmla="*/ 146635 h 146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754" h="146634">
                  <a:moveTo>
                    <a:pt x="0" y="0"/>
                  </a:moveTo>
                  <a:lnTo>
                    <a:pt x="63754" y="0"/>
                  </a:lnTo>
                  <a:lnTo>
                    <a:pt x="63754" y="146635"/>
                  </a:lnTo>
                  <a:lnTo>
                    <a:pt x="0" y="146635"/>
                  </a:lnTo>
                  <a:close/>
                </a:path>
              </a:pathLst>
            </a:custGeom>
            <a:solidFill>
              <a:srgbClr val="00B0F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57" name="任意形状 1156">
              <a:extLst>
                <a:ext uri="{FF2B5EF4-FFF2-40B4-BE49-F238E27FC236}">
                  <a16:creationId xmlns:a16="http://schemas.microsoft.com/office/drawing/2014/main" id="{EAC94DEA-45E7-B8E9-5D15-400D13C3E2DC}"/>
                </a:ext>
              </a:extLst>
            </p:cNvPr>
            <p:cNvSpPr/>
            <p:nvPr/>
          </p:nvSpPr>
          <p:spPr>
            <a:xfrm>
              <a:off x="1040584" y="1546312"/>
              <a:ext cx="63754" cy="95631"/>
            </a:xfrm>
            <a:custGeom>
              <a:avLst/>
              <a:gdLst>
                <a:gd name="connsiteX0" fmla="*/ 0 w 63754"/>
                <a:gd name="connsiteY0" fmla="*/ 0 h 95631"/>
                <a:gd name="connsiteX1" fmla="*/ 63754 w 63754"/>
                <a:gd name="connsiteY1" fmla="*/ 0 h 95631"/>
                <a:gd name="connsiteX2" fmla="*/ 63754 w 63754"/>
                <a:gd name="connsiteY2" fmla="*/ 95631 h 95631"/>
                <a:gd name="connsiteX3" fmla="*/ 0 w 63754"/>
                <a:gd name="connsiteY3" fmla="*/ 95631 h 95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754" h="95631">
                  <a:moveTo>
                    <a:pt x="0" y="0"/>
                  </a:moveTo>
                  <a:lnTo>
                    <a:pt x="63754" y="0"/>
                  </a:lnTo>
                  <a:lnTo>
                    <a:pt x="63754" y="95631"/>
                  </a:lnTo>
                  <a:lnTo>
                    <a:pt x="0" y="95631"/>
                  </a:lnTo>
                  <a:close/>
                </a:path>
              </a:pathLst>
            </a:custGeom>
            <a:solidFill>
              <a:srgbClr val="7030A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58" name="任意形状 1157">
              <a:extLst>
                <a:ext uri="{FF2B5EF4-FFF2-40B4-BE49-F238E27FC236}">
                  <a16:creationId xmlns:a16="http://schemas.microsoft.com/office/drawing/2014/main" id="{41B30C3B-225B-274E-71C3-2ED21B59B1DF}"/>
                </a:ext>
              </a:extLst>
            </p:cNvPr>
            <p:cNvSpPr/>
            <p:nvPr/>
          </p:nvSpPr>
          <p:spPr>
            <a:xfrm>
              <a:off x="766566" y="1309699"/>
              <a:ext cx="184444" cy="192248"/>
            </a:xfrm>
            <a:custGeom>
              <a:avLst/>
              <a:gdLst>
                <a:gd name="connsiteX0" fmla="*/ 173884 w 184444"/>
                <a:gd name="connsiteY0" fmla="*/ 74677 h 192248"/>
                <a:gd name="connsiteX1" fmla="*/ 184444 w 184444"/>
                <a:gd name="connsiteY1" fmla="*/ 64245 h 192248"/>
                <a:gd name="connsiteX2" fmla="*/ 174012 w 184444"/>
                <a:gd name="connsiteY2" fmla="*/ 53684 h 192248"/>
                <a:gd name="connsiteX3" fmla="*/ 166975 w 184444"/>
                <a:gd name="connsiteY3" fmla="*/ 56335 h 192248"/>
                <a:gd name="connsiteX4" fmla="*/ 143583 w 184444"/>
                <a:gd name="connsiteY4" fmla="*/ 64133 h 192248"/>
                <a:gd name="connsiteX5" fmla="*/ 136251 w 184444"/>
                <a:gd name="connsiteY5" fmla="*/ 52520 h 192248"/>
                <a:gd name="connsiteX6" fmla="*/ 154581 w 184444"/>
                <a:gd name="connsiteY6" fmla="*/ 31003 h 192248"/>
                <a:gd name="connsiteX7" fmla="*/ 155224 w 184444"/>
                <a:gd name="connsiteY7" fmla="*/ 31068 h 192248"/>
                <a:gd name="connsiteX8" fmla="*/ 171128 w 184444"/>
                <a:gd name="connsiteY8" fmla="*/ 15907 h 192248"/>
                <a:gd name="connsiteX9" fmla="*/ 155966 w 184444"/>
                <a:gd name="connsiteY9" fmla="*/ 5 h 192248"/>
                <a:gd name="connsiteX10" fmla="*/ 140063 w 184444"/>
                <a:gd name="connsiteY10" fmla="*/ 15165 h 192248"/>
                <a:gd name="connsiteX11" fmla="*/ 140303 w 184444"/>
                <a:gd name="connsiteY11" fmla="*/ 18275 h 192248"/>
                <a:gd name="connsiteX12" fmla="*/ 121862 w 184444"/>
                <a:gd name="connsiteY12" fmla="*/ 39920 h 192248"/>
                <a:gd name="connsiteX13" fmla="*/ 100297 w 184444"/>
                <a:gd name="connsiteY13" fmla="*/ 31865 h 192248"/>
                <a:gd name="connsiteX14" fmla="*/ 99864 w 184444"/>
                <a:gd name="connsiteY14" fmla="*/ 18417 h 192248"/>
                <a:gd name="connsiteX15" fmla="*/ 96006 w 184444"/>
                <a:gd name="connsiteY15" fmla="*/ 2379 h 192248"/>
                <a:gd name="connsiteX16" fmla="*/ 79969 w 184444"/>
                <a:gd name="connsiteY16" fmla="*/ 6237 h 192248"/>
                <a:gd name="connsiteX17" fmla="*/ 80767 w 184444"/>
                <a:gd name="connsiteY17" fmla="*/ 19561 h 192248"/>
                <a:gd name="connsiteX18" fmla="*/ 81167 w 184444"/>
                <a:gd name="connsiteY18" fmla="*/ 31973 h 192248"/>
                <a:gd name="connsiteX19" fmla="*/ 58910 w 184444"/>
                <a:gd name="connsiteY19" fmla="*/ 40764 h 192248"/>
                <a:gd name="connsiteX20" fmla="*/ 46557 w 184444"/>
                <a:gd name="connsiteY20" fmla="*/ 27289 h 192248"/>
                <a:gd name="connsiteX21" fmla="*/ 33583 w 184444"/>
                <a:gd name="connsiteY21" fmla="*/ 10283 h 192248"/>
                <a:gd name="connsiteX22" fmla="*/ 16577 w 184444"/>
                <a:gd name="connsiteY22" fmla="*/ 23257 h 192248"/>
                <a:gd name="connsiteX23" fmla="*/ 29551 w 184444"/>
                <a:gd name="connsiteY23" fmla="*/ 40263 h 192248"/>
                <a:gd name="connsiteX24" fmla="*/ 31603 w 184444"/>
                <a:gd name="connsiteY24" fmla="*/ 40398 h 192248"/>
                <a:gd name="connsiteX25" fmla="*/ 32538 w 184444"/>
                <a:gd name="connsiteY25" fmla="*/ 40304 h 192248"/>
                <a:gd name="connsiteX26" fmla="*/ 44934 w 184444"/>
                <a:gd name="connsiteY26" fmla="*/ 53828 h 192248"/>
                <a:gd name="connsiteX27" fmla="*/ 33359 w 184444"/>
                <a:gd name="connsiteY27" fmla="*/ 81530 h 192248"/>
                <a:gd name="connsiteX28" fmla="*/ 21701 w 184444"/>
                <a:gd name="connsiteY28" fmla="*/ 81216 h 192248"/>
                <a:gd name="connsiteX29" fmla="*/ 3537 w 184444"/>
                <a:gd name="connsiteY29" fmla="*/ 81674 h 192248"/>
                <a:gd name="connsiteX30" fmla="*/ 3995 w 184444"/>
                <a:gd name="connsiteY30" fmla="*/ 99837 h 192248"/>
                <a:gd name="connsiteX31" fmla="*/ 21145 w 184444"/>
                <a:gd name="connsiteY31" fmla="*/ 100336 h 192248"/>
                <a:gd name="connsiteX32" fmla="*/ 33885 w 184444"/>
                <a:gd name="connsiteY32" fmla="*/ 100678 h 192248"/>
                <a:gd name="connsiteX33" fmla="*/ 40940 w 184444"/>
                <a:gd name="connsiteY33" fmla="*/ 119039 h 192248"/>
                <a:gd name="connsiteX34" fmla="*/ 17849 w 184444"/>
                <a:gd name="connsiteY34" fmla="*/ 136171 h 192248"/>
                <a:gd name="connsiteX35" fmla="*/ 2537 w 184444"/>
                <a:gd name="connsiteY35" fmla="*/ 148633 h 192248"/>
                <a:gd name="connsiteX36" fmla="*/ 14999 w 184444"/>
                <a:gd name="connsiteY36" fmla="*/ 163945 h 192248"/>
                <a:gd name="connsiteX37" fmla="*/ 30311 w 184444"/>
                <a:gd name="connsiteY37" fmla="*/ 151483 h 192248"/>
                <a:gd name="connsiteX38" fmla="*/ 30369 w 184444"/>
                <a:gd name="connsiteY38" fmla="*/ 150695 h 192248"/>
                <a:gd name="connsiteX39" fmla="*/ 53259 w 184444"/>
                <a:gd name="connsiteY39" fmla="*/ 133712 h 192248"/>
                <a:gd name="connsiteX40" fmla="*/ 72194 w 184444"/>
                <a:gd name="connsiteY40" fmla="*/ 144505 h 192248"/>
                <a:gd name="connsiteX41" fmla="*/ 67727 w 184444"/>
                <a:gd name="connsiteY41" fmla="*/ 160588 h 192248"/>
                <a:gd name="connsiteX42" fmla="*/ 58593 w 184444"/>
                <a:gd name="connsiteY42" fmla="*/ 181933 h 192248"/>
                <a:gd name="connsiteX43" fmla="*/ 79938 w 184444"/>
                <a:gd name="connsiteY43" fmla="*/ 191067 h 192248"/>
                <a:gd name="connsiteX44" fmla="*/ 89072 w 184444"/>
                <a:gd name="connsiteY44" fmla="*/ 169722 h 192248"/>
                <a:gd name="connsiteX45" fmla="*/ 86309 w 184444"/>
                <a:gd name="connsiteY45" fmla="*/ 165156 h 192248"/>
                <a:gd name="connsiteX46" fmla="*/ 91160 w 184444"/>
                <a:gd name="connsiteY46" fmla="*/ 147687 h 192248"/>
                <a:gd name="connsiteX47" fmla="*/ 113563 w 184444"/>
                <a:gd name="connsiteY47" fmla="*/ 143187 h 192248"/>
                <a:gd name="connsiteX48" fmla="*/ 127661 w 184444"/>
                <a:gd name="connsiteY48" fmla="*/ 165343 h 192248"/>
                <a:gd name="connsiteX49" fmla="*/ 138056 w 184444"/>
                <a:gd name="connsiteY49" fmla="*/ 180191 h 192248"/>
                <a:gd name="connsiteX50" fmla="*/ 152904 w 184444"/>
                <a:gd name="connsiteY50" fmla="*/ 169797 h 192248"/>
                <a:gd name="connsiteX51" fmla="*/ 143931 w 184444"/>
                <a:gd name="connsiteY51" fmla="*/ 155283 h 192248"/>
                <a:gd name="connsiteX52" fmla="*/ 129728 w 184444"/>
                <a:gd name="connsiteY52" fmla="*/ 132963 h 192248"/>
                <a:gd name="connsiteX53" fmla="*/ 143037 w 184444"/>
                <a:gd name="connsiteY53" fmla="*/ 115761 h 192248"/>
                <a:gd name="connsiteX54" fmla="*/ 160424 w 184444"/>
                <a:gd name="connsiteY54" fmla="*/ 121157 h 192248"/>
                <a:gd name="connsiteX55" fmla="*/ 177860 w 184444"/>
                <a:gd name="connsiteY55" fmla="*/ 125973 h 192248"/>
                <a:gd name="connsiteX56" fmla="*/ 182675 w 184444"/>
                <a:gd name="connsiteY56" fmla="*/ 108538 h 192248"/>
                <a:gd name="connsiteX57" fmla="*/ 166612 w 184444"/>
                <a:gd name="connsiteY57" fmla="*/ 103049 h 192248"/>
                <a:gd name="connsiteX58" fmla="*/ 148761 w 184444"/>
                <a:gd name="connsiteY58" fmla="*/ 97510 h 192248"/>
                <a:gd name="connsiteX59" fmla="*/ 148953 w 184444"/>
                <a:gd name="connsiteY59" fmla="*/ 82503 h 192248"/>
                <a:gd name="connsiteX60" fmla="*/ 172768 w 184444"/>
                <a:gd name="connsiteY60" fmla="*/ 74563 h 192248"/>
                <a:gd name="connsiteX61" fmla="*/ 173884 w 184444"/>
                <a:gd name="connsiteY61" fmla="*/ 74677 h 192248"/>
                <a:gd name="connsiteX62" fmla="*/ 86416 w 184444"/>
                <a:gd name="connsiteY62" fmla="*/ 117370 h 192248"/>
                <a:gd name="connsiteX63" fmla="*/ 79418 w 184444"/>
                <a:gd name="connsiteY63" fmla="*/ 110373 h 192248"/>
                <a:gd name="connsiteX64" fmla="*/ 86415 w 184444"/>
                <a:gd name="connsiteY64" fmla="*/ 103374 h 192248"/>
                <a:gd name="connsiteX65" fmla="*/ 93414 w 184444"/>
                <a:gd name="connsiteY65" fmla="*/ 110371 h 192248"/>
                <a:gd name="connsiteX66" fmla="*/ 93414 w 184444"/>
                <a:gd name="connsiteY66" fmla="*/ 110372 h 192248"/>
                <a:gd name="connsiteX67" fmla="*/ 86416 w 184444"/>
                <a:gd name="connsiteY67" fmla="*/ 117370 h 192248"/>
                <a:gd name="connsiteX68" fmla="*/ 101577 w 184444"/>
                <a:gd name="connsiteY68" fmla="*/ 87048 h 192248"/>
                <a:gd name="connsiteX69" fmla="*/ 93413 w 184444"/>
                <a:gd name="connsiteY69" fmla="*/ 78884 h 192248"/>
                <a:gd name="connsiteX70" fmla="*/ 101576 w 184444"/>
                <a:gd name="connsiteY70" fmla="*/ 70720 h 192248"/>
                <a:gd name="connsiteX71" fmla="*/ 109741 w 184444"/>
                <a:gd name="connsiteY71" fmla="*/ 78884 h 192248"/>
                <a:gd name="connsiteX72" fmla="*/ 109741 w 184444"/>
                <a:gd name="connsiteY72" fmla="*/ 78884 h 192248"/>
                <a:gd name="connsiteX73" fmla="*/ 101578 w 184444"/>
                <a:gd name="connsiteY73" fmla="*/ 87048 h 192248"/>
                <a:gd name="connsiteX74" fmla="*/ 115572 w 184444"/>
                <a:gd name="connsiteY74" fmla="*/ 117370 h 192248"/>
                <a:gd name="connsiteX75" fmla="*/ 107408 w 184444"/>
                <a:gd name="connsiteY75" fmla="*/ 109206 h 192248"/>
                <a:gd name="connsiteX76" fmla="*/ 115572 w 184444"/>
                <a:gd name="connsiteY76" fmla="*/ 101043 h 192248"/>
                <a:gd name="connsiteX77" fmla="*/ 123735 w 184444"/>
                <a:gd name="connsiteY77" fmla="*/ 109206 h 192248"/>
                <a:gd name="connsiteX78" fmla="*/ 123735 w 184444"/>
                <a:gd name="connsiteY78" fmla="*/ 109206 h 192248"/>
                <a:gd name="connsiteX79" fmla="*/ 115572 w 184444"/>
                <a:gd name="connsiteY79" fmla="*/ 117370 h 192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84444" h="192248">
                  <a:moveTo>
                    <a:pt x="173884" y="74677"/>
                  </a:moveTo>
                  <a:cubicBezTo>
                    <a:pt x="179681" y="74712"/>
                    <a:pt x="184409" y="70042"/>
                    <a:pt x="184444" y="64245"/>
                  </a:cubicBezTo>
                  <a:cubicBezTo>
                    <a:pt x="184480" y="58448"/>
                    <a:pt x="179809" y="53720"/>
                    <a:pt x="174012" y="53684"/>
                  </a:cubicBezTo>
                  <a:cubicBezTo>
                    <a:pt x="171420" y="53668"/>
                    <a:pt x="168914" y="54613"/>
                    <a:pt x="166975" y="56335"/>
                  </a:cubicBezTo>
                  <a:lnTo>
                    <a:pt x="143583" y="64133"/>
                  </a:lnTo>
                  <a:cubicBezTo>
                    <a:pt x="141605" y="59986"/>
                    <a:pt x="139144" y="56088"/>
                    <a:pt x="136251" y="52520"/>
                  </a:cubicBezTo>
                  <a:lnTo>
                    <a:pt x="154581" y="31003"/>
                  </a:lnTo>
                  <a:cubicBezTo>
                    <a:pt x="154799" y="31012"/>
                    <a:pt x="155004" y="31068"/>
                    <a:pt x="155224" y="31068"/>
                  </a:cubicBezTo>
                  <a:cubicBezTo>
                    <a:pt x="163802" y="31273"/>
                    <a:pt x="170922" y="24485"/>
                    <a:pt x="171128" y="15907"/>
                  </a:cubicBezTo>
                  <a:cubicBezTo>
                    <a:pt x="171332" y="7329"/>
                    <a:pt x="164544" y="209"/>
                    <a:pt x="155966" y="5"/>
                  </a:cubicBezTo>
                  <a:cubicBezTo>
                    <a:pt x="147388" y="-201"/>
                    <a:pt x="140268" y="6587"/>
                    <a:pt x="140063" y="15165"/>
                  </a:cubicBezTo>
                  <a:cubicBezTo>
                    <a:pt x="140039" y="16208"/>
                    <a:pt x="140118" y="17249"/>
                    <a:pt x="140303" y="18275"/>
                  </a:cubicBezTo>
                  <a:lnTo>
                    <a:pt x="121862" y="39920"/>
                  </a:lnTo>
                  <a:cubicBezTo>
                    <a:pt x="115286" y="35818"/>
                    <a:pt x="107952" y="33079"/>
                    <a:pt x="100297" y="31865"/>
                  </a:cubicBezTo>
                  <a:lnTo>
                    <a:pt x="99864" y="18417"/>
                  </a:lnTo>
                  <a:cubicBezTo>
                    <a:pt x="103227" y="12923"/>
                    <a:pt x="101501" y="5743"/>
                    <a:pt x="96006" y="2379"/>
                  </a:cubicBezTo>
                  <a:cubicBezTo>
                    <a:pt x="90512" y="-984"/>
                    <a:pt x="83332" y="743"/>
                    <a:pt x="79969" y="6237"/>
                  </a:cubicBezTo>
                  <a:cubicBezTo>
                    <a:pt x="77416" y="10406"/>
                    <a:pt x="77735" y="15726"/>
                    <a:pt x="80767" y="19561"/>
                  </a:cubicBezTo>
                  <a:lnTo>
                    <a:pt x="81167" y="31973"/>
                  </a:lnTo>
                  <a:cubicBezTo>
                    <a:pt x="73217" y="33323"/>
                    <a:pt x="65637" y="36317"/>
                    <a:pt x="58910" y="40764"/>
                  </a:cubicBezTo>
                  <a:lnTo>
                    <a:pt x="46557" y="27289"/>
                  </a:lnTo>
                  <a:cubicBezTo>
                    <a:pt x="47671" y="19010"/>
                    <a:pt x="41862" y="11397"/>
                    <a:pt x="33583" y="10283"/>
                  </a:cubicBezTo>
                  <a:cubicBezTo>
                    <a:pt x="25305" y="9169"/>
                    <a:pt x="17691" y="14978"/>
                    <a:pt x="16577" y="23257"/>
                  </a:cubicBezTo>
                  <a:cubicBezTo>
                    <a:pt x="15464" y="31535"/>
                    <a:pt x="21272" y="39150"/>
                    <a:pt x="29551" y="40263"/>
                  </a:cubicBezTo>
                  <a:cubicBezTo>
                    <a:pt x="30231" y="40355"/>
                    <a:pt x="30917" y="40400"/>
                    <a:pt x="31603" y="40398"/>
                  </a:cubicBezTo>
                  <a:cubicBezTo>
                    <a:pt x="31924" y="40399"/>
                    <a:pt x="32222" y="40323"/>
                    <a:pt x="32538" y="40304"/>
                  </a:cubicBezTo>
                  <a:lnTo>
                    <a:pt x="44934" y="53828"/>
                  </a:lnTo>
                  <a:cubicBezTo>
                    <a:pt x="38708" y="61884"/>
                    <a:pt x="34716" y="71439"/>
                    <a:pt x="33359" y="81530"/>
                  </a:cubicBezTo>
                  <a:lnTo>
                    <a:pt x="21701" y="81216"/>
                  </a:lnTo>
                  <a:cubicBezTo>
                    <a:pt x="16559" y="76327"/>
                    <a:pt x="8426" y="76531"/>
                    <a:pt x="3537" y="81674"/>
                  </a:cubicBezTo>
                  <a:cubicBezTo>
                    <a:pt x="-1352" y="86816"/>
                    <a:pt x="-1148" y="94948"/>
                    <a:pt x="3995" y="99837"/>
                  </a:cubicBezTo>
                  <a:cubicBezTo>
                    <a:pt x="8746" y="104355"/>
                    <a:pt x="16139" y="104570"/>
                    <a:pt x="21145" y="100336"/>
                  </a:cubicBezTo>
                  <a:lnTo>
                    <a:pt x="33885" y="100678"/>
                  </a:lnTo>
                  <a:cubicBezTo>
                    <a:pt x="35171" y="107156"/>
                    <a:pt x="37557" y="113366"/>
                    <a:pt x="40940" y="119039"/>
                  </a:cubicBezTo>
                  <a:lnTo>
                    <a:pt x="17849" y="136171"/>
                  </a:lnTo>
                  <a:cubicBezTo>
                    <a:pt x="10179" y="135384"/>
                    <a:pt x="3324" y="140963"/>
                    <a:pt x="2537" y="148633"/>
                  </a:cubicBezTo>
                  <a:cubicBezTo>
                    <a:pt x="1749" y="156303"/>
                    <a:pt x="7329" y="163158"/>
                    <a:pt x="14999" y="163945"/>
                  </a:cubicBezTo>
                  <a:cubicBezTo>
                    <a:pt x="22668" y="164733"/>
                    <a:pt x="29524" y="159153"/>
                    <a:pt x="30311" y="151483"/>
                  </a:cubicBezTo>
                  <a:cubicBezTo>
                    <a:pt x="30338" y="151221"/>
                    <a:pt x="30357" y="150958"/>
                    <a:pt x="30369" y="150695"/>
                  </a:cubicBezTo>
                  <a:lnTo>
                    <a:pt x="53259" y="133712"/>
                  </a:lnTo>
                  <a:cubicBezTo>
                    <a:pt x="58835" y="138470"/>
                    <a:pt x="65259" y="142132"/>
                    <a:pt x="72194" y="144505"/>
                  </a:cubicBezTo>
                  <a:lnTo>
                    <a:pt x="67727" y="160588"/>
                  </a:lnTo>
                  <a:cubicBezTo>
                    <a:pt x="59311" y="163960"/>
                    <a:pt x="55221" y="173516"/>
                    <a:pt x="58593" y="181933"/>
                  </a:cubicBezTo>
                  <a:cubicBezTo>
                    <a:pt x="61965" y="190350"/>
                    <a:pt x="71521" y="194439"/>
                    <a:pt x="79938" y="191067"/>
                  </a:cubicBezTo>
                  <a:cubicBezTo>
                    <a:pt x="88355" y="187695"/>
                    <a:pt x="92444" y="178139"/>
                    <a:pt x="89072" y="169722"/>
                  </a:cubicBezTo>
                  <a:cubicBezTo>
                    <a:pt x="88406" y="168059"/>
                    <a:pt x="87473" y="166517"/>
                    <a:pt x="86309" y="165156"/>
                  </a:cubicBezTo>
                  <a:lnTo>
                    <a:pt x="91160" y="147687"/>
                  </a:lnTo>
                  <a:cubicBezTo>
                    <a:pt x="98852" y="147685"/>
                    <a:pt x="106467" y="146156"/>
                    <a:pt x="113563" y="143187"/>
                  </a:cubicBezTo>
                  <a:lnTo>
                    <a:pt x="127661" y="165343"/>
                  </a:lnTo>
                  <a:cubicBezTo>
                    <a:pt x="126432" y="172314"/>
                    <a:pt x="131086" y="178961"/>
                    <a:pt x="138056" y="180191"/>
                  </a:cubicBezTo>
                  <a:cubicBezTo>
                    <a:pt x="145027" y="181421"/>
                    <a:pt x="151674" y="176767"/>
                    <a:pt x="152904" y="169797"/>
                  </a:cubicBezTo>
                  <a:cubicBezTo>
                    <a:pt x="154036" y="163381"/>
                    <a:pt x="150176" y="157138"/>
                    <a:pt x="143931" y="155283"/>
                  </a:cubicBezTo>
                  <a:lnTo>
                    <a:pt x="129728" y="132963"/>
                  </a:lnTo>
                  <a:cubicBezTo>
                    <a:pt x="135202" y="128112"/>
                    <a:pt x="139716" y="122277"/>
                    <a:pt x="143037" y="115761"/>
                  </a:cubicBezTo>
                  <a:lnTo>
                    <a:pt x="160424" y="121157"/>
                  </a:lnTo>
                  <a:cubicBezTo>
                    <a:pt x="163909" y="127302"/>
                    <a:pt x="171715" y="129458"/>
                    <a:pt x="177860" y="125973"/>
                  </a:cubicBezTo>
                  <a:cubicBezTo>
                    <a:pt x="184003" y="122488"/>
                    <a:pt x="186160" y="114682"/>
                    <a:pt x="182675" y="108538"/>
                  </a:cubicBezTo>
                  <a:cubicBezTo>
                    <a:pt x="179481" y="102907"/>
                    <a:pt x="172584" y="100550"/>
                    <a:pt x="166612" y="103049"/>
                  </a:cubicBezTo>
                  <a:lnTo>
                    <a:pt x="148761" y="97510"/>
                  </a:lnTo>
                  <a:cubicBezTo>
                    <a:pt x="149534" y="92542"/>
                    <a:pt x="149599" y="87489"/>
                    <a:pt x="148953" y="82503"/>
                  </a:cubicBezTo>
                  <a:lnTo>
                    <a:pt x="172768" y="74563"/>
                  </a:lnTo>
                  <a:cubicBezTo>
                    <a:pt x="173137" y="74622"/>
                    <a:pt x="173510" y="74659"/>
                    <a:pt x="173884" y="74677"/>
                  </a:cubicBezTo>
                  <a:close/>
                  <a:moveTo>
                    <a:pt x="86416" y="117370"/>
                  </a:moveTo>
                  <a:cubicBezTo>
                    <a:pt x="82551" y="117371"/>
                    <a:pt x="79418" y="114238"/>
                    <a:pt x="79418" y="110373"/>
                  </a:cubicBezTo>
                  <a:cubicBezTo>
                    <a:pt x="79417" y="106508"/>
                    <a:pt x="82550" y="103374"/>
                    <a:pt x="86415" y="103374"/>
                  </a:cubicBezTo>
                  <a:cubicBezTo>
                    <a:pt x="90280" y="103374"/>
                    <a:pt x="93413" y="106507"/>
                    <a:pt x="93414" y="110371"/>
                  </a:cubicBezTo>
                  <a:cubicBezTo>
                    <a:pt x="93414" y="110372"/>
                    <a:pt x="93414" y="110372"/>
                    <a:pt x="93414" y="110372"/>
                  </a:cubicBezTo>
                  <a:cubicBezTo>
                    <a:pt x="93414" y="114237"/>
                    <a:pt x="90281" y="117370"/>
                    <a:pt x="86416" y="117370"/>
                  </a:cubicBezTo>
                  <a:close/>
                  <a:moveTo>
                    <a:pt x="101577" y="87048"/>
                  </a:moveTo>
                  <a:cubicBezTo>
                    <a:pt x="97068" y="87048"/>
                    <a:pt x="93413" y="83393"/>
                    <a:pt x="93413" y="78884"/>
                  </a:cubicBezTo>
                  <a:cubicBezTo>
                    <a:pt x="93413" y="74376"/>
                    <a:pt x="97068" y="70721"/>
                    <a:pt x="101576" y="70720"/>
                  </a:cubicBezTo>
                  <a:cubicBezTo>
                    <a:pt x="106085" y="70720"/>
                    <a:pt x="109741" y="74375"/>
                    <a:pt x="109741" y="78884"/>
                  </a:cubicBezTo>
                  <a:cubicBezTo>
                    <a:pt x="109741" y="78884"/>
                    <a:pt x="109741" y="78884"/>
                    <a:pt x="109741" y="78884"/>
                  </a:cubicBezTo>
                  <a:cubicBezTo>
                    <a:pt x="109741" y="83392"/>
                    <a:pt x="106086" y="87047"/>
                    <a:pt x="101578" y="87048"/>
                  </a:cubicBezTo>
                  <a:close/>
                  <a:moveTo>
                    <a:pt x="115572" y="117370"/>
                  </a:moveTo>
                  <a:cubicBezTo>
                    <a:pt x="111064" y="117370"/>
                    <a:pt x="107408" y="113715"/>
                    <a:pt x="107408" y="109206"/>
                  </a:cubicBezTo>
                  <a:cubicBezTo>
                    <a:pt x="107408" y="104698"/>
                    <a:pt x="111062" y="101043"/>
                    <a:pt x="115572" y="101043"/>
                  </a:cubicBezTo>
                  <a:cubicBezTo>
                    <a:pt x="120080" y="101042"/>
                    <a:pt x="123735" y="104697"/>
                    <a:pt x="123735" y="109206"/>
                  </a:cubicBezTo>
                  <a:cubicBezTo>
                    <a:pt x="123735" y="109206"/>
                    <a:pt x="123735" y="109206"/>
                    <a:pt x="123735" y="109206"/>
                  </a:cubicBezTo>
                  <a:cubicBezTo>
                    <a:pt x="123735" y="113715"/>
                    <a:pt x="120081" y="117370"/>
                    <a:pt x="115572" y="117370"/>
                  </a:cubicBezTo>
                  <a:close/>
                </a:path>
              </a:pathLst>
            </a:custGeom>
            <a:solidFill>
              <a:srgbClr val="FFC0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062" name="右箭头 10">
            <a:extLst>
              <a:ext uri="{FF2B5EF4-FFF2-40B4-BE49-F238E27FC236}">
                <a16:creationId xmlns:a16="http://schemas.microsoft.com/office/drawing/2014/main" id="{0AFCF931-92CD-9592-8663-385271C71397}"/>
              </a:ext>
            </a:extLst>
          </p:cNvPr>
          <p:cNvSpPr/>
          <p:nvPr/>
        </p:nvSpPr>
        <p:spPr>
          <a:xfrm>
            <a:off x="1808090" y="1253130"/>
            <a:ext cx="328247" cy="160201"/>
          </a:xfrm>
          <a:prstGeom prst="right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9CD7F4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799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3" name="文本框 17">
            <a:extLst>
              <a:ext uri="{FF2B5EF4-FFF2-40B4-BE49-F238E27FC236}">
                <a16:creationId xmlns:a16="http://schemas.microsoft.com/office/drawing/2014/main" id="{0AF304EC-D571-745F-2057-0AA0535EC489}"/>
              </a:ext>
            </a:extLst>
          </p:cNvPr>
          <p:cNvSpPr txBox="1"/>
          <p:nvPr/>
        </p:nvSpPr>
        <p:spPr>
          <a:xfrm>
            <a:off x="0" y="-61782"/>
            <a:ext cx="328247" cy="369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799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071" name="文本框 25">
            <a:extLst>
              <a:ext uri="{FF2B5EF4-FFF2-40B4-BE49-F238E27FC236}">
                <a16:creationId xmlns:a16="http://schemas.microsoft.com/office/drawing/2014/main" id="{4AB2A9FD-D1F3-6B33-2441-FDB481988A62}"/>
              </a:ext>
            </a:extLst>
          </p:cNvPr>
          <p:cNvSpPr txBox="1"/>
          <p:nvPr/>
        </p:nvSpPr>
        <p:spPr>
          <a:xfrm>
            <a:off x="5489588" y="1005904"/>
            <a:ext cx="1211369" cy="30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CN" sz="699" b="1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Development Cohort</a:t>
            </a:r>
            <a:r>
              <a:rPr lang="zh-CN" altLang="en-US" sz="699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699" b="1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(</a:t>
            </a:r>
            <a:r>
              <a:rPr lang="en" altLang="zh-CN" sz="699" b="1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Cohort A</a:t>
            </a:r>
            <a:r>
              <a:rPr lang="en-US" altLang="zh-CN" sz="699" b="1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)</a:t>
            </a:r>
            <a:endParaRPr lang="en" altLang="zh-CN" sz="699" b="1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73" name="右箭头 10">
            <a:extLst>
              <a:ext uri="{FF2B5EF4-FFF2-40B4-BE49-F238E27FC236}">
                <a16:creationId xmlns:a16="http://schemas.microsoft.com/office/drawing/2014/main" id="{72F31428-AFD8-CC36-800A-A8E888180ED1}"/>
              </a:ext>
            </a:extLst>
          </p:cNvPr>
          <p:cNvSpPr/>
          <p:nvPr/>
        </p:nvSpPr>
        <p:spPr>
          <a:xfrm>
            <a:off x="3544192" y="1106055"/>
            <a:ext cx="328247" cy="160201"/>
          </a:xfrm>
          <a:prstGeom prst="right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9CD7F4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799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4" name="右箭头 10">
            <a:extLst>
              <a:ext uri="{FF2B5EF4-FFF2-40B4-BE49-F238E27FC236}">
                <a16:creationId xmlns:a16="http://schemas.microsoft.com/office/drawing/2014/main" id="{6E892B5E-9708-9016-ECFA-9390EDD5DDAA}"/>
              </a:ext>
            </a:extLst>
          </p:cNvPr>
          <p:cNvSpPr/>
          <p:nvPr/>
        </p:nvSpPr>
        <p:spPr>
          <a:xfrm>
            <a:off x="5223105" y="1115564"/>
            <a:ext cx="328247" cy="160201"/>
          </a:xfrm>
          <a:prstGeom prst="right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9CD7F4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799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5" name="文本框 61">
            <a:extLst>
              <a:ext uri="{FF2B5EF4-FFF2-40B4-BE49-F238E27FC236}">
                <a16:creationId xmlns:a16="http://schemas.microsoft.com/office/drawing/2014/main" id="{004A004E-2F78-82F7-0C6F-A3D9EE81C342}"/>
              </a:ext>
            </a:extLst>
          </p:cNvPr>
          <p:cNvSpPr txBox="1"/>
          <p:nvPr/>
        </p:nvSpPr>
        <p:spPr>
          <a:xfrm>
            <a:off x="2174770" y="1034391"/>
            <a:ext cx="1211369" cy="19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CN" sz="699" b="1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Original</a:t>
            </a:r>
            <a:r>
              <a:rPr lang="zh-CN" altLang="en-US" sz="699" b="1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en" altLang="zh-CN" sz="699" b="1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Cohort A</a:t>
            </a:r>
          </a:p>
        </p:txBody>
      </p:sp>
      <p:grpSp>
        <p:nvGrpSpPr>
          <p:cNvPr id="1077" name="组合 1076">
            <a:extLst>
              <a:ext uri="{FF2B5EF4-FFF2-40B4-BE49-F238E27FC236}">
                <a16:creationId xmlns:a16="http://schemas.microsoft.com/office/drawing/2014/main" id="{550850A4-F355-86F8-2A0B-A0024FF80F9D}"/>
              </a:ext>
            </a:extLst>
          </p:cNvPr>
          <p:cNvGrpSpPr/>
          <p:nvPr/>
        </p:nvGrpSpPr>
        <p:grpSpPr>
          <a:xfrm>
            <a:off x="5470126" y="20855"/>
            <a:ext cx="1256695" cy="1032040"/>
            <a:chOff x="5468688" y="339092"/>
            <a:chExt cx="1256695" cy="103204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78" name="圆角矩形 1164">
              <a:extLst>
                <a:ext uri="{FF2B5EF4-FFF2-40B4-BE49-F238E27FC236}">
                  <a16:creationId xmlns:a16="http://schemas.microsoft.com/office/drawing/2014/main" id="{C3E66ECC-DCA9-3C8C-C275-B6C5089B0D5B}"/>
                </a:ext>
              </a:extLst>
            </p:cNvPr>
            <p:cNvSpPr/>
            <p:nvPr/>
          </p:nvSpPr>
          <p:spPr>
            <a:xfrm>
              <a:off x="5722470" y="484100"/>
              <a:ext cx="864060" cy="624383"/>
            </a:xfrm>
            <a:prstGeom prst="roundRect">
              <a:avLst/>
            </a:prstGeom>
            <a:solidFill>
              <a:srgbClr val="7EC69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799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79" name="直线箭头连接符 1166">
              <a:extLst>
                <a:ext uri="{FF2B5EF4-FFF2-40B4-BE49-F238E27FC236}">
                  <a16:creationId xmlns:a16="http://schemas.microsoft.com/office/drawing/2014/main" id="{FE6834D0-29E3-9D71-C58A-AB7446BF8C85}"/>
                </a:ext>
              </a:extLst>
            </p:cNvPr>
            <p:cNvCxnSpPr/>
            <p:nvPr/>
          </p:nvCxnSpPr>
          <p:spPr>
            <a:xfrm flipV="1">
              <a:off x="5673451" y="399444"/>
              <a:ext cx="0" cy="768319"/>
            </a:xfrm>
            <a:prstGeom prst="straightConnector1">
              <a:avLst/>
            </a:prstGeom>
            <a:ln>
              <a:solidFill>
                <a:srgbClr val="9CD7F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直线箭头连接符 1167">
              <a:extLst>
                <a:ext uri="{FF2B5EF4-FFF2-40B4-BE49-F238E27FC236}">
                  <a16:creationId xmlns:a16="http://schemas.microsoft.com/office/drawing/2014/main" id="{241774AC-732D-45C0-F4E4-41705C4DCF90}"/>
                </a:ext>
              </a:extLst>
            </p:cNvPr>
            <p:cNvCxnSpPr/>
            <p:nvPr/>
          </p:nvCxnSpPr>
          <p:spPr>
            <a:xfrm>
              <a:off x="5681267" y="1167763"/>
              <a:ext cx="1028027" cy="0"/>
            </a:xfrm>
            <a:prstGeom prst="straightConnector1">
              <a:avLst/>
            </a:prstGeom>
            <a:ln>
              <a:solidFill>
                <a:srgbClr val="9CD7F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81" name="文本框 1168">
              <a:extLst>
                <a:ext uri="{FF2B5EF4-FFF2-40B4-BE49-F238E27FC236}">
                  <a16:creationId xmlns:a16="http://schemas.microsoft.com/office/drawing/2014/main" id="{9B582B9C-DE18-4D35-548A-7E21F0F81849}"/>
                </a:ext>
              </a:extLst>
            </p:cNvPr>
            <p:cNvSpPr txBox="1"/>
            <p:nvPr/>
          </p:nvSpPr>
          <p:spPr>
            <a:xfrm rot="16200000">
              <a:off x="5306317" y="711826"/>
              <a:ext cx="524669" cy="1999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" altLang="zh-CN" sz="699" dirty="0">
                  <a:latin typeface="Arial" panose="020B0604020202020204" pitchFamily="34" charset="0"/>
                  <a:cs typeface="Arial" panose="020B0604020202020204" pitchFamily="34" charset="0"/>
                </a:rPr>
                <a:t>Patients</a:t>
              </a:r>
            </a:p>
          </p:txBody>
        </p:sp>
        <p:sp>
          <p:nvSpPr>
            <p:cNvPr id="1082" name="文本框 1169">
              <a:extLst>
                <a:ext uri="{FF2B5EF4-FFF2-40B4-BE49-F238E27FC236}">
                  <a16:creationId xmlns:a16="http://schemas.microsoft.com/office/drawing/2014/main" id="{C6D51D0E-AF93-F4BD-27B3-753E79C285F1}"/>
                </a:ext>
              </a:extLst>
            </p:cNvPr>
            <p:cNvSpPr txBox="1"/>
            <p:nvPr/>
          </p:nvSpPr>
          <p:spPr>
            <a:xfrm>
              <a:off x="5559817" y="1171205"/>
              <a:ext cx="1165566" cy="1999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" altLang="zh-CN" sz="699" dirty="0">
                  <a:latin typeface="Arial" panose="020B0604020202020204" pitchFamily="34" charset="0"/>
                  <a:cs typeface="Arial" panose="020B0604020202020204" pitchFamily="34" charset="0"/>
                </a:rPr>
                <a:t>Features</a:t>
              </a:r>
              <a:r>
                <a:rPr lang="zh-CN" altLang="en-US" sz="699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699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r>
                <a:rPr lang="zh-CN" altLang="en-US" sz="699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699" dirty="0">
                  <a:latin typeface="Arial" panose="020B0604020202020204" pitchFamily="34" charset="0"/>
                  <a:cs typeface="Arial" panose="020B0604020202020204" pitchFamily="34" charset="0"/>
                </a:rPr>
                <a:t>Label</a:t>
              </a:r>
              <a:endParaRPr lang="en" altLang="zh-CN" sz="699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3" name="圆角矩形 1082">
              <a:extLst>
                <a:ext uri="{FF2B5EF4-FFF2-40B4-BE49-F238E27FC236}">
                  <a16:creationId xmlns:a16="http://schemas.microsoft.com/office/drawing/2014/main" id="{543540CD-A5BD-78E9-1C8B-74202CB9A1DE}"/>
                </a:ext>
              </a:extLst>
            </p:cNvPr>
            <p:cNvSpPr/>
            <p:nvPr/>
          </p:nvSpPr>
          <p:spPr>
            <a:xfrm>
              <a:off x="6273260" y="545942"/>
              <a:ext cx="225649" cy="47697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799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84" name="图形 1165" descr="表格 纯色填充">
              <a:extLst>
                <a:ext uri="{FF2B5EF4-FFF2-40B4-BE49-F238E27FC236}">
                  <a16:creationId xmlns:a16="http://schemas.microsoft.com/office/drawing/2014/main" id="{F53A1C0D-D18E-3685-F85B-14ACE386EE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97298" y="339092"/>
              <a:ext cx="914401" cy="914399"/>
            </a:xfrm>
            <a:prstGeom prst="rect">
              <a:avLst/>
            </a:prstGeom>
          </p:spPr>
        </p:pic>
      </p:grpSp>
      <p:grpSp>
        <p:nvGrpSpPr>
          <p:cNvPr id="1144" name="组合 1143">
            <a:extLst>
              <a:ext uri="{FF2B5EF4-FFF2-40B4-BE49-F238E27FC236}">
                <a16:creationId xmlns:a16="http://schemas.microsoft.com/office/drawing/2014/main" id="{05CADB0A-DECF-8C80-E286-8BC5A5F09537}"/>
              </a:ext>
            </a:extLst>
          </p:cNvPr>
          <p:cNvGrpSpPr/>
          <p:nvPr/>
        </p:nvGrpSpPr>
        <p:grpSpPr>
          <a:xfrm>
            <a:off x="5481147" y="1253220"/>
            <a:ext cx="1245674" cy="1310567"/>
            <a:chOff x="5481147" y="1191947"/>
            <a:chExt cx="1245674" cy="1310567"/>
          </a:xfrm>
        </p:grpSpPr>
        <p:sp>
          <p:nvSpPr>
            <p:cNvPr id="1072" name="文本框 26">
              <a:extLst>
                <a:ext uri="{FF2B5EF4-FFF2-40B4-BE49-F238E27FC236}">
                  <a16:creationId xmlns:a16="http://schemas.microsoft.com/office/drawing/2014/main" id="{193EF02F-7A55-A8D6-DC20-897675DFA204}"/>
                </a:ext>
              </a:extLst>
            </p:cNvPr>
            <p:cNvSpPr txBox="1"/>
            <p:nvPr/>
          </p:nvSpPr>
          <p:spPr>
            <a:xfrm>
              <a:off x="5484151" y="2194994"/>
              <a:ext cx="1234530" cy="3075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" altLang="zh-CN" sz="699" b="1" dirty="0">
                  <a:latin typeface="Arial" panose="020B0604020202020204" pitchFamily="34" charset="0"/>
                  <a:cs typeface="Arial" panose="020B0604020202020204" pitchFamily="34" charset="0"/>
                </a:rPr>
                <a:t>Validation Cohort</a:t>
              </a:r>
            </a:p>
            <a:p>
              <a:pPr algn="ctr"/>
              <a:r>
                <a:rPr lang="en-US" altLang="zh-CN" sz="699" b="1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" altLang="zh-CN" sz="699" b="1" dirty="0">
                  <a:latin typeface="Arial" panose="020B0604020202020204" pitchFamily="34" charset="0"/>
                  <a:cs typeface="Arial" panose="020B0604020202020204" pitchFamily="34" charset="0"/>
                </a:rPr>
                <a:t>Cohort </a:t>
              </a:r>
              <a:r>
                <a:rPr lang="en-US" altLang="zh-CN" sz="699" b="1" dirty="0">
                  <a:latin typeface="Arial" panose="020B0604020202020204" pitchFamily="34" charset="0"/>
                  <a:cs typeface="Arial" panose="020B0604020202020204" pitchFamily="34" charset="0"/>
                </a:rPr>
                <a:t>B)</a:t>
              </a:r>
              <a:endParaRPr lang="en" altLang="zh-CN" sz="699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100" name="组合 1099">
              <a:extLst>
                <a:ext uri="{FF2B5EF4-FFF2-40B4-BE49-F238E27FC236}">
                  <a16:creationId xmlns:a16="http://schemas.microsoft.com/office/drawing/2014/main" id="{53EEFBE4-8358-CA83-F368-5D657D333985}"/>
                </a:ext>
              </a:extLst>
            </p:cNvPr>
            <p:cNvGrpSpPr/>
            <p:nvPr/>
          </p:nvGrpSpPr>
          <p:grpSpPr>
            <a:xfrm>
              <a:off x="5481147" y="1191947"/>
              <a:ext cx="1245674" cy="1044003"/>
              <a:chOff x="5479709" y="1567285"/>
              <a:chExt cx="1245674" cy="1044003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101" name="圆角矩形 1041">
                <a:extLst>
                  <a:ext uri="{FF2B5EF4-FFF2-40B4-BE49-F238E27FC236}">
                    <a16:creationId xmlns:a16="http://schemas.microsoft.com/office/drawing/2014/main" id="{EA95C5F4-92F3-083C-4212-2FDA5F5F3A01}"/>
                  </a:ext>
                </a:extLst>
              </p:cNvPr>
              <p:cNvSpPr/>
              <p:nvPr/>
            </p:nvSpPr>
            <p:spPr>
              <a:xfrm>
                <a:off x="5733490" y="1712293"/>
                <a:ext cx="864060" cy="624383"/>
              </a:xfrm>
              <a:prstGeom prst="roundRect">
                <a:avLst/>
              </a:prstGeom>
              <a:solidFill>
                <a:srgbClr val="FCE7D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799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102" name="直线箭头连接符 1045">
                <a:extLst>
                  <a:ext uri="{FF2B5EF4-FFF2-40B4-BE49-F238E27FC236}">
                    <a16:creationId xmlns:a16="http://schemas.microsoft.com/office/drawing/2014/main" id="{95EC3C44-2058-994F-2402-FDC9DA79CDB0}"/>
                  </a:ext>
                </a:extLst>
              </p:cNvPr>
              <p:cNvCxnSpPr/>
              <p:nvPr/>
            </p:nvCxnSpPr>
            <p:spPr>
              <a:xfrm flipV="1">
                <a:off x="5684472" y="1627637"/>
                <a:ext cx="0" cy="768319"/>
              </a:xfrm>
              <a:prstGeom prst="straightConnector1">
                <a:avLst/>
              </a:prstGeom>
              <a:ln>
                <a:solidFill>
                  <a:srgbClr val="9CD7F4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3" name="直线箭头连接符 1046">
                <a:extLst>
                  <a:ext uri="{FF2B5EF4-FFF2-40B4-BE49-F238E27FC236}">
                    <a16:creationId xmlns:a16="http://schemas.microsoft.com/office/drawing/2014/main" id="{0F59F19E-BDC0-6EE3-6B3F-C80FF3A6942E}"/>
                  </a:ext>
                </a:extLst>
              </p:cNvPr>
              <p:cNvCxnSpPr/>
              <p:nvPr/>
            </p:nvCxnSpPr>
            <p:spPr>
              <a:xfrm>
                <a:off x="5692288" y="2395956"/>
                <a:ext cx="1028027" cy="0"/>
              </a:xfrm>
              <a:prstGeom prst="straightConnector1">
                <a:avLst/>
              </a:prstGeom>
              <a:ln>
                <a:solidFill>
                  <a:srgbClr val="9CD7F4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04" name="文本框 1047">
                <a:extLst>
                  <a:ext uri="{FF2B5EF4-FFF2-40B4-BE49-F238E27FC236}">
                    <a16:creationId xmlns:a16="http://schemas.microsoft.com/office/drawing/2014/main" id="{E4A2434C-4678-09A3-06D4-145A8169B303}"/>
                  </a:ext>
                </a:extLst>
              </p:cNvPr>
              <p:cNvSpPr txBox="1"/>
              <p:nvPr/>
            </p:nvSpPr>
            <p:spPr>
              <a:xfrm rot="16200000">
                <a:off x="5317338" y="1940019"/>
                <a:ext cx="524669" cy="199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" altLang="zh-CN" sz="699" dirty="0">
                    <a:latin typeface="Arial" panose="020B0604020202020204" pitchFamily="34" charset="0"/>
                    <a:cs typeface="Arial" panose="020B0604020202020204" pitchFamily="34" charset="0"/>
                  </a:rPr>
                  <a:t>Patients</a:t>
                </a:r>
              </a:p>
            </p:txBody>
          </p:sp>
          <p:sp>
            <p:nvSpPr>
              <p:cNvPr id="1105" name="文本框 1169">
                <a:extLst>
                  <a:ext uri="{FF2B5EF4-FFF2-40B4-BE49-F238E27FC236}">
                    <a16:creationId xmlns:a16="http://schemas.microsoft.com/office/drawing/2014/main" id="{2BE57389-702F-E6F3-FC20-298EEC1AD85D}"/>
                  </a:ext>
                </a:extLst>
              </p:cNvPr>
              <p:cNvSpPr txBox="1"/>
              <p:nvPr/>
            </p:nvSpPr>
            <p:spPr>
              <a:xfrm>
                <a:off x="5559817" y="2411361"/>
                <a:ext cx="1165566" cy="199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" altLang="zh-CN" sz="699" dirty="0">
                    <a:latin typeface="Arial" panose="020B0604020202020204" pitchFamily="34" charset="0"/>
                    <a:cs typeface="Arial" panose="020B0604020202020204" pitchFamily="34" charset="0"/>
                  </a:rPr>
                  <a:t>Features</a:t>
                </a:r>
                <a:r>
                  <a:rPr lang="zh-CN" altLang="en-US" sz="699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699" dirty="0"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  <a:r>
                  <a:rPr lang="zh-CN" altLang="en-US" sz="699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699" dirty="0">
                    <a:latin typeface="Arial" panose="020B0604020202020204" pitchFamily="34" charset="0"/>
                    <a:cs typeface="Arial" panose="020B0604020202020204" pitchFamily="34" charset="0"/>
                  </a:rPr>
                  <a:t>Label</a:t>
                </a:r>
                <a:endParaRPr lang="en" altLang="zh-CN" sz="699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06" name="圆角矩形 1105">
                <a:extLst>
                  <a:ext uri="{FF2B5EF4-FFF2-40B4-BE49-F238E27FC236}">
                    <a16:creationId xmlns:a16="http://schemas.microsoft.com/office/drawing/2014/main" id="{1AE85C4C-BD07-10FA-EDA0-9CE0D09A5447}"/>
                  </a:ext>
                </a:extLst>
              </p:cNvPr>
              <p:cNvSpPr/>
              <p:nvPr/>
            </p:nvSpPr>
            <p:spPr>
              <a:xfrm>
                <a:off x="6286911" y="1793935"/>
                <a:ext cx="225649" cy="476974"/>
              </a:xfrm>
              <a:prstGeom prst="roundRect">
                <a:avLst/>
              </a:prstGeom>
              <a:solidFill>
                <a:schemeClr val="bg1">
                  <a:lumMod val="50000"/>
                </a:schemeClr>
              </a:solidFill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799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107" name="图形 1042" descr="表格 纯色填充">
                <a:extLst>
                  <a:ext uri="{FF2B5EF4-FFF2-40B4-BE49-F238E27FC236}">
                    <a16:creationId xmlns:a16="http://schemas.microsoft.com/office/drawing/2014/main" id="{74782F4B-F47B-379E-C6C5-A8D1257293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708319" y="1567285"/>
                <a:ext cx="914401" cy="914399"/>
              </a:xfrm>
              <a:prstGeom prst="rect">
                <a:avLst/>
              </a:prstGeom>
            </p:spPr>
          </p:pic>
        </p:grpSp>
      </p:grpSp>
      <p:grpSp>
        <p:nvGrpSpPr>
          <p:cNvPr id="1108" name="组合 1107">
            <a:extLst>
              <a:ext uri="{FF2B5EF4-FFF2-40B4-BE49-F238E27FC236}">
                <a16:creationId xmlns:a16="http://schemas.microsoft.com/office/drawing/2014/main" id="{5F8017DC-D939-4584-7DE5-36BE11FAE828}"/>
              </a:ext>
            </a:extLst>
          </p:cNvPr>
          <p:cNvGrpSpPr/>
          <p:nvPr/>
        </p:nvGrpSpPr>
        <p:grpSpPr>
          <a:xfrm>
            <a:off x="2160184" y="22060"/>
            <a:ext cx="1264730" cy="1029631"/>
            <a:chOff x="2158746" y="237220"/>
            <a:chExt cx="1264730" cy="10296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09" name="圆角矩形 1023">
              <a:extLst>
                <a:ext uri="{FF2B5EF4-FFF2-40B4-BE49-F238E27FC236}">
                  <a16:creationId xmlns:a16="http://schemas.microsoft.com/office/drawing/2014/main" id="{D59C2C1A-4929-415F-B850-997D87262879}"/>
                </a:ext>
              </a:extLst>
            </p:cNvPr>
            <p:cNvSpPr/>
            <p:nvPr/>
          </p:nvSpPr>
          <p:spPr>
            <a:xfrm>
              <a:off x="2412527" y="382228"/>
              <a:ext cx="864060" cy="624383"/>
            </a:xfrm>
            <a:prstGeom prst="roundRect">
              <a:avLst/>
            </a:prstGeom>
            <a:solidFill>
              <a:srgbClr val="7EC69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799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10" name="直线箭头连接符 1025">
              <a:extLst>
                <a:ext uri="{FF2B5EF4-FFF2-40B4-BE49-F238E27FC236}">
                  <a16:creationId xmlns:a16="http://schemas.microsoft.com/office/drawing/2014/main" id="{55BACD63-A453-1D58-5E28-609B7A1C6CDA}"/>
                </a:ext>
              </a:extLst>
            </p:cNvPr>
            <p:cNvCxnSpPr/>
            <p:nvPr/>
          </p:nvCxnSpPr>
          <p:spPr>
            <a:xfrm flipV="1">
              <a:off x="2363509" y="297572"/>
              <a:ext cx="0" cy="768319"/>
            </a:xfrm>
            <a:prstGeom prst="straightConnector1">
              <a:avLst/>
            </a:prstGeom>
            <a:ln>
              <a:solidFill>
                <a:srgbClr val="9CD7F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1" name="直线箭头连接符 1026">
              <a:extLst>
                <a:ext uri="{FF2B5EF4-FFF2-40B4-BE49-F238E27FC236}">
                  <a16:creationId xmlns:a16="http://schemas.microsoft.com/office/drawing/2014/main" id="{EDC03F95-C938-5954-8C8E-A26F46D5EB8B}"/>
                </a:ext>
              </a:extLst>
            </p:cNvPr>
            <p:cNvCxnSpPr/>
            <p:nvPr/>
          </p:nvCxnSpPr>
          <p:spPr>
            <a:xfrm>
              <a:off x="2371325" y="1065891"/>
              <a:ext cx="1028027" cy="0"/>
            </a:xfrm>
            <a:prstGeom prst="straightConnector1">
              <a:avLst/>
            </a:prstGeom>
            <a:ln>
              <a:solidFill>
                <a:srgbClr val="9CD7F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12" name="文本框 1027">
              <a:extLst>
                <a:ext uri="{FF2B5EF4-FFF2-40B4-BE49-F238E27FC236}">
                  <a16:creationId xmlns:a16="http://schemas.microsoft.com/office/drawing/2014/main" id="{6CCA1545-3FE3-F0B1-4B22-DDF986443657}"/>
                </a:ext>
              </a:extLst>
            </p:cNvPr>
            <p:cNvSpPr txBox="1"/>
            <p:nvPr/>
          </p:nvSpPr>
          <p:spPr>
            <a:xfrm rot="16200000">
              <a:off x="1996375" y="609954"/>
              <a:ext cx="524669" cy="1999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" altLang="zh-CN" sz="699" dirty="0">
                  <a:latin typeface="Arial" panose="020B0604020202020204" pitchFamily="34" charset="0"/>
                  <a:cs typeface="Arial" panose="020B0604020202020204" pitchFamily="34" charset="0"/>
                </a:rPr>
                <a:t>Patients</a:t>
              </a:r>
            </a:p>
          </p:txBody>
        </p:sp>
        <p:sp>
          <p:nvSpPr>
            <p:cNvPr id="1113" name="圆角矩形 1112">
              <a:extLst>
                <a:ext uri="{FF2B5EF4-FFF2-40B4-BE49-F238E27FC236}">
                  <a16:creationId xmlns:a16="http://schemas.microsoft.com/office/drawing/2014/main" id="{B384A6A8-FB96-DC1E-B3F1-DC9C217524C4}"/>
                </a:ext>
              </a:extLst>
            </p:cNvPr>
            <p:cNvSpPr/>
            <p:nvPr/>
          </p:nvSpPr>
          <p:spPr>
            <a:xfrm>
              <a:off x="2962994" y="450563"/>
              <a:ext cx="225649" cy="47697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799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114" name="图形 1024" descr="表格 纯色填充">
              <a:extLst>
                <a:ext uri="{FF2B5EF4-FFF2-40B4-BE49-F238E27FC236}">
                  <a16:creationId xmlns:a16="http://schemas.microsoft.com/office/drawing/2014/main" id="{52E2F9F8-2E43-5160-F890-C9A546807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387356" y="237220"/>
              <a:ext cx="914401" cy="914399"/>
            </a:xfrm>
            <a:prstGeom prst="rect">
              <a:avLst/>
            </a:prstGeom>
          </p:spPr>
        </p:pic>
        <p:sp>
          <p:nvSpPr>
            <p:cNvPr id="1115" name="文本框 1169">
              <a:extLst>
                <a:ext uri="{FF2B5EF4-FFF2-40B4-BE49-F238E27FC236}">
                  <a16:creationId xmlns:a16="http://schemas.microsoft.com/office/drawing/2014/main" id="{C17909F5-6CE3-9E61-40CA-437F20821F53}"/>
                </a:ext>
              </a:extLst>
            </p:cNvPr>
            <p:cNvSpPr txBox="1"/>
            <p:nvPr/>
          </p:nvSpPr>
          <p:spPr>
            <a:xfrm>
              <a:off x="2257910" y="1066924"/>
              <a:ext cx="1165566" cy="1999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" altLang="zh-CN" sz="699" dirty="0">
                  <a:latin typeface="Arial" panose="020B0604020202020204" pitchFamily="34" charset="0"/>
                  <a:cs typeface="Arial" panose="020B0604020202020204" pitchFamily="34" charset="0"/>
                </a:rPr>
                <a:t>Features</a:t>
              </a:r>
              <a:r>
                <a:rPr lang="zh-CN" altLang="en-US" sz="699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699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r>
                <a:rPr lang="zh-CN" altLang="en-US" sz="699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699" dirty="0">
                  <a:latin typeface="Arial" panose="020B0604020202020204" pitchFamily="34" charset="0"/>
                  <a:cs typeface="Arial" panose="020B0604020202020204" pitchFamily="34" charset="0"/>
                </a:rPr>
                <a:t>Label</a:t>
              </a:r>
              <a:endParaRPr lang="en" altLang="zh-CN" sz="699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45" name="组合 1144">
            <a:extLst>
              <a:ext uri="{FF2B5EF4-FFF2-40B4-BE49-F238E27FC236}">
                <a16:creationId xmlns:a16="http://schemas.microsoft.com/office/drawing/2014/main" id="{434BD6CA-15A0-98CE-36FA-3115E3F6D223}"/>
              </a:ext>
            </a:extLst>
          </p:cNvPr>
          <p:cNvGrpSpPr/>
          <p:nvPr/>
        </p:nvGrpSpPr>
        <p:grpSpPr>
          <a:xfrm>
            <a:off x="2160183" y="1311297"/>
            <a:ext cx="1264731" cy="1194412"/>
            <a:chOff x="2160183" y="1317359"/>
            <a:chExt cx="1264731" cy="1194412"/>
          </a:xfrm>
        </p:grpSpPr>
        <p:sp>
          <p:nvSpPr>
            <p:cNvPr id="1076" name="文本框 1031">
              <a:extLst>
                <a:ext uri="{FF2B5EF4-FFF2-40B4-BE49-F238E27FC236}">
                  <a16:creationId xmlns:a16="http://schemas.microsoft.com/office/drawing/2014/main" id="{5DA892E7-F47A-CC22-2A88-535865CE68C9}"/>
                </a:ext>
              </a:extLst>
            </p:cNvPr>
            <p:cNvSpPr txBox="1"/>
            <p:nvPr/>
          </p:nvSpPr>
          <p:spPr>
            <a:xfrm>
              <a:off x="2174769" y="2311844"/>
              <a:ext cx="1211369" cy="1999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" altLang="zh-CN" sz="699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Original</a:t>
              </a:r>
              <a:r>
                <a:rPr lang="zh-CN" altLang="en-US" sz="699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lang="en" altLang="zh-CN" sz="699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Cohort </a:t>
              </a:r>
              <a:r>
                <a:rPr lang="en-US" altLang="zh-CN" sz="699" b="1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B</a:t>
              </a:r>
              <a:endParaRPr lang="en" altLang="zh-CN" sz="699" b="1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endParaRPr>
            </a:p>
          </p:txBody>
        </p:sp>
        <p:grpSp>
          <p:nvGrpSpPr>
            <p:cNvPr id="1116" name="组合 1115">
              <a:extLst>
                <a:ext uri="{FF2B5EF4-FFF2-40B4-BE49-F238E27FC236}">
                  <a16:creationId xmlns:a16="http://schemas.microsoft.com/office/drawing/2014/main" id="{E16418E4-3205-8E6B-BBB0-DD50120BF3DE}"/>
                </a:ext>
              </a:extLst>
            </p:cNvPr>
            <p:cNvGrpSpPr/>
            <p:nvPr/>
          </p:nvGrpSpPr>
          <p:grpSpPr>
            <a:xfrm>
              <a:off x="2160183" y="1317359"/>
              <a:ext cx="1264731" cy="1018971"/>
              <a:chOff x="2158745" y="1555133"/>
              <a:chExt cx="1264731" cy="101897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117" name="圆角矩形 1033">
                <a:extLst>
                  <a:ext uri="{FF2B5EF4-FFF2-40B4-BE49-F238E27FC236}">
                    <a16:creationId xmlns:a16="http://schemas.microsoft.com/office/drawing/2014/main" id="{3D087BF8-157F-AB1D-0260-F1402CB1438C}"/>
                  </a:ext>
                </a:extLst>
              </p:cNvPr>
              <p:cNvSpPr/>
              <p:nvPr/>
            </p:nvSpPr>
            <p:spPr>
              <a:xfrm>
                <a:off x="2412526" y="1700141"/>
                <a:ext cx="864060" cy="624383"/>
              </a:xfrm>
              <a:prstGeom prst="roundRect">
                <a:avLst/>
              </a:prstGeom>
              <a:solidFill>
                <a:srgbClr val="FCE8D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799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118" name="直线箭头连接符 1035">
                <a:extLst>
                  <a:ext uri="{FF2B5EF4-FFF2-40B4-BE49-F238E27FC236}">
                    <a16:creationId xmlns:a16="http://schemas.microsoft.com/office/drawing/2014/main" id="{B9B4FEDC-0D86-7E52-B176-07408EDA57C6}"/>
                  </a:ext>
                </a:extLst>
              </p:cNvPr>
              <p:cNvCxnSpPr/>
              <p:nvPr/>
            </p:nvCxnSpPr>
            <p:spPr>
              <a:xfrm flipV="1">
                <a:off x="2363508" y="1615485"/>
                <a:ext cx="0" cy="768319"/>
              </a:xfrm>
              <a:prstGeom prst="straightConnector1">
                <a:avLst/>
              </a:prstGeom>
              <a:ln>
                <a:solidFill>
                  <a:srgbClr val="9CD7F4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9" name="直线箭头连接符 1036">
                <a:extLst>
                  <a:ext uri="{FF2B5EF4-FFF2-40B4-BE49-F238E27FC236}">
                    <a16:creationId xmlns:a16="http://schemas.microsoft.com/office/drawing/2014/main" id="{FE516A37-492A-A19D-CC56-A6567DA3B794}"/>
                  </a:ext>
                </a:extLst>
              </p:cNvPr>
              <p:cNvCxnSpPr/>
              <p:nvPr/>
            </p:nvCxnSpPr>
            <p:spPr>
              <a:xfrm>
                <a:off x="2371324" y="2383804"/>
                <a:ext cx="1028027" cy="0"/>
              </a:xfrm>
              <a:prstGeom prst="straightConnector1">
                <a:avLst/>
              </a:prstGeom>
              <a:ln>
                <a:solidFill>
                  <a:srgbClr val="9CD7F4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0" name="文本框 1037">
                <a:extLst>
                  <a:ext uri="{FF2B5EF4-FFF2-40B4-BE49-F238E27FC236}">
                    <a16:creationId xmlns:a16="http://schemas.microsoft.com/office/drawing/2014/main" id="{A9A177F9-6B64-FA0D-0BB2-835790A08CD9}"/>
                  </a:ext>
                </a:extLst>
              </p:cNvPr>
              <p:cNvSpPr txBox="1"/>
              <p:nvPr/>
            </p:nvSpPr>
            <p:spPr>
              <a:xfrm rot="16200000">
                <a:off x="1996374" y="1927867"/>
                <a:ext cx="524669" cy="199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" altLang="zh-CN" sz="699" dirty="0">
                    <a:latin typeface="Arial" panose="020B0604020202020204" pitchFamily="34" charset="0"/>
                    <a:cs typeface="Arial" panose="020B0604020202020204" pitchFamily="34" charset="0"/>
                  </a:rPr>
                  <a:t>Patients</a:t>
                </a:r>
              </a:p>
            </p:txBody>
          </p:sp>
          <p:sp>
            <p:nvSpPr>
              <p:cNvPr id="1121" name="圆角矩形 1120">
                <a:extLst>
                  <a:ext uri="{FF2B5EF4-FFF2-40B4-BE49-F238E27FC236}">
                    <a16:creationId xmlns:a16="http://schemas.microsoft.com/office/drawing/2014/main" id="{157B6CEB-E324-393E-AB63-BBD68545BE74}"/>
                  </a:ext>
                </a:extLst>
              </p:cNvPr>
              <p:cNvSpPr/>
              <p:nvPr/>
            </p:nvSpPr>
            <p:spPr>
              <a:xfrm>
                <a:off x="2953916" y="1765495"/>
                <a:ext cx="225649" cy="476974"/>
              </a:xfrm>
              <a:prstGeom prst="roundRect">
                <a:avLst/>
              </a:prstGeom>
              <a:solidFill>
                <a:schemeClr val="bg1">
                  <a:lumMod val="5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799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122" name="图形 1034" descr="表格 纯色填充">
                <a:extLst>
                  <a:ext uri="{FF2B5EF4-FFF2-40B4-BE49-F238E27FC236}">
                    <a16:creationId xmlns:a16="http://schemas.microsoft.com/office/drawing/2014/main" id="{8B5322C5-88F1-840D-A10C-0FE85E807D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2387355" y="1555133"/>
                <a:ext cx="914401" cy="914399"/>
              </a:xfrm>
              <a:prstGeom prst="rect">
                <a:avLst/>
              </a:prstGeom>
            </p:spPr>
          </p:pic>
          <p:sp>
            <p:nvSpPr>
              <p:cNvPr id="1123" name="文本框 1169">
                <a:extLst>
                  <a:ext uri="{FF2B5EF4-FFF2-40B4-BE49-F238E27FC236}">
                    <a16:creationId xmlns:a16="http://schemas.microsoft.com/office/drawing/2014/main" id="{97E9E14B-ED3A-D153-0B6E-5C17D2BFC3E2}"/>
                  </a:ext>
                </a:extLst>
              </p:cNvPr>
              <p:cNvSpPr txBox="1"/>
              <p:nvPr/>
            </p:nvSpPr>
            <p:spPr>
              <a:xfrm>
                <a:off x="2257910" y="2374177"/>
                <a:ext cx="1165566" cy="199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" altLang="zh-CN" sz="699" dirty="0">
                    <a:latin typeface="Arial" panose="020B0604020202020204" pitchFamily="34" charset="0"/>
                    <a:cs typeface="Arial" panose="020B0604020202020204" pitchFamily="34" charset="0"/>
                  </a:rPr>
                  <a:t>Features</a:t>
                </a:r>
                <a:r>
                  <a:rPr lang="zh-CN" altLang="en-US" sz="699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699" dirty="0"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  <a:r>
                  <a:rPr lang="zh-CN" altLang="en-US" sz="699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699" dirty="0">
                    <a:latin typeface="Arial" panose="020B0604020202020204" pitchFamily="34" charset="0"/>
                    <a:cs typeface="Arial" panose="020B0604020202020204" pitchFamily="34" charset="0"/>
                  </a:rPr>
                  <a:t>Label</a:t>
                </a:r>
                <a:endParaRPr lang="en" altLang="zh-CN" sz="699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124" name="TextBox 6">
            <a:extLst>
              <a:ext uri="{FF2B5EF4-FFF2-40B4-BE49-F238E27FC236}">
                <a16:creationId xmlns:a16="http://schemas.microsoft.com/office/drawing/2014/main" id="{6C38407C-FDAB-E5B7-6061-1AD661CF06B0}"/>
              </a:ext>
            </a:extLst>
          </p:cNvPr>
          <p:cNvSpPr txBox="1"/>
          <p:nvPr/>
        </p:nvSpPr>
        <p:spPr>
          <a:xfrm>
            <a:off x="3730575" y="1707041"/>
            <a:ext cx="1652466" cy="2151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zh-CN" sz="699" b="1" dirty="0">
                <a:latin typeface="Arial" panose="020B0604020202020204" pitchFamily="34" charset="0"/>
                <a:cs typeface="Arial" panose="020B0604020202020204" pitchFamily="34" charset="0"/>
              </a:rPr>
              <a:t>RFE</a:t>
            </a:r>
            <a:r>
              <a:rPr lang="zh-CN" altLang="en-US" sz="699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699" b="1" dirty="0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zh-CN" altLang="en-US" sz="699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699" b="1" dirty="0">
                <a:latin typeface="Arial" panose="020B0604020202020204" pitchFamily="34" charset="0"/>
                <a:cs typeface="Arial" panose="020B0604020202020204" pitchFamily="34" charset="0"/>
              </a:rPr>
              <a:t>Pre-trained Tabular Foundation Model</a:t>
            </a:r>
          </a:p>
        </p:txBody>
      </p:sp>
      <p:grpSp>
        <p:nvGrpSpPr>
          <p:cNvPr id="1125" name="组合 1124">
            <a:extLst>
              <a:ext uri="{FF2B5EF4-FFF2-40B4-BE49-F238E27FC236}">
                <a16:creationId xmlns:a16="http://schemas.microsoft.com/office/drawing/2014/main" id="{165187DF-D2F3-1C83-41CC-9523B2459AA8}"/>
              </a:ext>
            </a:extLst>
          </p:cNvPr>
          <p:cNvGrpSpPr>
            <a:grpSpLocks noChangeAspect="1"/>
          </p:cNvGrpSpPr>
          <p:nvPr/>
        </p:nvGrpSpPr>
        <p:grpSpPr>
          <a:xfrm>
            <a:off x="3979206" y="698786"/>
            <a:ext cx="1155204" cy="882219"/>
            <a:chOff x="2725972" y="5661962"/>
            <a:chExt cx="2327662" cy="1584153"/>
          </a:xfrm>
        </p:grpSpPr>
        <p:grpSp>
          <p:nvGrpSpPr>
            <p:cNvPr id="1126" name="组合 1149">
              <a:extLst>
                <a:ext uri="{FF2B5EF4-FFF2-40B4-BE49-F238E27FC236}">
                  <a16:creationId xmlns:a16="http://schemas.microsoft.com/office/drawing/2014/main" id="{2A23D39A-1BDD-4847-75F0-860FE625BC7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924057" y="6242782"/>
              <a:ext cx="592296" cy="512262"/>
              <a:chOff x="3755461" y="6761946"/>
              <a:chExt cx="917420" cy="788622"/>
            </a:xfrm>
          </p:grpSpPr>
          <p:pic>
            <p:nvPicPr>
              <p:cNvPr id="1140" name="图形 1142">
                <a:extLst>
                  <a:ext uri="{FF2B5EF4-FFF2-40B4-BE49-F238E27FC236}">
                    <a16:creationId xmlns:a16="http://schemas.microsoft.com/office/drawing/2014/main" id="{E0F3C398-6616-6EE7-4FE8-50629151B5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3884259" y="6761946"/>
                <a:ext cx="788622" cy="788622"/>
              </a:xfrm>
              <a:prstGeom prst="rect">
                <a:avLst/>
              </a:prstGeom>
            </p:spPr>
          </p:pic>
          <p:sp>
            <p:nvSpPr>
              <p:cNvPr id="1141" name="右箭头 1146">
                <a:extLst>
                  <a:ext uri="{FF2B5EF4-FFF2-40B4-BE49-F238E27FC236}">
                    <a16:creationId xmlns:a16="http://schemas.microsoft.com/office/drawing/2014/main" id="{8F9EE793-5E3A-E4F5-5CB0-17E3E637E8D9}"/>
                  </a:ext>
                </a:extLst>
              </p:cNvPr>
              <p:cNvSpPr/>
              <p:nvPr/>
            </p:nvSpPr>
            <p:spPr>
              <a:xfrm>
                <a:off x="3755461" y="7130349"/>
                <a:ext cx="100217" cy="51816"/>
              </a:xfrm>
              <a:custGeom>
                <a:avLst/>
                <a:gdLst>
                  <a:gd name="connsiteX0" fmla="*/ 0 w 100217"/>
                  <a:gd name="connsiteY0" fmla="*/ 12954 h 51816"/>
                  <a:gd name="connsiteX1" fmla="*/ 74309 w 100217"/>
                  <a:gd name="connsiteY1" fmla="*/ 12954 h 51816"/>
                  <a:gd name="connsiteX2" fmla="*/ 74309 w 100217"/>
                  <a:gd name="connsiteY2" fmla="*/ 0 h 51816"/>
                  <a:gd name="connsiteX3" fmla="*/ 100217 w 100217"/>
                  <a:gd name="connsiteY3" fmla="*/ 25908 h 51816"/>
                  <a:gd name="connsiteX4" fmla="*/ 74309 w 100217"/>
                  <a:gd name="connsiteY4" fmla="*/ 51816 h 51816"/>
                  <a:gd name="connsiteX5" fmla="*/ 74309 w 100217"/>
                  <a:gd name="connsiteY5" fmla="*/ 38862 h 51816"/>
                  <a:gd name="connsiteX6" fmla="*/ 0 w 100217"/>
                  <a:gd name="connsiteY6" fmla="*/ 38862 h 51816"/>
                  <a:gd name="connsiteX7" fmla="*/ 0 w 100217"/>
                  <a:gd name="connsiteY7" fmla="*/ 12954 h 51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0217" h="51816" fill="none" extrusionOk="0">
                    <a:moveTo>
                      <a:pt x="0" y="12954"/>
                    </a:moveTo>
                    <a:cubicBezTo>
                      <a:pt x="25306" y="11842"/>
                      <a:pt x="39679" y="12627"/>
                      <a:pt x="74309" y="12954"/>
                    </a:cubicBezTo>
                    <a:cubicBezTo>
                      <a:pt x="74685" y="9768"/>
                      <a:pt x="74662" y="4522"/>
                      <a:pt x="74309" y="0"/>
                    </a:cubicBezTo>
                    <a:cubicBezTo>
                      <a:pt x="81812" y="7096"/>
                      <a:pt x="88407" y="13326"/>
                      <a:pt x="100217" y="25908"/>
                    </a:cubicBezTo>
                    <a:cubicBezTo>
                      <a:pt x="93488" y="33581"/>
                      <a:pt x="80352" y="43382"/>
                      <a:pt x="74309" y="51816"/>
                    </a:cubicBezTo>
                    <a:cubicBezTo>
                      <a:pt x="73740" y="47620"/>
                      <a:pt x="74041" y="42209"/>
                      <a:pt x="74309" y="38862"/>
                    </a:cubicBezTo>
                    <a:cubicBezTo>
                      <a:pt x="38203" y="35168"/>
                      <a:pt x="31269" y="39712"/>
                      <a:pt x="0" y="38862"/>
                    </a:cubicBezTo>
                    <a:cubicBezTo>
                      <a:pt x="-433" y="32329"/>
                      <a:pt x="-200" y="23991"/>
                      <a:pt x="0" y="12954"/>
                    </a:cubicBezTo>
                    <a:close/>
                  </a:path>
                  <a:path w="100217" h="51816" stroke="0" extrusionOk="0">
                    <a:moveTo>
                      <a:pt x="0" y="12954"/>
                    </a:moveTo>
                    <a:cubicBezTo>
                      <a:pt x="29705" y="10431"/>
                      <a:pt x="38896" y="14475"/>
                      <a:pt x="74309" y="12954"/>
                    </a:cubicBezTo>
                    <a:cubicBezTo>
                      <a:pt x="74621" y="7239"/>
                      <a:pt x="74470" y="4662"/>
                      <a:pt x="74309" y="0"/>
                    </a:cubicBezTo>
                    <a:cubicBezTo>
                      <a:pt x="83132" y="10459"/>
                      <a:pt x="90776" y="16199"/>
                      <a:pt x="100217" y="25908"/>
                    </a:cubicBezTo>
                    <a:cubicBezTo>
                      <a:pt x="88122" y="37937"/>
                      <a:pt x="82368" y="44579"/>
                      <a:pt x="74309" y="51816"/>
                    </a:cubicBezTo>
                    <a:cubicBezTo>
                      <a:pt x="74712" y="45825"/>
                      <a:pt x="73873" y="43745"/>
                      <a:pt x="74309" y="38862"/>
                    </a:cubicBezTo>
                    <a:cubicBezTo>
                      <a:pt x="48534" y="41276"/>
                      <a:pt x="25282" y="42338"/>
                      <a:pt x="0" y="38862"/>
                    </a:cubicBezTo>
                    <a:cubicBezTo>
                      <a:pt x="-1113" y="30129"/>
                      <a:pt x="-312" y="20559"/>
                      <a:pt x="0" y="12954"/>
                    </a:cubicBezTo>
                    <a:close/>
                  </a:path>
                </a:pathLst>
              </a:custGeom>
              <a:solidFill>
                <a:srgbClr val="FFC000"/>
              </a:solidFill>
              <a:ln w="15875" cmpd="dbl">
                <a:solidFill>
                  <a:srgbClr val="FFC000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799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42" name="右箭头 1147">
                <a:extLst>
                  <a:ext uri="{FF2B5EF4-FFF2-40B4-BE49-F238E27FC236}">
                    <a16:creationId xmlns:a16="http://schemas.microsoft.com/office/drawing/2014/main" id="{F45BFD42-A6D1-A4A9-307F-3D0DDF21B4A4}"/>
                  </a:ext>
                </a:extLst>
              </p:cNvPr>
              <p:cNvSpPr/>
              <p:nvPr/>
            </p:nvSpPr>
            <p:spPr>
              <a:xfrm>
                <a:off x="3755461" y="7357079"/>
                <a:ext cx="100217" cy="51816"/>
              </a:xfrm>
              <a:custGeom>
                <a:avLst/>
                <a:gdLst>
                  <a:gd name="connsiteX0" fmla="*/ 0 w 100217"/>
                  <a:gd name="connsiteY0" fmla="*/ 12954 h 51816"/>
                  <a:gd name="connsiteX1" fmla="*/ 74309 w 100217"/>
                  <a:gd name="connsiteY1" fmla="*/ 12954 h 51816"/>
                  <a:gd name="connsiteX2" fmla="*/ 74309 w 100217"/>
                  <a:gd name="connsiteY2" fmla="*/ 0 h 51816"/>
                  <a:gd name="connsiteX3" fmla="*/ 100217 w 100217"/>
                  <a:gd name="connsiteY3" fmla="*/ 25908 h 51816"/>
                  <a:gd name="connsiteX4" fmla="*/ 74309 w 100217"/>
                  <a:gd name="connsiteY4" fmla="*/ 51816 h 51816"/>
                  <a:gd name="connsiteX5" fmla="*/ 74309 w 100217"/>
                  <a:gd name="connsiteY5" fmla="*/ 38862 h 51816"/>
                  <a:gd name="connsiteX6" fmla="*/ 0 w 100217"/>
                  <a:gd name="connsiteY6" fmla="*/ 38862 h 51816"/>
                  <a:gd name="connsiteX7" fmla="*/ 0 w 100217"/>
                  <a:gd name="connsiteY7" fmla="*/ 12954 h 51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0217" h="51816" fill="none" extrusionOk="0">
                    <a:moveTo>
                      <a:pt x="0" y="12954"/>
                    </a:moveTo>
                    <a:cubicBezTo>
                      <a:pt x="25306" y="11842"/>
                      <a:pt x="39679" y="12627"/>
                      <a:pt x="74309" y="12954"/>
                    </a:cubicBezTo>
                    <a:cubicBezTo>
                      <a:pt x="74685" y="9768"/>
                      <a:pt x="74662" y="4522"/>
                      <a:pt x="74309" y="0"/>
                    </a:cubicBezTo>
                    <a:cubicBezTo>
                      <a:pt x="81812" y="7096"/>
                      <a:pt x="88407" y="13326"/>
                      <a:pt x="100217" y="25908"/>
                    </a:cubicBezTo>
                    <a:cubicBezTo>
                      <a:pt x="93488" y="33581"/>
                      <a:pt x="80352" y="43382"/>
                      <a:pt x="74309" y="51816"/>
                    </a:cubicBezTo>
                    <a:cubicBezTo>
                      <a:pt x="73740" y="47620"/>
                      <a:pt x="74041" y="42209"/>
                      <a:pt x="74309" y="38862"/>
                    </a:cubicBezTo>
                    <a:cubicBezTo>
                      <a:pt x="38203" y="35168"/>
                      <a:pt x="31269" y="39712"/>
                      <a:pt x="0" y="38862"/>
                    </a:cubicBezTo>
                    <a:cubicBezTo>
                      <a:pt x="-433" y="32329"/>
                      <a:pt x="-200" y="23991"/>
                      <a:pt x="0" y="12954"/>
                    </a:cubicBezTo>
                    <a:close/>
                  </a:path>
                  <a:path w="100217" h="51816" stroke="0" extrusionOk="0">
                    <a:moveTo>
                      <a:pt x="0" y="12954"/>
                    </a:moveTo>
                    <a:cubicBezTo>
                      <a:pt x="29705" y="10431"/>
                      <a:pt x="38896" y="14475"/>
                      <a:pt x="74309" y="12954"/>
                    </a:cubicBezTo>
                    <a:cubicBezTo>
                      <a:pt x="74621" y="7239"/>
                      <a:pt x="74470" y="4662"/>
                      <a:pt x="74309" y="0"/>
                    </a:cubicBezTo>
                    <a:cubicBezTo>
                      <a:pt x="83132" y="10459"/>
                      <a:pt x="90776" y="16199"/>
                      <a:pt x="100217" y="25908"/>
                    </a:cubicBezTo>
                    <a:cubicBezTo>
                      <a:pt x="88122" y="37937"/>
                      <a:pt x="82368" y="44579"/>
                      <a:pt x="74309" y="51816"/>
                    </a:cubicBezTo>
                    <a:cubicBezTo>
                      <a:pt x="74712" y="45825"/>
                      <a:pt x="73873" y="43745"/>
                      <a:pt x="74309" y="38862"/>
                    </a:cubicBezTo>
                    <a:cubicBezTo>
                      <a:pt x="48534" y="41276"/>
                      <a:pt x="25282" y="42338"/>
                      <a:pt x="0" y="38862"/>
                    </a:cubicBezTo>
                    <a:cubicBezTo>
                      <a:pt x="-1113" y="30129"/>
                      <a:pt x="-312" y="20559"/>
                      <a:pt x="0" y="12954"/>
                    </a:cubicBezTo>
                    <a:close/>
                  </a:path>
                </a:pathLst>
              </a:custGeom>
              <a:solidFill>
                <a:srgbClr val="FFC000"/>
              </a:solidFill>
              <a:ln w="15875" cmpd="dbl">
                <a:solidFill>
                  <a:srgbClr val="FFC000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799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43" name="右箭头 1148">
                <a:extLst>
                  <a:ext uri="{FF2B5EF4-FFF2-40B4-BE49-F238E27FC236}">
                    <a16:creationId xmlns:a16="http://schemas.microsoft.com/office/drawing/2014/main" id="{7D48D24B-101F-44B2-6699-74799D035647}"/>
                  </a:ext>
                </a:extLst>
              </p:cNvPr>
              <p:cNvSpPr/>
              <p:nvPr/>
            </p:nvSpPr>
            <p:spPr>
              <a:xfrm>
                <a:off x="3755461" y="6896030"/>
                <a:ext cx="100217" cy="51816"/>
              </a:xfrm>
              <a:custGeom>
                <a:avLst/>
                <a:gdLst>
                  <a:gd name="connsiteX0" fmla="*/ 0 w 100217"/>
                  <a:gd name="connsiteY0" fmla="*/ 12954 h 51816"/>
                  <a:gd name="connsiteX1" fmla="*/ 74309 w 100217"/>
                  <a:gd name="connsiteY1" fmla="*/ 12954 h 51816"/>
                  <a:gd name="connsiteX2" fmla="*/ 74309 w 100217"/>
                  <a:gd name="connsiteY2" fmla="*/ 0 h 51816"/>
                  <a:gd name="connsiteX3" fmla="*/ 100217 w 100217"/>
                  <a:gd name="connsiteY3" fmla="*/ 25908 h 51816"/>
                  <a:gd name="connsiteX4" fmla="*/ 74309 w 100217"/>
                  <a:gd name="connsiteY4" fmla="*/ 51816 h 51816"/>
                  <a:gd name="connsiteX5" fmla="*/ 74309 w 100217"/>
                  <a:gd name="connsiteY5" fmla="*/ 38862 h 51816"/>
                  <a:gd name="connsiteX6" fmla="*/ 0 w 100217"/>
                  <a:gd name="connsiteY6" fmla="*/ 38862 h 51816"/>
                  <a:gd name="connsiteX7" fmla="*/ 0 w 100217"/>
                  <a:gd name="connsiteY7" fmla="*/ 12954 h 51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0217" h="51816" fill="none" extrusionOk="0">
                    <a:moveTo>
                      <a:pt x="0" y="12954"/>
                    </a:moveTo>
                    <a:cubicBezTo>
                      <a:pt x="25306" y="11842"/>
                      <a:pt x="39679" y="12627"/>
                      <a:pt x="74309" y="12954"/>
                    </a:cubicBezTo>
                    <a:cubicBezTo>
                      <a:pt x="74685" y="9768"/>
                      <a:pt x="74662" y="4522"/>
                      <a:pt x="74309" y="0"/>
                    </a:cubicBezTo>
                    <a:cubicBezTo>
                      <a:pt x="81812" y="7096"/>
                      <a:pt x="88407" y="13326"/>
                      <a:pt x="100217" y="25908"/>
                    </a:cubicBezTo>
                    <a:cubicBezTo>
                      <a:pt x="93488" y="33581"/>
                      <a:pt x="80352" y="43382"/>
                      <a:pt x="74309" y="51816"/>
                    </a:cubicBezTo>
                    <a:cubicBezTo>
                      <a:pt x="73740" y="47620"/>
                      <a:pt x="74041" y="42209"/>
                      <a:pt x="74309" y="38862"/>
                    </a:cubicBezTo>
                    <a:cubicBezTo>
                      <a:pt x="38203" y="35168"/>
                      <a:pt x="31269" y="39712"/>
                      <a:pt x="0" y="38862"/>
                    </a:cubicBezTo>
                    <a:cubicBezTo>
                      <a:pt x="-433" y="32329"/>
                      <a:pt x="-200" y="23991"/>
                      <a:pt x="0" y="12954"/>
                    </a:cubicBezTo>
                    <a:close/>
                  </a:path>
                  <a:path w="100217" h="51816" stroke="0" extrusionOk="0">
                    <a:moveTo>
                      <a:pt x="0" y="12954"/>
                    </a:moveTo>
                    <a:cubicBezTo>
                      <a:pt x="29705" y="10431"/>
                      <a:pt x="38896" y="14475"/>
                      <a:pt x="74309" y="12954"/>
                    </a:cubicBezTo>
                    <a:cubicBezTo>
                      <a:pt x="74621" y="7239"/>
                      <a:pt x="74470" y="4662"/>
                      <a:pt x="74309" y="0"/>
                    </a:cubicBezTo>
                    <a:cubicBezTo>
                      <a:pt x="83132" y="10459"/>
                      <a:pt x="90776" y="16199"/>
                      <a:pt x="100217" y="25908"/>
                    </a:cubicBezTo>
                    <a:cubicBezTo>
                      <a:pt x="88122" y="37937"/>
                      <a:pt x="82368" y="44579"/>
                      <a:pt x="74309" y="51816"/>
                    </a:cubicBezTo>
                    <a:cubicBezTo>
                      <a:pt x="74712" y="45825"/>
                      <a:pt x="73873" y="43745"/>
                      <a:pt x="74309" y="38862"/>
                    </a:cubicBezTo>
                    <a:cubicBezTo>
                      <a:pt x="48534" y="41276"/>
                      <a:pt x="25282" y="42338"/>
                      <a:pt x="0" y="38862"/>
                    </a:cubicBezTo>
                    <a:cubicBezTo>
                      <a:pt x="-1113" y="30129"/>
                      <a:pt x="-312" y="20559"/>
                      <a:pt x="0" y="12954"/>
                    </a:cubicBezTo>
                    <a:close/>
                  </a:path>
                </a:pathLst>
              </a:custGeom>
              <a:solidFill>
                <a:srgbClr val="FFC000"/>
              </a:solidFill>
              <a:ln w="15875" cmpd="dbl">
                <a:solidFill>
                  <a:srgbClr val="FFC000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799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27" name="组合 1126">
              <a:extLst>
                <a:ext uri="{FF2B5EF4-FFF2-40B4-BE49-F238E27FC236}">
                  <a16:creationId xmlns:a16="http://schemas.microsoft.com/office/drawing/2014/main" id="{8DE9F481-74BF-C649-2DF4-D88EAD0F03CB}"/>
                </a:ext>
              </a:extLst>
            </p:cNvPr>
            <p:cNvGrpSpPr/>
            <p:nvPr/>
          </p:nvGrpSpPr>
          <p:grpSpPr>
            <a:xfrm>
              <a:off x="4001727" y="6577048"/>
              <a:ext cx="949311" cy="669067"/>
              <a:chOff x="4420179" y="6438931"/>
              <a:chExt cx="342687" cy="356835"/>
            </a:xfrm>
          </p:grpSpPr>
          <p:sp>
            <p:nvSpPr>
              <p:cNvPr id="1138" name="任意形状 1137">
                <a:extLst>
                  <a:ext uri="{FF2B5EF4-FFF2-40B4-BE49-F238E27FC236}">
                    <a16:creationId xmlns:a16="http://schemas.microsoft.com/office/drawing/2014/main" id="{3A4988BC-2CEE-7746-EBC7-E0DC2243C4D6}"/>
                  </a:ext>
                </a:extLst>
              </p:cNvPr>
              <p:cNvSpPr/>
              <p:nvPr/>
            </p:nvSpPr>
            <p:spPr>
              <a:xfrm>
                <a:off x="4448474" y="6462510"/>
                <a:ext cx="289241" cy="290813"/>
              </a:xfrm>
              <a:custGeom>
                <a:avLst/>
                <a:gdLst>
                  <a:gd name="connsiteX0" fmla="*/ 415668 w 415667"/>
                  <a:gd name="connsiteY0" fmla="*/ 0 h 417926"/>
                  <a:gd name="connsiteX1" fmla="*/ 338859 w 415667"/>
                  <a:gd name="connsiteY1" fmla="*/ 0 h 417926"/>
                  <a:gd name="connsiteX2" fmla="*/ 338859 w 415667"/>
                  <a:gd name="connsiteY2" fmla="*/ 2259 h 417926"/>
                  <a:gd name="connsiteX3" fmla="*/ 336600 w 415667"/>
                  <a:gd name="connsiteY3" fmla="*/ 4518 h 417926"/>
                  <a:gd name="connsiteX4" fmla="*/ 336600 w 415667"/>
                  <a:gd name="connsiteY4" fmla="*/ 11295 h 417926"/>
                  <a:gd name="connsiteX5" fmla="*/ 334341 w 415667"/>
                  <a:gd name="connsiteY5" fmla="*/ 13554 h 417926"/>
                  <a:gd name="connsiteX6" fmla="*/ 334341 w 415667"/>
                  <a:gd name="connsiteY6" fmla="*/ 20332 h 417926"/>
                  <a:gd name="connsiteX7" fmla="*/ 332082 w 415667"/>
                  <a:gd name="connsiteY7" fmla="*/ 22591 h 417926"/>
                  <a:gd name="connsiteX8" fmla="*/ 332082 w 415667"/>
                  <a:gd name="connsiteY8" fmla="*/ 29368 h 417926"/>
                  <a:gd name="connsiteX9" fmla="*/ 329823 w 415667"/>
                  <a:gd name="connsiteY9" fmla="*/ 31627 h 417926"/>
                  <a:gd name="connsiteX10" fmla="*/ 329823 w 415667"/>
                  <a:gd name="connsiteY10" fmla="*/ 36145 h 417926"/>
                  <a:gd name="connsiteX11" fmla="*/ 327564 w 415667"/>
                  <a:gd name="connsiteY11" fmla="*/ 38404 h 417926"/>
                  <a:gd name="connsiteX12" fmla="*/ 327564 w 415667"/>
                  <a:gd name="connsiteY12" fmla="*/ 42922 h 417926"/>
                  <a:gd name="connsiteX13" fmla="*/ 325305 w 415667"/>
                  <a:gd name="connsiteY13" fmla="*/ 45181 h 417926"/>
                  <a:gd name="connsiteX14" fmla="*/ 325305 w 415667"/>
                  <a:gd name="connsiteY14" fmla="*/ 49699 h 417926"/>
                  <a:gd name="connsiteX15" fmla="*/ 323046 w 415667"/>
                  <a:gd name="connsiteY15" fmla="*/ 51958 h 417926"/>
                  <a:gd name="connsiteX16" fmla="*/ 323046 w 415667"/>
                  <a:gd name="connsiteY16" fmla="*/ 56477 h 417926"/>
                  <a:gd name="connsiteX17" fmla="*/ 320787 w 415667"/>
                  <a:gd name="connsiteY17" fmla="*/ 58736 h 417926"/>
                  <a:gd name="connsiteX18" fmla="*/ 320787 w 415667"/>
                  <a:gd name="connsiteY18" fmla="*/ 60995 h 417926"/>
                  <a:gd name="connsiteX19" fmla="*/ 316269 w 415667"/>
                  <a:gd name="connsiteY19" fmla="*/ 67772 h 417926"/>
                  <a:gd name="connsiteX20" fmla="*/ 316269 w 415667"/>
                  <a:gd name="connsiteY20" fmla="*/ 72290 h 417926"/>
                  <a:gd name="connsiteX21" fmla="*/ 314010 w 415667"/>
                  <a:gd name="connsiteY21" fmla="*/ 74549 h 417926"/>
                  <a:gd name="connsiteX22" fmla="*/ 314010 w 415667"/>
                  <a:gd name="connsiteY22" fmla="*/ 76808 h 417926"/>
                  <a:gd name="connsiteX23" fmla="*/ 311751 w 415667"/>
                  <a:gd name="connsiteY23" fmla="*/ 79067 h 417926"/>
                  <a:gd name="connsiteX24" fmla="*/ 311751 w 415667"/>
                  <a:gd name="connsiteY24" fmla="*/ 81326 h 417926"/>
                  <a:gd name="connsiteX25" fmla="*/ 309492 w 415667"/>
                  <a:gd name="connsiteY25" fmla="*/ 83585 h 417926"/>
                  <a:gd name="connsiteX26" fmla="*/ 309492 w 415667"/>
                  <a:gd name="connsiteY26" fmla="*/ 85844 h 417926"/>
                  <a:gd name="connsiteX27" fmla="*/ 307233 w 415667"/>
                  <a:gd name="connsiteY27" fmla="*/ 88103 h 417926"/>
                  <a:gd name="connsiteX28" fmla="*/ 307233 w 415667"/>
                  <a:gd name="connsiteY28" fmla="*/ 90363 h 417926"/>
                  <a:gd name="connsiteX29" fmla="*/ 304973 w 415667"/>
                  <a:gd name="connsiteY29" fmla="*/ 92622 h 417926"/>
                  <a:gd name="connsiteX30" fmla="*/ 304973 w 415667"/>
                  <a:gd name="connsiteY30" fmla="*/ 94881 h 417926"/>
                  <a:gd name="connsiteX31" fmla="*/ 302714 w 415667"/>
                  <a:gd name="connsiteY31" fmla="*/ 97140 h 417926"/>
                  <a:gd name="connsiteX32" fmla="*/ 302714 w 415667"/>
                  <a:gd name="connsiteY32" fmla="*/ 99399 h 417926"/>
                  <a:gd name="connsiteX33" fmla="*/ 300455 w 415667"/>
                  <a:gd name="connsiteY33" fmla="*/ 101658 h 417926"/>
                  <a:gd name="connsiteX34" fmla="*/ 298196 w 415667"/>
                  <a:gd name="connsiteY34" fmla="*/ 108435 h 417926"/>
                  <a:gd name="connsiteX35" fmla="*/ 293678 w 415667"/>
                  <a:gd name="connsiteY35" fmla="*/ 112953 h 417926"/>
                  <a:gd name="connsiteX36" fmla="*/ 291419 w 415667"/>
                  <a:gd name="connsiteY36" fmla="*/ 119730 h 417926"/>
                  <a:gd name="connsiteX37" fmla="*/ 286901 w 415667"/>
                  <a:gd name="connsiteY37" fmla="*/ 124248 h 417926"/>
                  <a:gd name="connsiteX38" fmla="*/ 286901 w 415667"/>
                  <a:gd name="connsiteY38" fmla="*/ 126508 h 417926"/>
                  <a:gd name="connsiteX39" fmla="*/ 282383 w 415667"/>
                  <a:gd name="connsiteY39" fmla="*/ 131026 h 417926"/>
                  <a:gd name="connsiteX40" fmla="*/ 282383 w 415667"/>
                  <a:gd name="connsiteY40" fmla="*/ 133285 h 417926"/>
                  <a:gd name="connsiteX41" fmla="*/ 277865 w 415667"/>
                  <a:gd name="connsiteY41" fmla="*/ 137803 h 417926"/>
                  <a:gd name="connsiteX42" fmla="*/ 277865 w 415667"/>
                  <a:gd name="connsiteY42" fmla="*/ 140062 h 417926"/>
                  <a:gd name="connsiteX43" fmla="*/ 271088 w 415667"/>
                  <a:gd name="connsiteY43" fmla="*/ 146839 h 417926"/>
                  <a:gd name="connsiteX44" fmla="*/ 271088 w 415667"/>
                  <a:gd name="connsiteY44" fmla="*/ 149098 h 417926"/>
                  <a:gd name="connsiteX45" fmla="*/ 262051 w 415667"/>
                  <a:gd name="connsiteY45" fmla="*/ 158134 h 417926"/>
                  <a:gd name="connsiteX46" fmla="*/ 262051 w 415667"/>
                  <a:gd name="connsiteY46" fmla="*/ 160393 h 417926"/>
                  <a:gd name="connsiteX47" fmla="*/ 243979 w 415667"/>
                  <a:gd name="connsiteY47" fmla="*/ 178466 h 417926"/>
                  <a:gd name="connsiteX48" fmla="*/ 243979 w 415667"/>
                  <a:gd name="connsiteY48" fmla="*/ 180725 h 417926"/>
                  <a:gd name="connsiteX49" fmla="*/ 232683 w 415667"/>
                  <a:gd name="connsiteY49" fmla="*/ 192020 h 417926"/>
                  <a:gd name="connsiteX50" fmla="*/ 230424 w 415667"/>
                  <a:gd name="connsiteY50" fmla="*/ 192020 h 417926"/>
                  <a:gd name="connsiteX51" fmla="*/ 210093 w 415667"/>
                  <a:gd name="connsiteY51" fmla="*/ 212352 h 417926"/>
                  <a:gd name="connsiteX52" fmla="*/ 207834 w 415667"/>
                  <a:gd name="connsiteY52" fmla="*/ 212352 h 417926"/>
                  <a:gd name="connsiteX53" fmla="*/ 201057 w 415667"/>
                  <a:gd name="connsiteY53" fmla="*/ 219129 h 417926"/>
                  <a:gd name="connsiteX54" fmla="*/ 198798 w 415667"/>
                  <a:gd name="connsiteY54" fmla="*/ 219129 h 417926"/>
                  <a:gd name="connsiteX55" fmla="*/ 192020 w 415667"/>
                  <a:gd name="connsiteY55" fmla="*/ 225906 h 417926"/>
                  <a:gd name="connsiteX56" fmla="*/ 189761 w 415667"/>
                  <a:gd name="connsiteY56" fmla="*/ 225906 h 417926"/>
                  <a:gd name="connsiteX57" fmla="*/ 185243 w 415667"/>
                  <a:gd name="connsiteY57" fmla="*/ 230424 h 417926"/>
                  <a:gd name="connsiteX58" fmla="*/ 182984 w 415667"/>
                  <a:gd name="connsiteY58" fmla="*/ 230424 h 417926"/>
                  <a:gd name="connsiteX59" fmla="*/ 178466 w 415667"/>
                  <a:gd name="connsiteY59" fmla="*/ 234943 h 417926"/>
                  <a:gd name="connsiteX60" fmla="*/ 176207 w 415667"/>
                  <a:gd name="connsiteY60" fmla="*/ 234943 h 417926"/>
                  <a:gd name="connsiteX61" fmla="*/ 164912 w 415667"/>
                  <a:gd name="connsiteY61" fmla="*/ 243979 h 417926"/>
                  <a:gd name="connsiteX62" fmla="*/ 162653 w 415667"/>
                  <a:gd name="connsiteY62" fmla="*/ 243979 h 417926"/>
                  <a:gd name="connsiteX63" fmla="*/ 160393 w 415667"/>
                  <a:gd name="connsiteY63" fmla="*/ 246238 h 417926"/>
                  <a:gd name="connsiteX64" fmla="*/ 158134 w 415667"/>
                  <a:gd name="connsiteY64" fmla="*/ 246238 h 417926"/>
                  <a:gd name="connsiteX65" fmla="*/ 155875 w 415667"/>
                  <a:gd name="connsiteY65" fmla="*/ 248497 h 417926"/>
                  <a:gd name="connsiteX66" fmla="*/ 149098 w 415667"/>
                  <a:gd name="connsiteY66" fmla="*/ 250756 h 417926"/>
                  <a:gd name="connsiteX67" fmla="*/ 144580 w 415667"/>
                  <a:gd name="connsiteY67" fmla="*/ 255274 h 417926"/>
                  <a:gd name="connsiteX68" fmla="*/ 142321 w 415667"/>
                  <a:gd name="connsiteY68" fmla="*/ 255274 h 417926"/>
                  <a:gd name="connsiteX69" fmla="*/ 140062 w 415667"/>
                  <a:gd name="connsiteY69" fmla="*/ 257533 h 417926"/>
                  <a:gd name="connsiteX70" fmla="*/ 126508 w 415667"/>
                  <a:gd name="connsiteY70" fmla="*/ 257533 h 417926"/>
                  <a:gd name="connsiteX71" fmla="*/ 115212 w 415667"/>
                  <a:gd name="connsiteY71" fmla="*/ 246238 h 417926"/>
                  <a:gd name="connsiteX72" fmla="*/ 115212 w 415667"/>
                  <a:gd name="connsiteY72" fmla="*/ 171689 h 417926"/>
                  <a:gd name="connsiteX73" fmla="*/ 92622 w 415667"/>
                  <a:gd name="connsiteY73" fmla="*/ 194279 h 417926"/>
                  <a:gd name="connsiteX74" fmla="*/ 92622 w 415667"/>
                  <a:gd name="connsiteY74" fmla="*/ 196538 h 417926"/>
                  <a:gd name="connsiteX75" fmla="*/ 60995 w 415667"/>
                  <a:gd name="connsiteY75" fmla="*/ 228165 h 417926"/>
                  <a:gd name="connsiteX76" fmla="*/ 60995 w 415667"/>
                  <a:gd name="connsiteY76" fmla="*/ 230424 h 417926"/>
                  <a:gd name="connsiteX77" fmla="*/ 31627 w 415667"/>
                  <a:gd name="connsiteY77" fmla="*/ 259792 h 417926"/>
                  <a:gd name="connsiteX78" fmla="*/ 31627 w 415667"/>
                  <a:gd name="connsiteY78" fmla="*/ 262051 h 417926"/>
                  <a:gd name="connsiteX79" fmla="*/ 0 w 415667"/>
                  <a:gd name="connsiteY79" fmla="*/ 293678 h 417926"/>
                  <a:gd name="connsiteX80" fmla="*/ 0 w 415667"/>
                  <a:gd name="connsiteY80" fmla="*/ 295937 h 417926"/>
                  <a:gd name="connsiteX81" fmla="*/ 27109 w 415667"/>
                  <a:gd name="connsiteY81" fmla="*/ 323046 h 417926"/>
                  <a:gd name="connsiteX82" fmla="*/ 27109 w 415667"/>
                  <a:gd name="connsiteY82" fmla="*/ 325305 h 417926"/>
                  <a:gd name="connsiteX83" fmla="*/ 58736 w 415667"/>
                  <a:gd name="connsiteY83" fmla="*/ 356932 h 417926"/>
                  <a:gd name="connsiteX84" fmla="*/ 58736 w 415667"/>
                  <a:gd name="connsiteY84" fmla="*/ 359191 h 417926"/>
                  <a:gd name="connsiteX85" fmla="*/ 88103 w 415667"/>
                  <a:gd name="connsiteY85" fmla="*/ 388559 h 417926"/>
                  <a:gd name="connsiteX86" fmla="*/ 88103 w 415667"/>
                  <a:gd name="connsiteY86" fmla="*/ 390818 h 417926"/>
                  <a:gd name="connsiteX87" fmla="*/ 115212 w 415667"/>
                  <a:gd name="connsiteY87" fmla="*/ 417927 h 417926"/>
                  <a:gd name="connsiteX88" fmla="*/ 115212 w 415667"/>
                  <a:gd name="connsiteY88" fmla="*/ 356932 h 417926"/>
                  <a:gd name="connsiteX89" fmla="*/ 117471 w 415667"/>
                  <a:gd name="connsiteY89" fmla="*/ 354673 h 417926"/>
                  <a:gd name="connsiteX90" fmla="*/ 117471 w 415667"/>
                  <a:gd name="connsiteY90" fmla="*/ 352414 h 417926"/>
                  <a:gd name="connsiteX91" fmla="*/ 124248 w 415667"/>
                  <a:gd name="connsiteY91" fmla="*/ 345637 h 417926"/>
                  <a:gd name="connsiteX92" fmla="*/ 128767 w 415667"/>
                  <a:gd name="connsiteY92" fmla="*/ 345637 h 417926"/>
                  <a:gd name="connsiteX93" fmla="*/ 135544 w 415667"/>
                  <a:gd name="connsiteY93" fmla="*/ 341118 h 417926"/>
                  <a:gd name="connsiteX94" fmla="*/ 140062 w 415667"/>
                  <a:gd name="connsiteY94" fmla="*/ 341118 h 417926"/>
                  <a:gd name="connsiteX95" fmla="*/ 146839 w 415667"/>
                  <a:gd name="connsiteY95" fmla="*/ 336600 h 417926"/>
                  <a:gd name="connsiteX96" fmla="*/ 151357 w 415667"/>
                  <a:gd name="connsiteY96" fmla="*/ 336600 h 417926"/>
                  <a:gd name="connsiteX97" fmla="*/ 153616 w 415667"/>
                  <a:gd name="connsiteY97" fmla="*/ 334341 h 417926"/>
                  <a:gd name="connsiteX98" fmla="*/ 155875 w 415667"/>
                  <a:gd name="connsiteY98" fmla="*/ 334341 h 417926"/>
                  <a:gd name="connsiteX99" fmla="*/ 158134 w 415667"/>
                  <a:gd name="connsiteY99" fmla="*/ 332082 h 417926"/>
                  <a:gd name="connsiteX100" fmla="*/ 160393 w 415667"/>
                  <a:gd name="connsiteY100" fmla="*/ 332082 h 417926"/>
                  <a:gd name="connsiteX101" fmla="*/ 162653 w 415667"/>
                  <a:gd name="connsiteY101" fmla="*/ 329823 h 417926"/>
                  <a:gd name="connsiteX102" fmla="*/ 164912 w 415667"/>
                  <a:gd name="connsiteY102" fmla="*/ 329823 h 417926"/>
                  <a:gd name="connsiteX103" fmla="*/ 167171 w 415667"/>
                  <a:gd name="connsiteY103" fmla="*/ 327564 h 417926"/>
                  <a:gd name="connsiteX104" fmla="*/ 169430 w 415667"/>
                  <a:gd name="connsiteY104" fmla="*/ 327564 h 417926"/>
                  <a:gd name="connsiteX105" fmla="*/ 171689 w 415667"/>
                  <a:gd name="connsiteY105" fmla="*/ 325305 h 417926"/>
                  <a:gd name="connsiteX106" fmla="*/ 173948 w 415667"/>
                  <a:gd name="connsiteY106" fmla="*/ 325305 h 417926"/>
                  <a:gd name="connsiteX107" fmla="*/ 176207 w 415667"/>
                  <a:gd name="connsiteY107" fmla="*/ 323046 h 417926"/>
                  <a:gd name="connsiteX108" fmla="*/ 178466 w 415667"/>
                  <a:gd name="connsiteY108" fmla="*/ 323046 h 417926"/>
                  <a:gd name="connsiteX109" fmla="*/ 180725 w 415667"/>
                  <a:gd name="connsiteY109" fmla="*/ 320787 h 417926"/>
                  <a:gd name="connsiteX110" fmla="*/ 182984 w 415667"/>
                  <a:gd name="connsiteY110" fmla="*/ 320787 h 417926"/>
                  <a:gd name="connsiteX111" fmla="*/ 185243 w 415667"/>
                  <a:gd name="connsiteY111" fmla="*/ 318528 h 417926"/>
                  <a:gd name="connsiteX112" fmla="*/ 187502 w 415667"/>
                  <a:gd name="connsiteY112" fmla="*/ 318528 h 417926"/>
                  <a:gd name="connsiteX113" fmla="*/ 189761 w 415667"/>
                  <a:gd name="connsiteY113" fmla="*/ 316269 h 417926"/>
                  <a:gd name="connsiteX114" fmla="*/ 196538 w 415667"/>
                  <a:gd name="connsiteY114" fmla="*/ 314010 h 417926"/>
                  <a:gd name="connsiteX115" fmla="*/ 201057 w 415667"/>
                  <a:gd name="connsiteY115" fmla="*/ 309492 h 417926"/>
                  <a:gd name="connsiteX116" fmla="*/ 207834 w 415667"/>
                  <a:gd name="connsiteY116" fmla="*/ 307233 h 417926"/>
                  <a:gd name="connsiteX117" fmla="*/ 212352 w 415667"/>
                  <a:gd name="connsiteY117" fmla="*/ 302714 h 417926"/>
                  <a:gd name="connsiteX118" fmla="*/ 214611 w 415667"/>
                  <a:gd name="connsiteY118" fmla="*/ 302714 h 417926"/>
                  <a:gd name="connsiteX119" fmla="*/ 219129 w 415667"/>
                  <a:gd name="connsiteY119" fmla="*/ 298196 h 417926"/>
                  <a:gd name="connsiteX120" fmla="*/ 221388 w 415667"/>
                  <a:gd name="connsiteY120" fmla="*/ 298196 h 417926"/>
                  <a:gd name="connsiteX121" fmla="*/ 225906 w 415667"/>
                  <a:gd name="connsiteY121" fmla="*/ 293678 h 417926"/>
                  <a:gd name="connsiteX122" fmla="*/ 228165 w 415667"/>
                  <a:gd name="connsiteY122" fmla="*/ 293678 h 417926"/>
                  <a:gd name="connsiteX123" fmla="*/ 232683 w 415667"/>
                  <a:gd name="connsiteY123" fmla="*/ 289160 h 417926"/>
                  <a:gd name="connsiteX124" fmla="*/ 234943 w 415667"/>
                  <a:gd name="connsiteY124" fmla="*/ 289160 h 417926"/>
                  <a:gd name="connsiteX125" fmla="*/ 241720 w 415667"/>
                  <a:gd name="connsiteY125" fmla="*/ 282383 h 417926"/>
                  <a:gd name="connsiteX126" fmla="*/ 243979 w 415667"/>
                  <a:gd name="connsiteY126" fmla="*/ 282383 h 417926"/>
                  <a:gd name="connsiteX127" fmla="*/ 250756 w 415667"/>
                  <a:gd name="connsiteY127" fmla="*/ 275606 h 417926"/>
                  <a:gd name="connsiteX128" fmla="*/ 253015 w 415667"/>
                  <a:gd name="connsiteY128" fmla="*/ 275606 h 417926"/>
                  <a:gd name="connsiteX129" fmla="*/ 264310 w 415667"/>
                  <a:gd name="connsiteY129" fmla="*/ 264310 h 417926"/>
                  <a:gd name="connsiteX130" fmla="*/ 266569 w 415667"/>
                  <a:gd name="connsiteY130" fmla="*/ 264310 h 417926"/>
                  <a:gd name="connsiteX131" fmla="*/ 316269 w 415667"/>
                  <a:gd name="connsiteY131" fmla="*/ 214611 h 417926"/>
                  <a:gd name="connsiteX132" fmla="*/ 316269 w 415667"/>
                  <a:gd name="connsiteY132" fmla="*/ 212352 h 417926"/>
                  <a:gd name="connsiteX133" fmla="*/ 325305 w 415667"/>
                  <a:gd name="connsiteY133" fmla="*/ 203316 h 417926"/>
                  <a:gd name="connsiteX134" fmla="*/ 325305 w 415667"/>
                  <a:gd name="connsiteY134" fmla="*/ 201057 h 417926"/>
                  <a:gd name="connsiteX135" fmla="*/ 332082 w 415667"/>
                  <a:gd name="connsiteY135" fmla="*/ 194279 h 417926"/>
                  <a:gd name="connsiteX136" fmla="*/ 332082 w 415667"/>
                  <a:gd name="connsiteY136" fmla="*/ 192020 h 417926"/>
                  <a:gd name="connsiteX137" fmla="*/ 338859 w 415667"/>
                  <a:gd name="connsiteY137" fmla="*/ 185243 h 417926"/>
                  <a:gd name="connsiteX138" fmla="*/ 338859 w 415667"/>
                  <a:gd name="connsiteY138" fmla="*/ 182984 h 417926"/>
                  <a:gd name="connsiteX139" fmla="*/ 345637 w 415667"/>
                  <a:gd name="connsiteY139" fmla="*/ 176207 h 417926"/>
                  <a:gd name="connsiteX140" fmla="*/ 345637 w 415667"/>
                  <a:gd name="connsiteY140" fmla="*/ 173948 h 417926"/>
                  <a:gd name="connsiteX141" fmla="*/ 350155 w 415667"/>
                  <a:gd name="connsiteY141" fmla="*/ 169430 h 417926"/>
                  <a:gd name="connsiteX142" fmla="*/ 352414 w 415667"/>
                  <a:gd name="connsiteY142" fmla="*/ 162653 h 417926"/>
                  <a:gd name="connsiteX143" fmla="*/ 361450 w 415667"/>
                  <a:gd name="connsiteY143" fmla="*/ 151357 h 417926"/>
                  <a:gd name="connsiteX144" fmla="*/ 361450 w 415667"/>
                  <a:gd name="connsiteY144" fmla="*/ 149098 h 417926"/>
                  <a:gd name="connsiteX145" fmla="*/ 363709 w 415667"/>
                  <a:gd name="connsiteY145" fmla="*/ 146839 h 417926"/>
                  <a:gd name="connsiteX146" fmla="*/ 363709 w 415667"/>
                  <a:gd name="connsiteY146" fmla="*/ 144580 h 417926"/>
                  <a:gd name="connsiteX147" fmla="*/ 365968 w 415667"/>
                  <a:gd name="connsiteY147" fmla="*/ 142321 h 417926"/>
                  <a:gd name="connsiteX148" fmla="*/ 368227 w 415667"/>
                  <a:gd name="connsiteY148" fmla="*/ 135544 h 417926"/>
                  <a:gd name="connsiteX149" fmla="*/ 372745 w 415667"/>
                  <a:gd name="connsiteY149" fmla="*/ 131026 h 417926"/>
                  <a:gd name="connsiteX150" fmla="*/ 372745 w 415667"/>
                  <a:gd name="connsiteY150" fmla="*/ 128767 h 417926"/>
                  <a:gd name="connsiteX151" fmla="*/ 375004 w 415667"/>
                  <a:gd name="connsiteY151" fmla="*/ 126508 h 417926"/>
                  <a:gd name="connsiteX152" fmla="*/ 375004 w 415667"/>
                  <a:gd name="connsiteY152" fmla="*/ 124248 h 417926"/>
                  <a:gd name="connsiteX153" fmla="*/ 377263 w 415667"/>
                  <a:gd name="connsiteY153" fmla="*/ 121989 h 417926"/>
                  <a:gd name="connsiteX154" fmla="*/ 377263 w 415667"/>
                  <a:gd name="connsiteY154" fmla="*/ 119730 h 417926"/>
                  <a:gd name="connsiteX155" fmla="*/ 381782 w 415667"/>
                  <a:gd name="connsiteY155" fmla="*/ 112953 h 417926"/>
                  <a:gd name="connsiteX156" fmla="*/ 381782 w 415667"/>
                  <a:gd name="connsiteY156" fmla="*/ 108435 h 417926"/>
                  <a:gd name="connsiteX157" fmla="*/ 384041 w 415667"/>
                  <a:gd name="connsiteY157" fmla="*/ 106176 h 417926"/>
                  <a:gd name="connsiteX158" fmla="*/ 384041 w 415667"/>
                  <a:gd name="connsiteY158" fmla="*/ 103917 h 417926"/>
                  <a:gd name="connsiteX159" fmla="*/ 388559 w 415667"/>
                  <a:gd name="connsiteY159" fmla="*/ 97140 h 417926"/>
                  <a:gd name="connsiteX160" fmla="*/ 388559 w 415667"/>
                  <a:gd name="connsiteY160" fmla="*/ 92622 h 417926"/>
                  <a:gd name="connsiteX161" fmla="*/ 393077 w 415667"/>
                  <a:gd name="connsiteY161" fmla="*/ 85844 h 417926"/>
                  <a:gd name="connsiteX162" fmla="*/ 393077 w 415667"/>
                  <a:gd name="connsiteY162" fmla="*/ 81326 h 417926"/>
                  <a:gd name="connsiteX163" fmla="*/ 397595 w 415667"/>
                  <a:gd name="connsiteY163" fmla="*/ 74549 h 417926"/>
                  <a:gd name="connsiteX164" fmla="*/ 397595 w 415667"/>
                  <a:gd name="connsiteY164" fmla="*/ 70031 h 417926"/>
                  <a:gd name="connsiteX165" fmla="*/ 399854 w 415667"/>
                  <a:gd name="connsiteY165" fmla="*/ 67772 h 417926"/>
                  <a:gd name="connsiteX166" fmla="*/ 399854 w 415667"/>
                  <a:gd name="connsiteY166" fmla="*/ 63254 h 417926"/>
                  <a:gd name="connsiteX167" fmla="*/ 402113 w 415667"/>
                  <a:gd name="connsiteY167" fmla="*/ 60995 h 417926"/>
                  <a:gd name="connsiteX168" fmla="*/ 402113 w 415667"/>
                  <a:gd name="connsiteY168" fmla="*/ 56477 h 417926"/>
                  <a:gd name="connsiteX169" fmla="*/ 404372 w 415667"/>
                  <a:gd name="connsiteY169" fmla="*/ 54218 h 417926"/>
                  <a:gd name="connsiteX170" fmla="*/ 404372 w 415667"/>
                  <a:gd name="connsiteY170" fmla="*/ 47440 h 417926"/>
                  <a:gd name="connsiteX171" fmla="*/ 406631 w 415667"/>
                  <a:gd name="connsiteY171" fmla="*/ 45181 h 417926"/>
                  <a:gd name="connsiteX172" fmla="*/ 406631 w 415667"/>
                  <a:gd name="connsiteY172" fmla="*/ 40663 h 417926"/>
                  <a:gd name="connsiteX173" fmla="*/ 408890 w 415667"/>
                  <a:gd name="connsiteY173" fmla="*/ 38404 h 417926"/>
                  <a:gd name="connsiteX174" fmla="*/ 408890 w 415667"/>
                  <a:gd name="connsiteY174" fmla="*/ 31627 h 417926"/>
                  <a:gd name="connsiteX175" fmla="*/ 411149 w 415667"/>
                  <a:gd name="connsiteY175" fmla="*/ 29368 h 417926"/>
                  <a:gd name="connsiteX176" fmla="*/ 411149 w 415667"/>
                  <a:gd name="connsiteY176" fmla="*/ 20332 h 417926"/>
                  <a:gd name="connsiteX177" fmla="*/ 413408 w 415667"/>
                  <a:gd name="connsiteY177" fmla="*/ 18073 h 417926"/>
                  <a:gd name="connsiteX178" fmla="*/ 413408 w 415667"/>
                  <a:gd name="connsiteY178" fmla="*/ 11295 h 417926"/>
                  <a:gd name="connsiteX179" fmla="*/ 415668 w 415667"/>
                  <a:gd name="connsiteY179" fmla="*/ 9036 h 417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</a:cxnLst>
                <a:rect l="l" t="t" r="r" b="b"/>
                <a:pathLst>
                  <a:path w="415667" h="417926">
                    <a:moveTo>
                      <a:pt x="415668" y="0"/>
                    </a:moveTo>
                    <a:lnTo>
                      <a:pt x="338859" y="0"/>
                    </a:lnTo>
                    <a:lnTo>
                      <a:pt x="338859" y="2259"/>
                    </a:lnTo>
                    <a:lnTo>
                      <a:pt x="336600" y="4518"/>
                    </a:lnTo>
                    <a:lnTo>
                      <a:pt x="336600" y="11295"/>
                    </a:lnTo>
                    <a:lnTo>
                      <a:pt x="334341" y="13554"/>
                    </a:lnTo>
                    <a:lnTo>
                      <a:pt x="334341" y="20332"/>
                    </a:lnTo>
                    <a:lnTo>
                      <a:pt x="332082" y="22591"/>
                    </a:lnTo>
                    <a:lnTo>
                      <a:pt x="332082" y="29368"/>
                    </a:lnTo>
                    <a:lnTo>
                      <a:pt x="329823" y="31627"/>
                    </a:lnTo>
                    <a:lnTo>
                      <a:pt x="329823" y="36145"/>
                    </a:lnTo>
                    <a:lnTo>
                      <a:pt x="327564" y="38404"/>
                    </a:lnTo>
                    <a:lnTo>
                      <a:pt x="327564" y="42922"/>
                    </a:lnTo>
                    <a:lnTo>
                      <a:pt x="325305" y="45181"/>
                    </a:lnTo>
                    <a:lnTo>
                      <a:pt x="325305" y="49699"/>
                    </a:lnTo>
                    <a:lnTo>
                      <a:pt x="323046" y="51958"/>
                    </a:lnTo>
                    <a:lnTo>
                      <a:pt x="323046" y="56477"/>
                    </a:lnTo>
                    <a:lnTo>
                      <a:pt x="320787" y="58736"/>
                    </a:lnTo>
                    <a:lnTo>
                      <a:pt x="320787" y="60995"/>
                    </a:lnTo>
                    <a:lnTo>
                      <a:pt x="316269" y="67772"/>
                    </a:lnTo>
                    <a:lnTo>
                      <a:pt x="316269" y="72290"/>
                    </a:lnTo>
                    <a:lnTo>
                      <a:pt x="314010" y="74549"/>
                    </a:lnTo>
                    <a:lnTo>
                      <a:pt x="314010" y="76808"/>
                    </a:lnTo>
                    <a:lnTo>
                      <a:pt x="311751" y="79067"/>
                    </a:lnTo>
                    <a:lnTo>
                      <a:pt x="311751" y="81326"/>
                    </a:lnTo>
                    <a:lnTo>
                      <a:pt x="309492" y="83585"/>
                    </a:lnTo>
                    <a:lnTo>
                      <a:pt x="309492" y="85844"/>
                    </a:lnTo>
                    <a:lnTo>
                      <a:pt x="307233" y="88103"/>
                    </a:lnTo>
                    <a:lnTo>
                      <a:pt x="307233" y="90363"/>
                    </a:lnTo>
                    <a:lnTo>
                      <a:pt x="304973" y="92622"/>
                    </a:lnTo>
                    <a:lnTo>
                      <a:pt x="304973" y="94881"/>
                    </a:lnTo>
                    <a:lnTo>
                      <a:pt x="302714" y="97140"/>
                    </a:lnTo>
                    <a:lnTo>
                      <a:pt x="302714" y="99399"/>
                    </a:lnTo>
                    <a:lnTo>
                      <a:pt x="300455" y="101658"/>
                    </a:lnTo>
                    <a:lnTo>
                      <a:pt x="298196" y="108435"/>
                    </a:lnTo>
                    <a:lnTo>
                      <a:pt x="293678" y="112953"/>
                    </a:lnTo>
                    <a:lnTo>
                      <a:pt x="291419" y="119730"/>
                    </a:lnTo>
                    <a:lnTo>
                      <a:pt x="286901" y="124248"/>
                    </a:lnTo>
                    <a:lnTo>
                      <a:pt x="286901" y="126508"/>
                    </a:lnTo>
                    <a:lnTo>
                      <a:pt x="282383" y="131026"/>
                    </a:lnTo>
                    <a:lnTo>
                      <a:pt x="282383" y="133285"/>
                    </a:lnTo>
                    <a:lnTo>
                      <a:pt x="277865" y="137803"/>
                    </a:lnTo>
                    <a:lnTo>
                      <a:pt x="277865" y="140062"/>
                    </a:lnTo>
                    <a:lnTo>
                      <a:pt x="271088" y="146839"/>
                    </a:lnTo>
                    <a:lnTo>
                      <a:pt x="271088" y="149098"/>
                    </a:lnTo>
                    <a:lnTo>
                      <a:pt x="262051" y="158134"/>
                    </a:lnTo>
                    <a:lnTo>
                      <a:pt x="262051" y="160393"/>
                    </a:lnTo>
                    <a:lnTo>
                      <a:pt x="243979" y="178466"/>
                    </a:lnTo>
                    <a:lnTo>
                      <a:pt x="243979" y="180725"/>
                    </a:lnTo>
                    <a:lnTo>
                      <a:pt x="232683" y="192020"/>
                    </a:lnTo>
                    <a:lnTo>
                      <a:pt x="230424" y="192020"/>
                    </a:lnTo>
                    <a:lnTo>
                      <a:pt x="210093" y="212352"/>
                    </a:lnTo>
                    <a:lnTo>
                      <a:pt x="207834" y="212352"/>
                    </a:lnTo>
                    <a:lnTo>
                      <a:pt x="201057" y="219129"/>
                    </a:lnTo>
                    <a:lnTo>
                      <a:pt x="198798" y="219129"/>
                    </a:lnTo>
                    <a:lnTo>
                      <a:pt x="192020" y="225906"/>
                    </a:lnTo>
                    <a:lnTo>
                      <a:pt x="189761" y="225906"/>
                    </a:lnTo>
                    <a:lnTo>
                      <a:pt x="185243" y="230424"/>
                    </a:lnTo>
                    <a:lnTo>
                      <a:pt x="182984" y="230424"/>
                    </a:lnTo>
                    <a:lnTo>
                      <a:pt x="178466" y="234943"/>
                    </a:lnTo>
                    <a:lnTo>
                      <a:pt x="176207" y="234943"/>
                    </a:lnTo>
                    <a:lnTo>
                      <a:pt x="164912" y="243979"/>
                    </a:lnTo>
                    <a:lnTo>
                      <a:pt x="162653" y="243979"/>
                    </a:lnTo>
                    <a:lnTo>
                      <a:pt x="160393" y="246238"/>
                    </a:lnTo>
                    <a:lnTo>
                      <a:pt x="158134" y="246238"/>
                    </a:lnTo>
                    <a:lnTo>
                      <a:pt x="155875" y="248497"/>
                    </a:lnTo>
                    <a:lnTo>
                      <a:pt x="149098" y="250756"/>
                    </a:lnTo>
                    <a:lnTo>
                      <a:pt x="144580" y="255274"/>
                    </a:lnTo>
                    <a:lnTo>
                      <a:pt x="142321" y="255274"/>
                    </a:lnTo>
                    <a:lnTo>
                      <a:pt x="140062" y="257533"/>
                    </a:lnTo>
                    <a:lnTo>
                      <a:pt x="126508" y="257533"/>
                    </a:lnTo>
                    <a:lnTo>
                      <a:pt x="115212" y="246238"/>
                    </a:lnTo>
                    <a:lnTo>
                      <a:pt x="115212" y="171689"/>
                    </a:lnTo>
                    <a:lnTo>
                      <a:pt x="92622" y="194279"/>
                    </a:lnTo>
                    <a:lnTo>
                      <a:pt x="92622" y="196538"/>
                    </a:lnTo>
                    <a:lnTo>
                      <a:pt x="60995" y="228165"/>
                    </a:lnTo>
                    <a:lnTo>
                      <a:pt x="60995" y="230424"/>
                    </a:lnTo>
                    <a:lnTo>
                      <a:pt x="31627" y="259792"/>
                    </a:lnTo>
                    <a:lnTo>
                      <a:pt x="31627" y="262051"/>
                    </a:lnTo>
                    <a:lnTo>
                      <a:pt x="0" y="293678"/>
                    </a:lnTo>
                    <a:lnTo>
                      <a:pt x="0" y="295937"/>
                    </a:lnTo>
                    <a:lnTo>
                      <a:pt x="27109" y="323046"/>
                    </a:lnTo>
                    <a:lnTo>
                      <a:pt x="27109" y="325305"/>
                    </a:lnTo>
                    <a:lnTo>
                      <a:pt x="58736" y="356932"/>
                    </a:lnTo>
                    <a:lnTo>
                      <a:pt x="58736" y="359191"/>
                    </a:lnTo>
                    <a:lnTo>
                      <a:pt x="88103" y="388559"/>
                    </a:lnTo>
                    <a:lnTo>
                      <a:pt x="88103" y="390818"/>
                    </a:lnTo>
                    <a:lnTo>
                      <a:pt x="115212" y="417927"/>
                    </a:lnTo>
                    <a:lnTo>
                      <a:pt x="115212" y="356932"/>
                    </a:lnTo>
                    <a:lnTo>
                      <a:pt x="117471" y="354673"/>
                    </a:lnTo>
                    <a:lnTo>
                      <a:pt x="117471" y="352414"/>
                    </a:lnTo>
                    <a:lnTo>
                      <a:pt x="124248" y="345637"/>
                    </a:lnTo>
                    <a:lnTo>
                      <a:pt x="128767" y="345637"/>
                    </a:lnTo>
                    <a:lnTo>
                      <a:pt x="135544" y="341118"/>
                    </a:lnTo>
                    <a:lnTo>
                      <a:pt x="140062" y="341118"/>
                    </a:lnTo>
                    <a:lnTo>
                      <a:pt x="146839" y="336600"/>
                    </a:lnTo>
                    <a:lnTo>
                      <a:pt x="151357" y="336600"/>
                    </a:lnTo>
                    <a:lnTo>
                      <a:pt x="153616" y="334341"/>
                    </a:lnTo>
                    <a:lnTo>
                      <a:pt x="155875" y="334341"/>
                    </a:lnTo>
                    <a:lnTo>
                      <a:pt x="158134" y="332082"/>
                    </a:lnTo>
                    <a:lnTo>
                      <a:pt x="160393" y="332082"/>
                    </a:lnTo>
                    <a:lnTo>
                      <a:pt x="162653" y="329823"/>
                    </a:lnTo>
                    <a:lnTo>
                      <a:pt x="164912" y="329823"/>
                    </a:lnTo>
                    <a:lnTo>
                      <a:pt x="167171" y="327564"/>
                    </a:lnTo>
                    <a:lnTo>
                      <a:pt x="169430" y="327564"/>
                    </a:lnTo>
                    <a:lnTo>
                      <a:pt x="171689" y="325305"/>
                    </a:lnTo>
                    <a:lnTo>
                      <a:pt x="173948" y="325305"/>
                    </a:lnTo>
                    <a:lnTo>
                      <a:pt x="176207" y="323046"/>
                    </a:lnTo>
                    <a:lnTo>
                      <a:pt x="178466" y="323046"/>
                    </a:lnTo>
                    <a:lnTo>
                      <a:pt x="180725" y="320787"/>
                    </a:lnTo>
                    <a:lnTo>
                      <a:pt x="182984" y="320787"/>
                    </a:lnTo>
                    <a:lnTo>
                      <a:pt x="185243" y="318528"/>
                    </a:lnTo>
                    <a:lnTo>
                      <a:pt x="187502" y="318528"/>
                    </a:lnTo>
                    <a:lnTo>
                      <a:pt x="189761" y="316269"/>
                    </a:lnTo>
                    <a:lnTo>
                      <a:pt x="196538" y="314010"/>
                    </a:lnTo>
                    <a:lnTo>
                      <a:pt x="201057" y="309492"/>
                    </a:lnTo>
                    <a:lnTo>
                      <a:pt x="207834" y="307233"/>
                    </a:lnTo>
                    <a:lnTo>
                      <a:pt x="212352" y="302714"/>
                    </a:lnTo>
                    <a:lnTo>
                      <a:pt x="214611" y="302714"/>
                    </a:lnTo>
                    <a:lnTo>
                      <a:pt x="219129" y="298196"/>
                    </a:lnTo>
                    <a:lnTo>
                      <a:pt x="221388" y="298196"/>
                    </a:lnTo>
                    <a:lnTo>
                      <a:pt x="225906" y="293678"/>
                    </a:lnTo>
                    <a:lnTo>
                      <a:pt x="228165" y="293678"/>
                    </a:lnTo>
                    <a:lnTo>
                      <a:pt x="232683" y="289160"/>
                    </a:lnTo>
                    <a:lnTo>
                      <a:pt x="234943" y="289160"/>
                    </a:lnTo>
                    <a:lnTo>
                      <a:pt x="241720" y="282383"/>
                    </a:lnTo>
                    <a:lnTo>
                      <a:pt x="243979" y="282383"/>
                    </a:lnTo>
                    <a:lnTo>
                      <a:pt x="250756" y="275606"/>
                    </a:lnTo>
                    <a:lnTo>
                      <a:pt x="253015" y="275606"/>
                    </a:lnTo>
                    <a:lnTo>
                      <a:pt x="264310" y="264310"/>
                    </a:lnTo>
                    <a:lnTo>
                      <a:pt x="266569" y="264310"/>
                    </a:lnTo>
                    <a:lnTo>
                      <a:pt x="316269" y="214611"/>
                    </a:lnTo>
                    <a:lnTo>
                      <a:pt x="316269" y="212352"/>
                    </a:lnTo>
                    <a:lnTo>
                      <a:pt x="325305" y="203316"/>
                    </a:lnTo>
                    <a:lnTo>
                      <a:pt x="325305" y="201057"/>
                    </a:lnTo>
                    <a:lnTo>
                      <a:pt x="332082" y="194279"/>
                    </a:lnTo>
                    <a:lnTo>
                      <a:pt x="332082" y="192020"/>
                    </a:lnTo>
                    <a:lnTo>
                      <a:pt x="338859" y="185243"/>
                    </a:lnTo>
                    <a:lnTo>
                      <a:pt x="338859" y="182984"/>
                    </a:lnTo>
                    <a:lnTo>
                      <a:pt x="345637" y="176207"/>
                    </a:lnTo>
                    <a:lnTo>
                      <a:pt x="345637" y="173948"/>
                    </a:lnTo>
                    <a:lnTo>
                      <a:pt x="350155" y="169430"/>
                    </a:lnTo>
                    <a:lnTo>
                      <a:pt x="352414" y="162653"/>
                    </a:lnTo>
                    <a:lnTo>
                      <a:pt x="361450" y="151357"/>
                    </a:lnTo>
                    <a:lnTo>
                      <a:pt x="361450" y="149098"/>
                    </a:lnTo>
                    <a:lnTo>
                      <a:pt x="363709" y="146839"/>
                    </a:lnTo>
                    <a:lnTo>
                      <a:pt x="363709" y="144580"/>
                    </a:lnTo>
                    <a:lnTo>
                      <a:pt x="365968" y="142321"/>
                    </a:lnTo>
                    <a:lnTo>
                      <a:pt x="368227" y="135544"/>
                    </a:lnTo>
                    <a:lnTo>
                      <a:pt x="372745" y="131026"/>
                    </a:lnTo>
                    <a:lnTo>
                      <a:pt x="372745" y="128767"/>
                    </a:lnTo>
                    <a:lnTo>
                      <a:pt x="375004" y="126508"/>
                    </a:lnTo>
                    <a:lnTo>
                      <a:pt x="375004" y="124248"/>
                    </a:lnTo>
                    <a:lnTo>
                      <a:pt x="377263" y="121989"/>
                    </a:lnTo>
                    <a:lnTo>
                      <a:pt x="377263" y="119730"/>
                    </a:lnTo>
                    <a:lnTo>
                      <a:pt x="381782" y="112953"/>
                    </a:lnTo>
                    <a:lnTo>
                      <a:pt x="381782" y="108435"/>
                    </a:lnTo>
                    <a:lnTo>
                      <a:pt x="384041" y="106176"/>
                    </a:lnTo>
                    <a:lnTo>
                      <a:pt x="384041" y="103917"/>
                    </a:lnTo>
                    <a:lnTo>
                      <a:pt x="388559" y="97140"/>
                    </a:lnTo>
                    <a:lnTo>
                      <a:pt x="388559" y="92622"/>
                    </a:lnTo>
                    <a:lnTo>
                      <a:pt x="393077" y="85844"/>
                    </a:lnTo>
                    <a:lnTo>
                      <a:pt x="393077" y="81326"/>
                    </a:lnTo>
                    <a:lnTo>
                      <a:pt x="397595" y="74549"/>
                    </a:lnTo>
                    <a:lnTo>
                      <a:pt x="397595" y="70031"/>
                    </a:lnTo>
                    <a:lnTo>
                      <a:pt x="399854" y="67772"/>
                    </a:lnTo>
                    <a:lnTo>
                      <a:pt x="399854" y="63254"/>
                    </a:lnTo>
                    <a:lnTo>
                      <a:pt x="402113" y="60995"/>
                    </a:lnTo>
                    <a:lnTo>
                      <a:pt x="402113" y="56477"/>
                    </a:lnTo>
                    <a:lnTo>
                      <a:pt x="404372" y="54218"/>
                    </a:lnTo>
                    <a:lnTo>
                      <a:pt x="404372" y="47440"/>
                    </a:lnTo>
                    <a:lnTo>
                      <a:pt x="406631" y="45181"/>
                    </a:lnTo>
                    <a:lnTo>
                      <a:pt x="406631" y="40663"/>
                    </a:lnTo>
                    <a:lnTo>
                      <a:pt x="408890" y="38404"/>
                    </a:lnTo>
                    <a:lnTo>
                      <a:pt x="408890" y="31627"/>
                    </a:lnTo>
                    <a:lnTo>
                      <a:pt x="411149" y="29368"/>
                    </a:lnTo>
                    <a:lnTo>
                      <a:pt x="411149" y="20332"/>
                    </a:lnTo>
                    <a:lnTo>
                      <a:pt x="413408" y="18073"/>
                    </a:lnTo>
                    <a:lnTo>
                      <a:pt x="413408" y="11295"/>
                    </a:lnTo>
                    <a:lnTo>
                      <a:pt x="415668" y="9036"/>
                    </a:lnTo>
                    <a:close/>
                  </a:path>
                </a:pathLst>
              </a:custGeom>
              <a:solidFill>
                <a:srgbClr val="65D3F0"/>
              </a:solidFill>
              <a:ln w="22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39" name="任意形状 1138">
                <a:extLst>
                  <a:ext uri="{FF2B5EF4-FFF2-40B4-BE49-F238E27FC236}">
                    <a16:creationId xmlns:a16="http://schemas.microsoft.com/office/drawing/2014/main" id="{D2FC991C-CEBB-CB78-566B-B890DA0224E2}"/>
                  </a:ext>
                </a:extLst>
              </p:cNvPr>
              <p:cNvSpPr/>
              <p:nvPr/>
            </p:nvSpPr>
            <p:spPr>
              <a:xfrm>
                <a:off x="4420179" y="6438931"/>
                <a:ext cx="342687" cy="356835"/>
              </a:xfrm>
              <a:custGeom>
                <a:avLst/>
                <a:gdLst>
                  <a:gd name="connsiteX0" fmla="*/ 485698 w 492475"/>
                  <a:gd name="connsiteY0" fmla="*/ 2259 h 512807"/>
                  <a:gd name="connsiteX1" fmla="*/ 481180 w 492475"/>
                  <a:gd name="connsiteY1" fmla="*/ 2259 h 512807"/>
                  <a:gd name="connsiteX2" fmla="*/ 478921 w 492475"/>
                  <a:gd name="connsiteY2" fmla="*/ 0 h 512807"/>
                  <a:gd name="connsiteX3" fmla="*/ 361450 w 492475"/>
                  <a:gd name="connsiteY3" fmla="*/ 0 h 512807"/>
                  <a:gd name="connsiteX4" fmla="*/ 359191 w 492475"/>
                  <a:gd name="connsiteY4" fmla="*/ 2259 h 512807"/>
                  <a:gd name="connsiteX5" fmla="*/ 352414 w 492475"/>
                  <a:gd name="connsiteY5" fmla="*/ 4518 h 512807"/>
                  <a:gd name="connsiteX6" fmla="*/ 352414 w 492475"/>
                  <a:gd name="connsiteY6" fmla="*/ 6777 h 512807"/>
                  <a:gd name="connsiteX7" fmla="*/ 347896 w 492475"/>
                  <a:gd name="connsiteY7" fmla="*/ 13554 h 512807"/>
                  <a:gd name="connsiteX8" fmla="*/ 347896 w 492475"/>
                  <a:gd name="connsiteY8" fmla="*/ 22591 h 512807"/>
                  <a:gd name="connsiteX9" fmla="*/ 345637 w 492475"/>
                  <a:gd name="connsiteY9" fmla="*/ 24850 h 512807"/>
                  <a:gd name="connsiteX10" fmla="*/ 345637 w 492475"/>
                  <a:gd name="connsiteY10" fmla="*/ 33886 h 512807"/>
                  <a:gd name="connsiteX11" fmla="*/ 343378 w 492475"/>
                  <a:gd name="connsiteY11" fmla="*/ 36145 h 512807"/>
                  <a:gd name="connsiteX12" fmla="*/ 343378 w 492475"/>
                  <a:gd name="connsiteY12" fmla="*/ 42922 h 512807"/>
                  <a:gd name="connsiteX13" fmla="*/ 341118 w 492475"/>
                  <a:gd name="connsiteY13" fmla="*/ 45181 h 512807"/>
                  <a:gd name="connsiteX14" fmla="*/ 341118 w 492475"/>
                  <a:gd name="connsiteY14" fmla="*/ 49699 h 512807"/>
                  <a:gd name="connsiteX15" fmla="*/ 338859 w 492475"/>
                  <a:gd name="connsiteY15" fmla="*/ 51958 h 512807"/>
                  <a:gd name="connsiteX16" fmla="*/ 338859 w 492475"/>
                  <a:gd name="connsiteY16" fmla="*/ 58736 h 512807"/>
                  <a:gd name="connsiteX17" fmla="*/ 336600 w 492475"/>
                  <a:gd name="connsiteY17" fmla="*/ 60995 h 512807"/>
                  <a:gd name="connsiteX18" fmla="*/ 336600 w 492475"/>
                  <a:gd name="connsiteY18" fmla="*/ 65513 h 512807"/>
                  <a:gd name="connsiteX19" fmla="*/ 332082 w 492475"/>
                  <a:gd name="connsiteY19" fmla="*/ 72290 h 512807"/>
                  <a:gd name="connsiteX20" fmla="*/ 332082 w 492475"/>
                  <a:gd name="connsiteY20" fmla="*/ 76808 h 512807"/>
                  <a:gd name="connsiteX21" fmla="*/ 329823 w 492475"/>
                  <a:gd name="connsiteY21" fmla="*/ 79067 h 512807"/>
                  <a:gd name="connsiteX22" fmla="*/ 329823 w 492475"/>
                  <a:gd name="connsiteY22" fmla="*/ 83585 h 512807"/>
                  <a:gd name="connsiteX23" fmla="*/ 323046 w 492475"/>
                  <a:gd name="connsiteY23" fmla="*/ 94881 h 512807"/>
                  <a:gd name="connsiteX24" fmla="*/ 323046 w 492475"/>
                  <a:gd name="connsiteY24" fmla="*/ 99399 h 512807"/>
                  <a:gd name="connsiteX25" fmla="*/ 320787 w 492475"/>
                  <a:gd name="connsiteY25" fmla="*/ 101658 h 512807"/>
                  <a:gd name="connsiteX26" fmla="*/ 320787 w 492475"/>
                  <a:gd name="connsiteY26" fmla="*/ 103917 h 512807"/>
                  <a:gd name="connsiteX27" fmla="*/ 318528 w 492475"/>
                  <a:gd name="connsiteY27" fmla="*/ 106176 h 512807"/>
                  <a:gd name="connsiteX28" fmla="*/ 314010 w 492475"/>
                  <a:gd name="connsiteY28" fmla="*/ 117471 h 512807"/>
                  <a:gd name="connsiteX29" fmla="*/ 309492 w 492475"/>
                  <a:gd name="connsiteY29" fmla="*/ 121989 h 512807"/>
                  <a:gd name="connsiteX30" fmla="*/ 304973 w 492475"/>
                  <a:gd name="connsiteY30" fmla="*/ 133285 h 512807"/>
                  <a:gd name="connsiteX31" fmla="*/ 300455 w 492475"/>
                  <a:gd name="connsiteY31" fmla="*/ 137803 h 512807"/>
                  <a:gd name="connsiteX32" fmla="*/ 300455 w 492475"/>
                  <a:gd name="connsiteY32" fmla="*/ 140062 h 512807"/>
                  <a:gd name="connsiteX33" fmla="*/ 295937 w 492475"/>
                  <a:gd name="connsiteY33" fmla="*/ 144580 h 512807"/>
                  <a:gd name="connsiteX34" fmla="*/ 295937 w 492475"/>
                  <a:gd name="connsiteY34" fmla="*/ 146839 h 512807"/>
                  <a:gd name="connsiteX35" fmla="*/ 291419 w 492475"/>
                  <a:gd name="connsiteY35" fmla="*/ 151357 h 512807"/>
                  <a:gd name="connsiteX36" fmla="*/ 291419 w 492475"/>
                  <a:gd name="connsiteY36" fmla="*/ 153616 h 512807"/>
                  <a:gd name="connsiteX37" fmla="*/ 275606 w 492475"/>
                  <a:gd name="connsiteY37" fmla="*/ 171689 h 512807"/>
                  <a:gd name="connsiteX38" fmla="*/ 275606 w 492475"/>
                  <a:gd name="connsiteY38" fmla="*/ 173948 h 512807"/>
                  <a:gd name="connsiteX39" fmla="*/ 232683 w 492475"/>
                  <a:gd name="connsiteY39" fmla="*/ 216870 h 512807"/>
                  <a:gd name="connsiteX40" fmla="*/ 230424 w 492475"/>
                  <a:gd name="connsiteY40" fmla="*/ 216870 h 512807"/>
                  <a:gd name="connsiteX41" fmla="*/ 221388 w 492475"/>
                  <a:gd name="connsiteY41" fmla="*/ 225906 h 512807"/>
                  <a:gd name="connsiteX42" fmla="*/ 219129 w 492475"/>
                  <a:gd name="connsiteY42" fmla="*/ 225906 h 512807"/>
                  <a:gd name="connsiteX43" fmla="*/ 212352 w 492475"/>
                  <a:gd name="connsiteY43" fmla="*/ 232683 h 512807"/>
                  <a:gd name="connsiteX44" fmla="*/ 210093 w 492475"/>
                  <a:gd name="connsiteY44" fmla="*/ 232683 h 512807"/>
                  <a:gd name="connsiteX45" fmla="*/ 198798 w 492475"/>
                  <a:gd name="connsiteY45" fmla="*/ 241720 h 512807"/>
                  <a:gd name="connsiteX46" fmla="*/ 196538 w 492475"/>
                  <a:gd name="connsiteY46" fmla="*/ 241720 h 512807"/>
                  <a:gd name="connsiteX47" fmla="*/ 194279 w 492475"/>
                  <a:gd name="connsiteY47" fmla="*/ 243979 h 512807"/>
                  <a:gd name="connsiteX48" fmla="*/ 189761 w 492475"/>
                  <a:gd name="connsiteY48" fmla="*/ 239461 h 512807"/>
                  <a:gd name="connsiteX49" fmla="*/ 189761 w 492475"/>
                  <a:gd name="connsiteY49" fmla="*/ 155875 h 512807"/>
                  <a:gd name="connsiteX50" fmla="*/ 187502 w 492475"/>
                  <a:gd name="connsiteY50" fmla="*/ 153616 h 512807"/>
                  <a:gd name="connsiteX51" fmla="*/ 187502 w 492475"/>
                  <a:gd name="connsiteY51" fmla="*/ 151357 h 512807"/>
                  <a:gd name="connsiteX52" fmla="*/ 180725 w 492475"/>
                  <a:gd name="connsiteY52" fmla="*/ 144580 h 512807"/>
                  <a:gd name="connsiteX53" fmla="*/ 167171 w 492475"/>
                  <a:gd name="connsiteY53" fmla="*/ 144580 h 512807"/>
                  <a:gd name="connsiteX54" fmla="*/ 160393 w 492475"/>
                  <a:gd name="connsiteY54" fmla="*/ 149098 h 512807"/>
                  <a:gd name="connsiteX55" fmla="*/ 160393 w 492475"/>
                  <a:gd name="connsiteY55" fmla="*/ 151357 h 512807"/>
                  <a:gd name="connsiteX56" fmla="*/ 131026 w 492475"/>
                  <a:gd name="connsiteY56" fmla="*/ 180725 h 512807"/>
                  <a:gd name="connsiteX57" fmla="*/ 131026 w 492475"/>
                  <a:gd name="connsiteY57" fmla="*/ 182984 h 512807"/>
                  <a:gd name="connsiteX58" fmla="*/ 101658 w 492475"/>
                  <a:gd name="connsiteY58" fmla="*/ 212352 h 512807"/>
                  <a:gd name="connsiteX59" fmla="*/ 101658 w 492475"/>
                  <a:gd name="connsiteY59" fmla="*/ 214611 h 512807"/>
                  <a:gd name="connsiteX60" fmla="*/ 70031 w 492475"/>
                  <a:gd name="connsiteY60" fmla="*/ 246238 h 512807"/>
                  <a:gd name="connsiteX61" fmla="*/ 70031 w 492475"/>
                  <a:gd name="connsiteY61" fmla="*/ 248497 h 512807"/>
                  <a:gd name="connsiteX62" fmla="*/ 40663 w 492475"/>
                  <a:gd name="connsiteY62" fmla="*/ 277865 h 512807"/>
                  <a:gd name="connsiteX63" fmla="*/ 40663 w 492475"/>
                  <a:gd name="connsiteY63" fmla="*/ 280124 h 512807"/>
                  <a:gd name="connsiteX64" fmla="*/ 11295 w 492475"/>
                  <a:gd name="connsiteY64" fmla="*/ 309492 h 512807"/>
                  <a:gd name="connsiteX65" fmla="*/ 11295 w 492475"/>
                  <a:gd name="connsiteY65" fmla="*/ 311751 h 512807"/>
                  <a:gd name="connsiteX66" fmla="*/ 2259 w 492475"/>
                  <a:gd name="connsiteY66" fmla="*/ 320787 h 512807"/>
                  <a:gd name="connsiteX67" fmla="*/ 2259 w 492475"/>
                  <a:gd name="connsiteY67" fmla="*/ 323046 h 512807"/>
                  <a:gd name="connsiteX68" fmla="*/ 0 w 492475"/>
                  <a:gd name="connsiteY68" fmla="*/ 325305 h 512807"/>
                  <a:gd name="connsiteX69" fmla="*/ 0 w 492475"/>
                  <a:gd name="connsiteY69" fmla="*/ 332082 h 512807"/>
                  <a:gd name="connsiteX70" fmla="*/ 2259 w 492475"/>
                  <a:gd name="connsiteY70" fmla="*/ 334341 h 512807"/>
                  <a:gd name="connsiteX71" fmla="*/ 2259 w 492475"/>
                  <a:gd name="connsiteY71" fmla="*/ 336600 h 512807"/>
                  <a:gd name="connsiteX72" fmla="*/ 6777 w 492475"/>
                  <a:gd name="connsiteY72" fmla="*/ 341118 h 512807"/>
                  <a:gd name="connsiteX73" fmla="*/ 6777 w 492475"/>
                  <a:gd name="connsiteY73" fmla="*/ 343378 h 512807"/>
                  <a:gd name="connsiteX74" fmla="*/ 67772 w 492475"/>
                  <a:gd name="connsiteY74" fmla="*/ 406631 h 512807"/>
                  <a:gd name="connsiteX75" fmla="*/ 67772 w 492475"/>
                  <a:gd name="connsiteY75" fmla="*/ 408890 h 512807"/>
                  <a:gd name="connsiteX76" fmla="*/ 97140 w 492475"/>
                  <a:gd name="connsiteY76" fmla="*/ 438258 h 512807"/>
                  <a:gd name="connsiteX77" fmla="*/ 97140 w 492475"/>
                  <a:gd name="connsiteY77" fmla="*/ 440517 h 512807"/>
                  <a:gd name="connsiteX78" fmla="*/ 128767 w 492475"/>
                  <a:gd name="connsiteY78" fmla="*/ 472144 h 512807"/>
                  <a:gd name="connsiteX79" fmla="*/ 128767 w 492475"/>
                  <a:gd name="connsiteY79" fmla="*/ 474403 h 512807"/>
                  <a:gd name="connsiteX80" fmla="*/ 158134 w 492475"/>
                  <a:gd name="connsiteY80" fmla="*/ 503771 h 512807"/>
                  <a:gd name="connsiteX81" fmla="*/ 158134 w 492475"/>
                  <a:gd name="connsiteY81" fmla="*/ 506030 h 512807"/>
                  <a:gd name="connsiteX82" fmla="*/ 162653 w 492475"/>
                  <a:gd name="connsiteY82" fmla="*/ 510548 h 512807"/>
                  <a:gd name="connsiteX83" fmla="*/ 164912 w 492475"/>
                  <a:gd name="connsiteY83" fmla="*/ 510548 h 512807"/>
                  <a:gd name="connsiteX84" fmla="*/ 167171 w 492475"/>
                  <a:gd name="connsiteY84" fmla="*/ 512807 h 512807"/>
                  <a:gd name="connsiteX85" fmla="*/ 180725 w 492475"/>
                  <a:gd name="connsiteY85" fmla="*/ 512807 h 512807"/>
                  <a:gd name="connsiteX86" fmla="*/ 187502 w 492475"/>
                  <a:gd name="connsiteY86" fmla="*/ 506030 h 512807"/>
                  <a:gd name="connsiteX87" fmla="*/ 187502 w 492475"/>
                  <a:gd name="connsiteY87" fmla="*/ 503771 h 512807"/>
                  <a:gd name="connsiteX88" fmla="*/ 189761 w 492475"/>
                  <a:gd name="connsiteY88" fmla="*/ 501512 h 512807"/>
                  <a:gd name="connsiteX89" fmla="*/ 189761 w 492475"/>
                  <a:gd name="connsiteY89" fmla="*/ 408890 h 512807"/>
                  <a:gd name="connsiteX90" fmla="*/ 194279 w 492475"/>
                  <a:gd name="connsiteY90" fmla="*/ 404372 h 512807"/>
                  <a:gd name="connsiteX91" fmla="*/ 198798 w 492475"/>
                  <a:gd name="connsiteY91" fmla="*/ 404372 h 512807"/>
                  <a:gd name="connsiteX92" fmla="*/ 214611 w 492475"/>
                  <a:gd name="connsiteY92" fmla="*/ 395336 h 512807"/>
                  <a:gd name="connsiteX93" fmla="*/ 219129 w 492475"/>
                  <a:gd name="connsiteY93" fmla="*/ 395336 h 512807"/>
                  <a:gd name="connsiteX94" fmla="*/ 221388 w 492475"/>
                  <a:gd name="connsiteY94" fmla="*/ 393077 h 512807"/>
                  <a:gd name="connsiteX95" fmla="*/ 223647 w 492475"/>
                  <a:gd name="connsiteY95" fmla="*/ 393077 h 512807"/>
                  <a:gd name="connsiteX96" fmla="*/ 225906 w 492475"/>
                  <a:gd name="connsiteY96" fmla="*/ 390818 h 512807"/>
                  <a:gd name="connsiteX97" fmla="*/ 228165 w 492475"/>
                  <a:gd name="connsiteY97" fmla="*/ 390818 h 512807"/>
                  <a:gd name="connsiteX98" fmla="*/ 230424 w 492475"/>
                  <a:gd name="connsiteY98" fmla="*/ 388559 h 512807"/>
                  <a:gd name="connsiteX99" fmla="*/ 232683 w 492475"/>
                  <a:gd name="connsiteY99" fmla="*/ 388559 h 512807"/>
                  <a:gd name="connsiteX100" fmla="*/ 234943 w 492475"/>
                  <a:gd name="connsiteY100" fmla="*/ 386300 h 512807"/>
                  <a:gd name="connsiteX101" fmla="*/ 246238 w 492475"/>
                  <a:gd name="connsiteY101" fmla="*/ 381782 h 512807"/>
                  <a:gd name="connsiteX102" fmla="*/ 250756 w 492475"/>
                  <a:gd name="connsiteY102" fmla="*/ 377263 h 512807"/>
                  <a:gd name="connsiteX103" fmla="*/ 262051 w 492475"/>
                  <a:gd name="connsiteY103" fmla="*/ 372745 h 512807"/>
                  <a:gd name="connsiteX104" fmla="*/ 266569 w 492475"/>
                  <a:gd name="connsiteY104" fmla="*/ 368227 h 512807"/>
                  <a:gd name="connsiteX105" fmla="*/ 273347 w 492475"/>
                  <a:gd name="connsiteY105" fmla="*/ 365968 h 512807"/>
                  <a:gd name="connsiteX106" fmla="*/ 277865 w 492475"/>
                  <a:gd name="connsiteY106" fmla="*/ 361450 h 512807"/>
                  <a:gd name="connsiteX107" fmla="*/ 280124 w 492475"/>
                  <a:gd name="connsiteY107" fmla="*/ 361450 h 512807"/>
                  <a:gd name="connsiteX108" fmla="*/ 284642 w 492475"/>
                  <a:gd name="connsiteY108" fmla="*/ 356932 h 512807"/>
                  <a:gd name="connsiteX109" fmla="*/ 286901 w 492475"/>
                  <a:gd name="connsiteY109" fmla="*/ 356932 h 512807"/>
                  <a:gd name="connsiteX110" fmla="*/ 291419 w 492475"/>
                  <a:gd name="connsiteY110" fmla="*/ 352414 h 512807"/>
                  <a:gd name="connsiteX111" fmla="*/ 293678 w 492475"/>
                  <a:gd name="connsiteY111" fmla="*/ 352414 h 512807"/>
                  <a:gd name="connsiteX112" fmla="*/ 300455 w 492475"/>
                  <a:gd name="connsiteY112" fmla="*/ 345637 h 512807"/>
                  <a:gd name="connsiteX113" fmla="*/ 302714 w 492475"/>
                  <a:gd name="connsiteY113" fmla="*/ 345637 h 512807"/>
                  <a:gd name="connsiteX114" fmla="*/ 309492 w 492475"/>
                  <a:gd name="connsiteY114" fmla="*/ 338859 h 512807"/>
                  <a:gd name="connsiteX115" fmla="*/ 311751 w 492475"/>
                  <a:gd name="connsiteY115" fmla="*/ 338859 h 512807"/>
                  <a:gd name="connsiteX116" fmla="*/ 320787 w 492475"/>
                  <a:gd name="connsiteY116" fmla="*/ 329823 h 512807"/>
                  <a:gd name="connsiteX117" fmla="*/ 323046 w 492475"/>
                  <a:gd name="connsiteY117" fmla="*/ 329823 h 512807"/>
                  <a:gd name="connsiteX118" fmla="*/ 336600 w 492475"/>
                  <a:gd name="connsiteY118" fmla="*/ 316269 h 512807"/>
                  <a:gd name="connsiteX119" fmla="*/ 338859 w 492475"/>
                  <a:gd name="connsiteY119" fmla="*/ 316269 h 512807"/>
                  <a:gd name="connsiteX120" fmla="*/ 375004 w 492475"/>
                  <a:gd name="connsiteY120" fmla="*/ 280124 h 512807"/>
                  <a:gd name="connsiteX121" fmla="*/ 375004 w 492475"/>
                  <a:gd name="connsiteY121" fmla="*/ 277865 h 512807"/>
                  <a:gd name="connsiteX122" fmla="*/ 388559 w 492475"/>
                  <a:gd name="connsiteY122" fmla="*/ 264310 h 512807"/>
                  <a:gd name="connsiteX123" fmla="*/ 388559 w 492475"/>
                  <a:gd name="connsiteY123" fmla="*/ 262051 h 512807"/>
                  <a:gd name="connsiteX124" fmla="*/ 404372 w 492475"/>
                  <a:gd name="connsiteY124" fmla="*/ 243979 h 512807"/>
                  <a:gd name="connsiteX125" fmla="*/ 404372 w 492475"/>
                  <a:gd name="connsiteY125" fmla="*/ 241720 h 512807"/>
                  <a:gd name="connsiteX126" fmla="*/ 408890 w 492475"/>
                  <a:gd name="connsiteY126" fmla="*/ 237202 h 512807"/>
                  <a:gd name="connsiteX127" fmla="*/ 408890 w 492475"/>
                  <a:gd name="connsiteY127" fmla="*/ 234943 h 512807"/>
                  <a:gd name="connsiteX128" fmla="*/ 413408 w 492475"/>
                  <a:gd name="connsiteY128" fmla="*/ 230424 h 512807"/>
                  <a:gd name="connsiteX129" fmla="*/ 413408 w 492475"/>
                  <a:gd name="connsiteY129" fmla="*/ 228165 h 512807"/>
                  <a:gd name="connsiteX130" fmla="*/ 420186 w 492475"/>
                  <a:gd name="connsiteY130" fmla="*/ 221388 h 512807"/>
                  <a:gd name="connsiteX131" fmla="*/ 422445 w 492475"/>
                  <a:gd name="connsiteY131" fmla="*/ 214611 h 512807"/>
                  <a:gd name="connsiteX132" fmla="*/ 426963 w 492475"/>
                  <a:gd name="connsiteY132" fmla="*/ 210093 h 512807"/>
                  <a:gd name="connsiteX133" fmla="*/ 429222 w 492475"/>
                  <a:gd name="connsiteY133" fmla="*/ 203316 h 512807"/>
                  <a:gd name="connsiteX134" fmla="*/ 433740 w 492475"/>
                  <a:gd name="connsiteY134" fmla="*/ 198798 h 512807"/>
                  <a:gd name="connsiteX135" fmla="*/ 433740 w 492475"/>
                  <a:gd name="connsiteY135" fmla="*/ 196538 h 512807"/>
                  <a:gd name="connsiteX136" fmla="*/ 435999 w 492475"/>
                  <a:gd name="connsiteY136" fmla="*/ 194279 h 512807"/>
                  <a:gd name="connsiteX137" fmla="*/ 440517 w 492475"/>
                  <a:gd name="connsiteY137" fmla="*/ 182984 h 512807"/>
                  <a:gd name="connsiteX138" fmla="*/ 445035 w 492475"/>
                  <a:gd name="connsiteY138" fmla="*/ 178466 h 512807"/>
                  <a:gd name="connsiteX139" fmla="*/ 445035 w 492475"/>
                  <a:gd name="connsiteY139" fmla="*/ 176207 h 512807"/>
                  <a:gd name="connsiteX140" fmla="*/ 449553 w 492475"/>
                  <a:gd name="connsiteY140" fmla="*/ 169430 h 512807"/>
                  <a:gd name="connsiteX141" fmla="*/ 449553 w 492475"/>
                  <a:gd name="connsiteY141" fmla="*/ 164912 h 512807"/>
                  <a:gd name="connsiteX142" fmla="*/ 451813 w 492475"/>
                  <a:gd name="connsiteY142" fmla="*/ 162653 h 512807"/>
                  <a:gd name="connsiteX143" fmla="*/ 451813 w 492475"/>
                  <a:gd name="connsiteY143" fmla="*/ 160393 h 512807"/>
                  <a:gd name="connsiteX144" fmla="*/ 460849 w 492475"/>
                  <a:gd name="connsiteY144" fmla="*/ 144580 h 512807"/>
                  <a:gd name="connsiteX145" fmla="*/ 460849 w 492475"/>
                  <a:gd name="connsiteY145" fmla="*/ 140062 h 512807"/>
                  <a:gd name="connsiteX146" fmla="*/ 465367 w 492475"/>
                  <a:gd name="connsiteY146" fmla="*/ 133285 h 512807"/>
                  <a:gd name="connsiteX147" fmla="*/ 465367 w 492475"/>
                  <a:gd name="connsiteY147" fmla="*/ 128767 h 512807"/>
                  <a:gd name="connsiteX148" fmla="*/ 467626 w 492475"/>
                  <a:gd name="connsiteY148" fmla="*/ 126508 h 512807"/>
                  <a:gd name="connsiteX149" fmla="*/ 467626 w 492475"/>
                  <a:gd name="connsiteY149" fmla="*/ 121989 h 512807"/>
                  <a:gd name="connsiteX150" fmla="*/ 469885 w 492475"/>
                  <a:gd name="connsiteY150" fmla="*/ 119730 h 512807"/>
                  <a:gd name="connsiteX151" fmla="*/ 469885 w 492475"/>
                  <a:gd name="connsiteY151" fmla="*/ 115212 h 512807"/>
                  <a:gd name="connsiteX152" fmla="*/ 472144 w 492475"/>
                  <a:gd name="connsiteY152" fmla="*/ 112953 h 512807"/>
                  <a:gd name="connsiteX153" fmla="*/ 472144 w 492475"/>
                  <a:gd name="connsiteY153" fmla="*/ 108435 h 512807"/>
                  <a:gd name="connsiteX154" fmla="*/ 474403 w 492475"/>
                  <a:gd name="connsiteY154" fmla="*/ 106176 h 512807"/>
                  <a:gd name="connsiteX155" fmla="*/ 474403 w 492475"/>
                  <a:gd name="connsiteY155" fmla="*/ 101658 h 512807"/>
                  <a:gd name="connsiteX156" fmla="*/ 476662 w 492475"/>
                  <a:gd name="connsiteY156" fmla="*/ 99399 h 512807"/>
                  <a:gd name="connsiteX157" fmla="*/ 476662 w 492475"/>
                  <a:gd name="connsiteY157" fmla="*/ 94881 h 512807"/>
                  <a:gd name="connsiteX158" fmla="*/ 478921 w 492475"/>
                  <a:gd name="connsiteY158" fmla="*/ 92622 h 512807"/>
                  <a:gd name="connsiteX159" fmla="*/ 478921 w 492475"/>
                  <a:gd name="connsiteY159" fmla="*/ 85844 h 512807"/>
                  <a:gd name="connsiteX160" fmla="*/ 481180 w 492475"/>
                  <a:gd name="connsiteY160" fmla="*/ 83585 h 512807"/>
                  <a:gd name="connsiteX161" fmla="*/ 481180 w 492475"/>
                  <a:gd name="connsiteY161" fmla="*/ 79067 h 512807"/>
                  <a:gd name="connsiteX162" fmla="*/ 483439 w 492475"/>
                  <a:gd name="connsiteY162" fmla="*/ 76808 h 512807"/>
                  <a:gd name="connsiteX163" fmla="*/ 483439 w 492475"/>
                  <a:gd name="connsiteY163" fmla="*/ 70031 h 512807"/>
                  <a:gd name="connsiteX164" fmla="*/ 485698 w 492475"/>
                  <a:gd name="connsiteY164" fmla="*/ 67772 h 512807"/>
                  <a:gd name="connsiteX165" fmla="*/ 485698 w 492475"/>
                  <a:gd name="connsiteY165" fmla="*/ 58736 h 512807"/>
                  <a:gd name="connsiteX166" fmla="*/ 487958 w 492475"/>
                  <a:gd name="connsiteY166" fmla="*/ 56477 h 512807"/>
                  <a:gd name="connsiteX167" fmla="*/ 487958 w 492475"/>
                  <a:gd name="connsiteY167" fmla="*/ 47440 h 512807"/>
                  <a:gd name="connsiteX168" fmla="*/ 490217 w 492475"/>
                  <a:gd name="connsiteY168" fmla="*/ 45181 h 512807"/>
                  <a:gd name="connsiteX169" fmla="*/ 490217 w 492475"/>
                  <a:gd name="connsiteY169" fmla="*/ 33886 h 512807"/>
                  <a:gd name="connsiteX170" fmla="*/ 492476 w 492475"/>
                  <a:gd name="connsiteY170" fmla="*/ 31627 h 512807"/>
                  <a:gd name="connsiteX171" fmla="*/ 492476 w 492475"/>
                  <a:gd name="connsiteY171" fmla="*/ 9036 h 512807"/>
                  <a:gd name="connsiteX172" fmla="*/ 456331 w 492475"/>
                  <a:gd name="connsiteY172" fmla="*/ 29368 h 512807"/>
                  <a:gd name="connsiteX173" fmla="*/ 379523 w 492475"/>
                  <a:gd name="connsiteY173" fmla="*/ 29368 h 512807"/>
                  <a:gd name="connsiteX174" fmla="*/ 375004 w 492475"/>
                  <a:gd name="connsiteY174" fmla="*/ 33886 h 512807"/>
                  <a:gd name="connsiteX175" fmla="*/ 375004 w 492475"/>
                  <a:gd name="connsiteY175" fmla="*/ 36145 h 512807"/>
                  <a:gd name="connsiteX176" fmla="*/ 372745 w 492475"/>
                  <a:gd name="connsiteY176" fmla="*/ 38404 h 512807"/>
                  <a:gd name="connsiteX177" fmla="*/ 372745 w 492475"/>
                  <a:gd name="connsiteY177" fmla="*/ 45181 h 512807"/>
                  <a:gd name="connsiteX178" fmla="*/ 370486 w 492475"/>
                  <a:gd name="connsiteY178" fmla="*/ 47440 h 512807"/>
                  <a:gd name="connsiteX179" fmla="*/ 370486 w 492475"/>
                  <a:gd name="connsiteY179" fmla="*/ 54218 h 512807"/>
                  <a:gd name="connsiteX180" fmla="*/ 368227 w 492475"/>
                  <a:gd name="connsiteY180" fmla="*/ 56477 h 512807"/>
                  <a:gd name="connsiteX181" fmla="*/ 368227 w 492475"/>
                  <a:gd name="connsiteY181" fmla="*/ 63254 h 512807"/>
                  <a:gd name="connsiteX182" fmla="*/ 365968 w 492475"/>
                  <a:gd name="connsiteY182" fmla="*/ 65513 h 512807"/>
                  <a:gd name="connsiteX183" fmla="*/ 365968 w 492475"/>
                  <a:gd name="connsiteY183" fmla="*/ 70031 h 512807"/>
                  <a:gd name="connsiteX184" fmla="*/ 363709 w 492475"/>
                  <a:gd name="connsiteY184" fmla="*/ 72290 h 512807"/>
                  <a:gd name="connsiteX185" fmla="*/ 363709 w 492475"/>
                  <a:gd name="connsiteY185" fmla="*/ 76808 h 512807"/>
                  <a:gd name="connsiteX186" fmla="*/ 361450 w 492475"/>
                  <a:gd name="connsiteY186" fmla="*/ 79067 h 512807"/>
                  <a:gd name="connsiteX187" fmla="*/ 361450 w 492475"/>
                  <a:gd name="connsiteY187" fmla="*/ 83585 h 512807"/>
                  <a:gd name="connsiteX188" fmla="*/ 356932 w 492475"/>
                  <a:gd name="connsiteY188" fmla="*/ 90363 h 512807"/>
                  <a:gd name="connsiteX189" fmla="*/ 356932 w 492475"/>
                  <a:gd name="connsiteY189" fmla="*/ 94881 h 512807"/>
                  <a:gd name="connsiteX190" fmla="*/ 352414 w 492475"/>
                  <a:gd name="connsiteY190" fmla="*/ 101658 h 512807"/>
                  <a:gd name="connsiteX191" fmla="*/ 352414 w 492475"/>
                  <a:gd name="connsiteY191" fmla="*/ 106176 h 512807"/>
                  <a:gd name="connsiteX192" fmla="*/ 350155 w 492475"/>
                  <a:gd name="connsiteY192" fmla="*/ 108435 h 512807"/>
                  <a:gd name="connsiteX193" fmla="*/ 350155 w 492475"/>
                  <a:gd name="connsiteY193" fmla="*/ 110694 h 512807"/>
                  <a:gd name="connsiteX194" fmla="*/ 347896 w 492475"/>
                  <a:gd name="connsiteY194" fmla="*/ 112953 h 512807"/>
                  <a:gd name="connsiteX195" fmla="*/ 347896 w 492475"/>
                  <a:gd name="connsiteY195" fmla="*/ 115212 h 512807"/>
                  <a:gd name="connsiteX196" fmla="*/ 345637 w 492475"/>
                  <a:gd name="connsiteY196" fmla="*/ 117471 h 512807"/>
                  <a:gd name="connsiteX197" fmla="*/ 345637 w 492475"/>
                  <a:gd name="connsiteY197" fmla="*/ 119730 h 512807"/>
                  <a:gd name="connsiteX198" fmla="*/ 343378 w 492475"/>
                  <a:gd name="connsiteY198" fmla="*/ 121989 h 512807"/>
                  <a:gd name="connsiteX199" fmla="*/ 343378 w 492475"/>
                  <a:gd name="connsiteY199" fmla="*/ 124248 h 512807"/>
                  <a:gd name="connsiteX200" fmla="*/ 341118 w 492475"/>
                  <a:gd name="connsiteY200" fmla="*/ 126508 h 512807"/>
                  <a:gd name="connsiteX201" fmla="*/ 338859 w 492475"/>
                  <a:gd name="connsiteY201" fmla="*/ 133285 h 512807"/>
                  <a:gd name="connsiteX202" fmla="*/ 334341 w 492475"/>
                  <a:gd name="connsiteY202" fmla="*/ 137803 h 512807"/>
                  <a:gd name="connsiteX203" fmla="*/ 334341 w 492475"/>
                  <a:gd name="connsiteY203" fmla="*/ 140062 h 512807"/>
                  <a:gd name="connsiteX204" fmla="*/ 332082 w 492475"/>
                  <a:gd name="connsiteY204" fmla="*/ 142321 h 512807"/>
                  <a:gd name="connsiteX205" fmla="*/ 329823 w 492475"/>
                  <a:gd name="connsiteY205" fmla="*/ 149098 h 512807"/>
                  <a:gd name="connsiteX206" fmla="*/ 325305 w 492475"/>
                  <a:gd name="connsiteY206" fmla="*/ 153616 h 512807"/>
                  <a:gd name="connsiteX207" fmla="*/ 325305 w 492475"/>
                  <a:gd name="connsiteY207" fmla="*/ 155875 h 512807"/>
                  <a:gd name="connsiteX208" fmla="*/ 320787 w 492475"/>
                  <a:gd name="connsiteY208" fmla="*/ 160393 h 512807"/>
                  <a:gd name="connsiteX209" fmla="*/ 320787 w 492475"/>
                  <a:gd name="connsiteY209" fmla="*/ 162653 h 512807"/>
                  <a:gd name="connsiteX210" fmla="*/ 316269 w 492475"/>
                  <a:gd name="connsiteY210" fmla="*/ 167171 h 512807"/>
                  <a:gd name="connsiteX211" fmla="*/ 316269 w 492475"/>
                  <a:gd name="connsiteY211" fmla="*/ 169430 h 512807"/>
                  <a:gd name="connsiteX212" fmla="*/ 309492 w 492475"/>
                  <a:gd name="connsiteY212" fmla="*/ 176207 h 512807"/>
                  <a:gd name="connsiteX213" fmla="*/ 309492 w 492475"/>
                  <a:gd name="connsiteY213" fmla="*/ 178466 h 512807"/>
                  <a:gd name="connsiteX214" fmla="*/ 302714 w 492475"/>
                  <a:gd name="connsiteY214" fmla="*/ 185243 h 512807"/>
                  <a:gd name="connsiteX215" fmla="*/ 302714 w 492475"/>
                  <a:gd name="connsiteY215" fmla="*/ 187502 h 512807"/>
                  <a:gd name="connsiteX216" fmla="*/ 291419 w 492475"/>
                  <a:gd name="connsiteY216" fmla="*/ 198798 h 512807"/>
                  <a:gd name="connsiteX217" fmla="*/ 291419 w 492475"/>
                  <a:gd name="connsiteY217" fmla="*/ 201057 h 512807"/>
                  <a:gd name="connsiteX218" fmla="*/ 259792 w 492475"/>
                  <a:gd name="connsiteY218" fmla="*/ 232683 h 512807"/>
                  <a:gd name="connsiteX219" fmla="*/ 257533 w 492475"/>
                  <a:gd name="connsiteY219" fmla="*/ 232683 h 512807"/>
                  <a:gd name="connsiteX220" fmla="*/ 246238 w 492475"/>
                  <a:gd name="connsiteY220" fmla="*/ 243979 h 512807"/>
                  <a:gd name="connsiteX221" fmla="*/ 243979 w 492475"/>
                  <a:gd name="connsiteY221" fmla="*/ 243979 h 512807"/>
                  <a:gd name="connsiteX222" fmla="*/ 234943 w 492475"/>
                  <a:gd name="connsiteY222" fmla="*/ 253015 h 512807"/>
                  <a:gd name="connsiteX223" fmla="*/ 232683 w 492475"/>
                  <a:gd name="connsiteY223" fmla="*/ 253015 h 512807"/>
                  <a:gd name="connsiteX224" fmla="*/ 228165 w 492475"/>
                  <a:gd name="connsiteY224" fmla="*/ 257533 h 512807"/>
                  <a:gd name="connsiteX225" fmla="*/ 225906 w 492475"/>
                  <a:gd name="connsiteY225" fmla="*/ 257533 h 512807"/>
                  <a:gd name="connsiteX226" fmla="*/ 219129 w 492475"/>
                  <a:gd name="connsiteY226" fmla="*/ 264310 h 512807"/>
                  <a:gd name="connsiteX227" fmla="*/ 212352 w 492475"/>
                  <a:gd name="connsiteY227" fmla="*/ 266569 h 512807"/>
                  <a:gd name="connsiteX228" fmla="*/ 201057 w 492475"/>
                  <a:gd name="connsiteY228" fmla="*/ 275606 h 512807"/>
                  <a:gd name="connsiteX229" fmla="*/ 198798 w 492475"/>
                  <a:gd name="connsiteY229" fmla="*/ 275606 h 512807"/>
                  <a:gd name="connsiteX230" fmla="*/ 196538 w 492475"/>
                  <a:gd name="connsiteY230" fmla="*/ 277865 h 512807"/>
                  <a:gd name="connsiteX231" fmla="*/ 194279 w 492475"/>
                  <a:gd name="connsiteY231" fmla="*/ 277865 h 512807"/>
                  <a:gd name="connsiteX232" fmla="*/ 192020 w 492475"/>
                  <a:gd name="connsiteY232" fmla="*/ 280124 h 512807"/>
                  <a:gd name="connsiteX233" fmla="*/ 189761 w 492475"/>
                  <a:gd name="connsiteY233" fmla="*/ 280124 h 512807"/>
                  <a:gd name="connsiteX234" fmla="*/ 187502 w 492475"/>
                  <a:gd name="connsiteY234" fmla="*/ 282383 h 512807"/>
                  <a:gd name="connsiteX235" fmla="*/ 185243 w 492475"/>
                  <a:gd name="connsiteY235" fmla="*/ 282383 h 512807"/>
                  <a:gd name="connsiteX236" fmla="*/ 178466 w 492475"/>
                  <a:gd name="connsiteY236" fmla="*/ 286901 h 512807"/>
                  <a:gd name="connsiteX237" fmla="*/ 169430 w 492475"/>
                  <a:gd name="connsiteY237" fmla="*/ 286901 h 512807"/>
                  <a:gd name="connsiteX238" fmla="*/ 162653 w 492475"/>
                  <a:gd name="connsiteY238" fmla="*/ 282383 h 512807"/>
                  <a:gd name="connsiteX239" fmla="*/ 162653 w 492475"/>
                  <a:gd name="connsiteY239" fmla="*/ 280124 h 512807"/>
                  <a:gd name="connsiteX240" fmla="*/ 160393 w 492475"/>
                  <a:gd name="connsiteY240" fmla="*/ 277865 h 512807"/>
                  <a:gd name="connsiteX241" fmla="*/ 160393 w 492475"/>
                  <a:gd name="connsiteY241" fmla="*/ 203316 h 512807"/>
                  <a:gd name="connsiteX242" fmla="*/ 155875 w 492475"/>
                  <a:gd name="connsiteY242" fmla="*/ 198798 h 512807"/>
                  <a:gd name="connsiteX243" fmla="*/ 142321 w 492475"/>
                  <a:gd name="connsiteY243" fmla="*/ 212352 h 512807"/>
                  <a:gd name="connsiteX244" fmla="*/ 142321 w 492475"/>
                  <a:gd name="connsiteY244" fmla="*/ 214611 h 512807"/>
                  <a:gd name="connsiteX245" fmla="*/ 112953 w 492475"/>
                  <a:gd name="connsiteY245" fmla="*/ 243979 h 512807"/>
                  <a:gd name="connsiteX246" fmla="*/ 112953 w 492475"/>
                  <a:gd name="connsiteY246" fmla="*/ 246238 h 512807"/>
                  <a:gd name="connsiteX247" fmla="*/ 81326 w 492475"/>
                  <a:gd name="connsiteY247" fmla="*/ 277865 h 512807"/>
                  <a:gd name="connsiteX248" fmla="*/ 81326 w 492475"/>
                  <a:gd name="connsiteY248" fmla="*/ 280124 h 512807"/>
                  <a:gd name="connsiteX249" fmla="*/ 51958 w 492475"/>
                  <a:gd name="connsiteY249" fmla="*/ 309492 h 512807"/>
                  <a:gd name="connsiteX250" fmla="*/ 51958 w 492475"/>
                  <a:gd name="connsiteY250" fmla="*/ 311751 h 512807"/>
                  <a:gd name="connsiteX251" fmla="*/ 36145 w 492475"/>
                  <a:gd name="connsiteY251" fmla="*/ 327564 h 512807"/>
                  <a:gd name="connsiteX252" fmla="*/ 36145 w 492475"/>
                  <a:gd name="connsiteY252" fmla="*/ 329823 h 512807"/>
                  <a:gd name="connsiteX253" fmla="*/ 49699 w 492475"/>
                  <a:gd name="connsiteY253" fmla="*/ 343378 h 512807"/>
                  <a:gd name="connsiteX254" fmla="*/ 49699 w 492475"/>
                  <a:gd name="connsiteY254" fmla="*/ 345637 h 512807"/>
                  <a:gd name="connsiteX255" fmla="*/ 79067 w 492475"/>
                  <a:gd name="connsiteY255" fmla="*/ 375004 h 512807"/>
                  <a:gd name="connsiteX256" fmla="*/ 79067 w 492475"/>
                  <a:gd name="connsiteY256" fmla="*/ 377263 h 512807"/>
                  <a:gd name="connsiteX257" fmla="*/ 108435 w 492475"/>
                  <a:gd name="connsiteY257" fmla="*/ 406631 h 512807"/>
                  <a:gd name="connsiteX258" fmla="*/ 108435 w 492475"/>
                  <a:gd name="connsiteY258" fmla="*/ 408890 h 512807"/>
                  <a:gd name="connsiteX259" fmla="*/ 140062 w 492475"/>
                  <a:gd name="connsiteY259" fmla="*/ 440517 h 512807"/>
                  <a:gd name="connsiteX260" fmla="*/ 140062 w 492475"/>
                  <a:gd name="connsiteY260" fmla="*/ 442776 h 512807"/>
                  <a:gd name="connsiteX261" fmla="*/ 155875 w 492475"/>
                  <a:gd name="connsiteY261" fmla="*/ 458590 h 512807"/>
                  <a:gd name="connsiteX262" fmla="*/ 160393 w 492475"/>
                  <a:gd name="connsiteY262" fmla="*/ 454072 h 512807"/>
                  <a:gd name="connsiteX263" fmla="*/ 160393 w 492475"/>
                  <a:gd name="connsiteY263" fmla="*/ 390818 h 512807"/>
                  <a:gd name="connsiteX264" fmla="*/ 167171 w 492475"/>
                  <a:gd name="connsiteY264" fmla="*/ 384041 h 512807"/>
                  <a:gd name="connsiteX265" fmla="*/ 169430 w 492475"/>
                  <a:gd name="connsiteY265" fmla="*/ 384041 h 512807"/>
                  <a:gd name="connsiteX266" fmla="*/ 176207 w 492475"/>
                  <a:gd name="connsiteY266" fmla="*/ 379523 h 512807"/>
                  <a:gd name="connsiteX267" fmla="*/ 180725 w 492475"/>
                  <a:gd name="connsiteY267" fmla="*/ 379523 h 512807"/>
                  <a:gd name="connsiteX268" fmla="*/ 187502 w 492475"/>
                  <a:gd name="connsiteY268" fmla="*/ 375004 h 512807"/>
                  <a:gd name="connsiteX269" fmla="*/ 192020 w 492475"/>
                  <a:gd name="connsiteY269" fmla="*/ 375004 h 512807"/>
                  <a:gd name="connsiteX270" fmla="*/ 194279 w 492475"/>
                  <a:gd name="connsiteY270" fmla="*/ 372745 h 512807"/>
                  <a:gd name="connsiteX271" fmla="*/ 196538 w 492475"/>
                  <a:gd name="connsiteY271" fmla="*/ 372745 h 512807"/>
                  <a:gd name="connsiteX272" fmla="*/ 203316 w 492475"/>
                  <a:gd name="connsiteY272" fmla="*/ 368227 h 512807"/>
                  <a:gd name="connsiteX273" fmla="*/ 207834 w 492475"/>
                  <a:gd name="connsiteY273" fmla="*/ 368227 h 512807"/>
                  <a:gd name="connsiteX274" fmla="*/ 210093 w 492475"/>
                  <a:gd name="connsiteY274" fmla="*/ 365968 h 512807"/>
                  <a:gd name="connsiteX275" fmla="*/ 212352 w 492475"/>
                  <a:gd name="connsiteY275" fmla="*/ 365968 h 512807"/>
                  <a:gd name="connsiteX276" fmla="*/ 214611 w 492475"/>
                  <a:gd name="connsiteY276" fmla="*/ 363709 h 512807"/>
                  <a:gd name="connsiteX277" fmla="*/ 216870 w 492475"/>
                  <a:gd name="connsiteY277" fmla="*/ 363709 h 512807"/>
                  <a:gd name="connsiteX278" fmla="*/ 219129 w 492475"/>
                  <a:gd name="connsiteY278" fmla="*/ 361450 h 512807"/>
                  <a:gd name="connsiteX279" fmla="*/ 225906 w 492475"/>
                  <a:gd name="connsiteY279" fmla="*/ 359191 h 512807"/>
                  <a:gd name="connsiteX280" fmla="*/ 230424 w 492475"/>
                  <a:gd name="connsiteY280" fmla="*/ 354673 h 512807"/>
                  <a:gd name="connsiteX281" fmla="*/ 232683 w 492475"/>
                  <a:gd name="connsiteY281" fmla="*/ 354673 h 512807"/>
                  <a:gd name="connsiteX282" fmla="*/ 234943 w 492475"/>
                  <a:gd name="connsiteY282" fmla="*/ 352414 h 512807"/>
                  <a:gd name="connsiteX283" fmla="*/ 241720 w 492475"/>
                  <a:gd name="connsiteY283" fmla="*/ 350155 h 512807"/>
                  <a:gd name="connsiteX284" fmla="*/ 246238 w 492475"/>
                  <a:gd name="connsiteY284" fmla="*/ 345637 h 512807"/>
                  <a:gd name="connsiteX285" fmla="*/ 253015 w 492475"/>
                  <a:gd name="connsiteY285" fmla="*/ 343378 h 512807"/>
                  <a:gd name="connsiteX286" fmla="*/ 257533 w 492475"/>
                  <a:gd name="connsiteY286" fmla="*/ 338859 h 512807"/>
                  <a:gd name="connsiteX287" fmla="*/ 259792 w 492475"/>
                  <a:gd name="connsiteY287" fmla="*/ 338859 h 512807"/>
                  <a:gd name="connsiteX288" fmla="*/ 264310 w 492475"/>
                  <a:gd name="connsiteY288" fmla="*/ 334341 h 512807"/>
                  <a:gd name="connsiteX289" fmla="*/ 266569 w 492475"/>
                  <a:gd name="connsiteY289" fmla="*/ 334341 h 512807"/>
                  <a:gd name="connsiteX290" fmla="*/ 271088 w 492475"/>
                  <a:gd name="connsiteY290" fmla="*/ 329823 h 512807"/>
                  <a:gd name="connsiteX291" fmla="*/ 273347 w 492475"/>
                  <a:gd name="connsiteY291" fmla="*/ 329823 h 512807"/>
                  <a:gd name="connsiteX292" fmla="*/ 277865 w 492475"/>
                  <a:gd name="connsiteY292" fmla="*/ 325305 h 512807"/>
                  <a:gd name="connsiteX293" fmla="*/ 280124 w 492475"/>
                  <a:gd name="connsiteY293" fmla="*/ 325305 h 512807"/>
                  <a:gd name="connsiteX294" fmla="*/ 286901 w 492475"/>
                  <a:gd name="connsiteY294" fmla="*/ 318528 h 512807"/>
                  <a:gd name="connsiteX295" fmla="*/ 289160 w 492475"/>
                  <a:gd name="connsiteY295" fmla="*/ 318528 h 512807"/>
                  <a:gd name="connsiteX296" fmla="*/ 298196 w 492475"/>
                  <a:gd name="connsiteY296" fmla="*/ 309492 h 512807"/>
                  <a:gd name="connsiteX297" fmla="*/ 300455 w 492475"/>
                  <a:gd name="connsiteY297" fmla="*/ 309492 h 512807"/>
                  <a:gd name="connsiteX298" fmla="*/ 314010 w 492475"/>
                  <a:gd name="connsiteY298" fmla="*/ 295937 h 512807"/>
                  <a:gd name="connsiteX299" fmla="*/ 316269 w 492475"/>
                  <a:gd name="connsiteY299" fmla="*/ 295937 h 512807"/>
                  <a:gd name="connsiteX300" fmla="*/ 354673 w 492475"/>
                  <a:gd name="connsiteY300" fmla="*/ 257533 h 512807"/>
                  <a:gd name="connsiteX301" fmla="*/ 354673 w 492475"/>
                  <a:gd name="connsiteY301" fmla="*/ 255274 h 512807"/>
                  <a:gd name="connsiteX302" fmla="*/ 365968 w 492475"/>
                  <a:gd name="connsiteY302" fmla="*/ 243979 h 512807"/>
                  <a:gd name="connsiteX303" fmla="*/ 365968 w 492475"/>
                  <a:gd name="connsiteY303" fmla="*/ 241720 h 512807"/>
                  <a:gd name="connsiteX304" fmla="*/ 375004 w 492475"/>
                  <a:gd name="connsiteY304" fmla="*/ 232683 h 512807"/>
                  <a:gd name="connsiteX305" fmla="*/ 375004 w 492475"/>
                  <a:gd name="connsiteY305" fmla="*/ 230424 h 512807"/>
                  <a:gd name="connsiteX306" fmla="*/ 381782 w 492475"/>
                  <a:gd name="connsiteY306" fmla="*/ 223647 h 512807"/>
                  <a:gd name="connsiteX307" fmla="*/ 381782 w 492475"/>
                  <a:gd name="connsiteY307" fmla="*/ 221388 h 512807"/>
                  <a:gd name="connsiteX308" fmla="*/ 386300 w 492475"/>
                  <a:gd name="connsiteY308" fmla="*/ 216870 h 512807"/>
                  <a:gd name="connsiteX309" fmla="*/ 386300 w 492475"/>
                  <a:gd name="connsiteY309" fmla="*/ 214611 h 512807"/>
                  <a:gd name="connsiteX310" fmla="*/ 390818 w 492475"/>
                  <a:gd name="connsiteY310" fmla="*/ 210093 h 512807"/>
                  <a:gd name="connsiteX311" fmla="*/ 390818 w 492475"/>
                  <a:gd name="connsiteY311" fmla="*/ 207834 h 512807"/>
                  <a:gd name="connsiteX312" fmla="*/ 395336 w 492475"/>
                  <a:gd name="connsiteY312" fmla="*/ 203316 h 512807"/>
                  <a:gd name="connsiteX313" fmla="*/ 395336 w 492475"/>
                  <a:gd name="connsiteY313" fmla="*/ 201057 h 512807"/>
                  <a:gd name="connsiteX314" fmla="*/ 404372 w 492475"/>
                  <a:gd name="connsiteY314" fmla="*/ 189761 h 512807"/>
                  <a:gd name="connsiteX315" fmla="*/ 404372 w 492475"/>
                  <a:gd name="connsiteY315" fmla="*/ 187502 h 512807"/>
                  <a:gd name="connsiteX316" fmla="*/ 406631 w 492475"/>
                  <a:gd name="connsiteY316" fmla="*/ 185243 h 512807"/>
                  <a:gd name="connsiteX317" fmla="*/ 408890 w 492475"/>
                  <a:gd name="connsiteY317" fmla="*/ 178466 h 512807"/>
                  <a:gd name="connsiteX318" fmla="*/ 413408 w 492475"/>
                  <a:gd name="connsiteY318" fmla="*/ 173948 h 512807"/>
                  <a:gd name="connsiteX319" fmla="*/ 413408 w 492475"/>
                  <a:gd name="connsiteY319" fmla="*/ 171689 h 512807"/>
                  <a:gd name="connsiteX320" fmla="*/ 415668 w 492475"/>
                  <a:gd name="connsiteY320" fmla="*/ 169430 h 512807"/>
                  <a:gd name="connsiteX321" fmla="*/ 415668 w 492475"/>
                  <a:gd name="connsiteY321" fmla="*/ 167171 h 512807"/>
                  <a:gd name="connsiteX322" fmla="*/ 417927 w 492475"/>
                  <a:gd name="connsiteY322" fmla="*/ 164912 h 512807"/>
                  <a:gd name="connsiteX323" fmla="*/ 417927 w 492475"/>
                  <a:gd name="connsiteY323" fmla="*/ 162653 h 512807"/>
                  <a:gd name="connsiteX324" fmla="*/ 420186 w 492475"/>
                  <a:gd name="connsiteY324" fmla="*/ 160393 h 512807"/>
                  <a:gd name="connsiteX325" fmla="*/ 420186 w 492475"/>
                  <a:gd name="connsiteY325" fmla="*/ 158134 h 512807"/>
                  <a:gd name="connsiteX326" fmla="*/ 422445 w 492475"/>
                  <a:gd name="connsiteY326" fmla="*/ 155875 h 512807"/>
                  <a:gd name="connsiteX327" fmla="*/ 422445 w 492475"/>
                  <a:gd name="connsiteY327" fmla="*/ 153616 h 512807"/>
                  <a:gd name="connsiteX328" fmla="*/ 424704 w 492475"/>
                  <a:gd name="connsiteY328" fmla="*/ 151357 h 512807"/>
                  <a:gd name="connsiteX329" fmla="*/ 424704 w 492475"/>
                  <a:gd name="connsiteY329" fmla="*/ 149098 h 512807"/>
                  <a:gd name="connsiteX330" fmla="*/ 429222 w 492475"/>
                  <a:gd name="connsiteY330" fmla="*/ 142321 h 512807"/>
                  <a:gd name="connsiteX331" fmla="*/ 429222 w 492475"/>
                  <a:gd name="connsiteY331" fmla="*/ 137803 h 512807"/>
                  <a:gd name="connsiteX332" fmla="*/ 431481 w 492475"/>
                  <a:gd name="connsiteY332" fmla="*/ 135544 h 512807"/>
                  <a:gd name="connsiteX333" fmla="*/ 431481 w 492475"/>
                  <a:gd name="connsiteY333" fmla="*/ 133285 h 512807"/>
                  <a:gd name="connsiteX334" fmla="*/ 435999 w 492475"/>
                  <a:gd name="connsiteY334" fmla="*/ 126508 h 512807"/>
                  <a:gd name="connsiteX335" fmla="*/ 435999 w 492475"/>
                  <a:gd name="connsiteY335" fmla="*/ 121989 h 512807"/>
                  <a:gd name="connsiteX336" fmla="*/ 440517 w 492475"/>
                  <a:gd name="connsiteY336" fmla="*/ 115212 h 512807"/>
                  <a:gd name="connsiteX337" fmla="*/ 440517 w 492475"/>
                  <a:gd name="connsiteY337" fmla="*/ 110694 h 512807"/>
                  <a:gd name="connsiteX338" fmla="*/ 442776 w 492475"/>
                  <a:gd name="connsiteY338" fmla="*/ 108435 h 512807"/>
                  <a:gd name="connsiteX339" fmla="*/ 442776 w 492475"/>
                  <a:gd name="connsiteY339" fmla="*/ 103917 h 512807"/>
                  <a:gd name="connsiteX340" fmla="*/ 445035 w 492475"/>
                  <a:gd name="connsiteY340" fmla="*/ 101658 h 512807"/>
                  <a:gd name="connsiteX341" fmla="*/ 445035 w 492475"/>
                  <a:gd name="connsiteY341" fmla="*/ 97140 h 512807"/>
                  <a:gd name="connsiteX342" fmla="*/ 447294 w 492475"/>
                  <a:gd name="connsiteY342" fmla="*/ 94881 h 512807"/>
                  <a:gd name="connsiteX343" fmla="*/ 447294 w 492475"/>
                  <a:gd name="connsiteY343" fmla="*/ 90363 h 512807"/>
                  <a:gd name="connsiteX344" fmla="*/ 449553 w 492475"/>
                  <a:gd name="connsiteY344" fmla="*/ 88103 h 512807"/>
                  <a:gd name="connsiteX345" fmla="*/ 449553 w 492475"/>
                  <a:gd name="connsiteY345" fmla="*/ 81326 h 512807"/>
                  <a:gd name="connsiteX346" fmla="*/ 451813 w 492475"/>
                  <a:gd name="connsiteY346" fmla="*/ 79067 h 512807"/>
                  <a:gd name="connsiteX347" fmla="*/ 451813 w 492475"/>
                  <a:gd name="connsiteY347" fmla="*/ 74549 h 512807"/>
                  <a:gd name="connsiteX348" fmla="*/ 454072 w 492475"/>
                  <a:gd name="connsiteY348" fmla="*/ 72290 h 512807"/>
                  <a:gd name="connsiteX349" fmla="*/ 454072 w 492475"/>
                  <a:gd name="connsiteY349" fmla="*/ 65513 h 512807"/>
                  <a:gd name="connsiteX350" fmla="*/ 456331 w 492475"/>
                  <a:gd name="connsiteY350" fmla="*/ 63254 h 512807"/>
                  <a:gd name="connsiteX351" fmla="*/ 456331 w 492475"/>
                  <a:gd name="connsiteY351" fmla="*/ 54218 h 512807"/>
                  <a:gd name="connsiteX352" fmla="*/ 458590 w 492475"/>
                  <a:gd name="connsiteY352" fmla="*/ 51958 h 512807"/>
                  <a:gd name="connsiteX353" fmla="*/ 458590 w 492475"/>
                  <a:gd name="connsiteY353" fmla="*/ 45181 h 512807"/>
                  <a:gd name="connsiteX354" fmla="*/ 460849 w 492475"/>
                  <a:gd name="connsiteY354" fmla="*/ 42922 h 512807"/>
                  <a:gd name="connsiteX355" fmla="*/ 460849 w 492475"/>
                  <a:gd name="connsiteY355" fmla="*/ 33886 h 512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</a:cxnLst>
                <a:rect l="l" t="t" r="r" b="b"/>
                <a:pathLst>
                  <a:path w="492475" h="512807">
                    <a:moveTo>
                      <a:pt x="485698" y="2259"/>
                    </a:moveTo>
                    <a:lnTo>
                      <a:pt x="481180" y="2259"/>
                    </a:lnTo>
                    <a:lnTo>
                      <a:pt x="478921" y="0"/>
                    </a:lnTo>
                    <a:lnTo>
                      <a:pt x="361450" y="0"/>
                    </a:lnTo>
                    <a:lnTo>
                      <a:pt x="359191" y="2259"/>
                    </a:lnTo>
                    <a:lnTo>
                      <a:pt x="352414" y="4518"/>
                    </a:lnTo>
                    <a:lnTo>
                      <a:pt x="352414" y="6777"/>
                    </a:lnTo>
                    <a:lnTo>
                      <a:pt x="347896" y="13554"/>
                    </a:lnTo>
                    <a:lnTo>
                      <a:pt x="347896" y="22591"/>
                    </a:lnTo>
                    <a:lnTo>
                      <a:pt x="345637" y="24850"/>
                    </a:lnTo>
                    <a:lnTo>
                      <a:pt x="345637" y="33886"/>
                    </a:lnTo>
                    <a:lnTo>
                      <a:pt x="343378" y="36145"/>
                    </a:lnTo>
                    <a:lnTo>
                      <a:pt x="343378" y="42922"/>
                    </a:lnTo>
                    <a:lnTo>
                      <a:pt x="341118" y="45181"/>
                    </a:lnTo>
                    <a:lnTo>
                      <a:pt x="341118" y="49699"/>
                    </a:lnTo>
                    <a:lnTo>
                      <a:pt x="338859" y="51958"/>
                    </a:lnTo>
                    <a:lnTo>
                      <a:pt x="338859" y="58736"/>
                    </a:lnTo>
                    <a:lnTo>
                      <a:pt x="336600" y="60995"/>
                    </a:lnTo>
                    <a:lnTo>
                      <a:pt x="336600" y="65513"/>
                    </a:lnTo>
                    <a:lnTo>
                      <a:pt x="332082" y="72290"/>
                    </a:lnTo>
                    <a:lnTo>
                      <a:pt x="332082" y="76808"/>
                    </a:lnTo>
                    <a:lnTo>
                      <a:pt x="329823" y="79067"/>
                    </a:lnTo>
                    <a:lnTo>
                      <a:pt x="329823" y="83585"/>
                    </a:lnTo>
                    <a:lnTo>
                      <a:pt x="323046" y="94881"/>
                    </a:lnTo>
                    <a:lnTo>
                      <a:pt x="323046" y="99399"/>
                    </a:lnTo>
                    <a:lnTo>
                      <a:pt x="320787" y="101658"/>
                    </a:lnTo>
                    <a:lnTo>
                      <a:pt x="320787" y="103917"/>
                    </a:lnTo>
                    <a:lnTo>
                      <a:pt x="318528" y="106176"/>
                    </a:lnTo>
                    <a:lnTo>
                      <a:pt x="314010" y="117471"/>
                    </a:lnTo>
                    <a:lnTo>
                      <a:pt x="309492" y="121989"/>
                    </a:lnTo>
                    <a:lnTo>
                      <a:pt x="304973" y="133285"/>
                    </a:lnTo>
                    <a:lnTo>
                      <a:pt x="300455" y="137803"/>
                    </a:lnTo>
                    <a:lnTo>
                      <a:pt x="300455" y="140062"/>
                    </a:lnTo>
                    <a:lnTo>
                      <a:pt x="295937" y="144580"/>
                    </a:lnTo>
                    <a:lnTo>
                      <a:pt x="295937" y="146839"/>
                    </a:lnTo>
                    <a:lnTo>
                      <a:pt x="291419" y="151357"/>
                    </a:lnTo>
                    <a:lnTo>
                      <a:pt x="291419" y="153616"/>
                    </a:lnTo>
                    <a:lnTo>
                      <a:pt x="275606" y="171689"/>
                    </a:lnTo>
                    <a:lnTo>
                      <a:pt x="275606" y="173948"/>
                    </a:lnTo>
                    <a:lnTo>
                      <a:pt x="232683" y="216870"/>
                    </a:lnTo>
                    <a:lnTo>
                      <a:pt x="230424" y="216870"/>
                    </a:lnTo>
                    <a:lnTo>
                      <a:pt x="221388" y="225906"/>
                    </a:lnTo>
                    <a:lnTo>
                      <a:pt x="219129" y="225906"/>
                    </a:lnTo>
                    <a:lnTo>
                      <a:pt x="212352" y="232683"/>
                    </a:lnTo>
                    <a:lnTo>
                      <a:pt x="210093" y="232683"/>
                    </a:lnTo>
                    <a:lnTo>
                      <a:pt x="198798" y="241720"/>
                    </a:lnTo>
                    <a:lnTo>
                      <a:pt x="196538" y="241720"/>
                    </a:lnTo>
                    <a:lnTo>
                      <a:pt x="194279" y="243979"/>
                    </a:lnTo>
                    <a:lnTo>
                      <a:pt x="189761" y="239461"/>
                    </a:lnTo>
                    <a:lnTo>
                      <a:pt x="189761" y="155875"/>
                    </a:lnTo>
                    <a:lnTo>
                      <a:pt x="187502" y="153616"/>
                    </a:lnTo>
                    <a:lnTo>
                      <a:pt x="187502" y="151357"/>
                    </a:lnTo>
                    <a:lnTo>
                      <a:pt x="180725" y="144580"/>
                    </a:lnTo>
                    <a:lnTo>
                      <a:pt x="167171" y="144580"/>
                    </a:lnTo>
                    <a:lnTo>
                      <a:pt x="160393" y="149098"/>
                    </a:lnTo>
                    <a:lnTo>
                      <a:pt x="160393" y="151357"/>
                    </a:lnTo>
                    <a:lnTo>
                      <a:pt x="131026" y="180725"/>
                    </a:lnTo>
                    <a:lnTo>
                      <a:pt x="131026" y="182984"/>
                    </a:lnTo>
                    <a:lnTo>
                      <a:pt x="101658" y="212352"/>
                    </a:lnTo>
                    <a:lnTo>
                      <a:pt x="101658" y="214611"/>
                    </a:lnTo>
                    <a:lnTo>
                      <a:pt x="70031" y="246238"/>
                    </a:lnTo>
                    <a:lnTo>
                      <a:pt x="70031" y="248497"/>
                    </a:lnTo>
                    <a:lnTo>
                      <a:pt x="40663" y="277865"/>
                    </a:lnTo>
                    <a:lnTo>
                      <a:pt x="40663" y="280124"/>
                    </a:lnTo>
                    <a:lnTo>
                      <a:pt x="11295" y="309492"/>
                    </a:lnTo>
                    <a:lnTo>
                      <a:pt x="11295" y="311751"/>
                    </a:lnTo>
                    <a:lnTo>
                      <a:pt x="2259" y="320787"/>
                    </a:lnTo>
                    <a:lnTo>
                      <a:pt x="2259" y="323046"/>
                    </a:lnTo>
                    <a:lnTo>
                      <a:pt x="0" y="325305"/>
                    </a:lnTo>
                    <a:lnTo>
                      <a:pt x="0" y="332082"/>
                    </a:lnTo>
                    <a:lnTo>
                      <a:pt x="2259" y="334341"/>
                    </a:lnTo>
                    <a:lnTo>
                      <a:pt x="2259" y="336600"/>
                    </a:lnTo>
                    <a:lnTo>
                      <a:pt x="6777" y="341118"/>
                    </a:lnTo>
                    <a:lnTo>
                      <a:pt x="6777" y="343378"/>
                    </a:lnTo>
                    <a:lnTo>
                      <a:pt x="67772" y="406631"/>
                    </a:lnTo>
                    <a:lnTo>
                      <a:pt x="67772" y="408890"/>
                    </a:lnTo>
                    <a:lnTo>
                      <a:pt x="97140" y="438258"/>
                    </a:lnTo>
                    <a:lnTo>
                      <a:pt x="97140" y="440517"/>
                    </a:lnTo>
                    <a:lnTo>
                      <a:pt x="128767" y="472144"/>
                    </a:lnTo>
                    <a:lnTo>
                      <a:pt x="128767" y="474403"/>
                    </a:lnTo>
                    <a:lnTo>
                      <a:pt x="158134" y="503771"/>
                    </a:lnTo>
                    <a:lnTo>
                      <a:pt x="158134" y="506030"/>
                    </a:lnTo>
                    <a:lnTo>
                      <a:pt x="162653" y="510548"/>
                    </a:lnTo>
                    <a:lnTo>
                      <a:pt x="164912" y="510548"/>
                    </a:lnTo>
                    <a:lnTo>
                      <a:pt x="167171" y="512807"/>
                    </a:lnTo>
                    <a:lnTo>
                      <a:pt x="180725" y="512807"/>
                    </a:lnTo>
                    <a:lnTo>
                      <a:pt x="187502" y="506030"/>
                    </a:lnTo>
                    <a:lnTo>
                      <a:pt x="187502" y="503771"/>
                    </a:lnTo>
                    <a:lnTo>
                      <a:pt x="189761" y="501512"/>
                    </a:lnTo>
                    <a:lnTo>
                      <a:pt x="189761" y="408890"/>
                    </a:lnTo>
                    <a:lnTo>
                      <a:pt x="194279" y="404372"/>
                    </a:lnTo>
                    <a:lnTo>
                      <a:pt x="198798" y="404372"/>
                    </a:lnTo>
                    <a:lnTo>
                      <a:pt x="214611" y="395336"/>
                    </a:lnTo>
                    <a:lnTo>
                      <a:pt x="219129" y="395336"/>
                    </a:lnTo>
                    <a:lnTo>
                      <a:pt x="221388" y="393077"/>
                    </a:lnTo>
                    <a:lnTo>
                      <a:pt x="223647" y="393077"/>
                    </a:lnTo>
                    <a:lnTo>
                      <a:pt x="225906" y="390818"/>
                    </a:lnTo>
                    <a:lnTo>
                      <a:pt x="228165" y="390818"/>
                    </a:lnTo>
                    <a:lnTo>
                      <a:pt x="230424" y="388559"/>
                    </a:lnTo>
                    <a:lnTo>
                      <a:pt x="232683" y="388559"/>
                    </a:lnTo>
                    <a:lnTo>
                      <a:pt x="234943" y="386300"/>
                    </a:lnTo>
                    <a:lnTo>
                      <a:pt x="246238" y="381782"/>
                    </a:lnTo>
                    <a:lnTo>
                      <a:pt x="250756" y="377263"/>
                    </a:lnTo>
                    <a:lnTo>
                      <a:pt x="262051" y="372745"/>
                    </a:lnTo>
                    <a:lnTo>
                      <a:pt x="266569" y="368227"/>
                    </a:lnTo>
                    <a:lnTo>
                      <a:pt x="273347" y="365968"/>
                    </a:lnTo>
                    <a:lnTo>
                      <a:pt x="277865" y="361450"/>
                    </a:lnTo>
                    <a:lnTo>
                      <a:pt x="280124" y="361450"/>
                    </a:lnTo>
                    <a:lnTo>
                      <a:pt x="284642" y="356932"/>
                    </a:lnTo>
                    <a:lnTo>
                      <a:pt x="286901" y="356932"/>
                    </a:lnTo>
                    <a:lnTo>
                      <a:pt x="291419" y="352414"/>
                    </a:lnTo>
                    <a:lnTo>
                      <a:pt x="293678" y="352414"/>
                    </a:lnTo>
                    <a:lnTo>
                      <a:pt x="300455" y="345637"/>
                    </a:lnTo>
                    <a:lnTo>
                      <a:pt x="302714" y="345637"/>
                    </a:lnTo>
                    <a:lnTo>
                      <a:pt x="309492" y="338859"/>
                    </a:lnTo>
                    <a:lnTo>
                      <a:pt x="311751" y="338859"/>
                    </a:lnTo>
                    <a:lnTo>
                      <a:pt x="320787" y="329823"/>
                    </a:lnTo>
                    <a:lnTo>
                      <a:pt x="323046" y="329823"/>
                    </a:lnTo>
                    <a:lnTo>
                      <a:pt x="336600" y="316269"/>
                    </a:lnTo>
                    <a:lnTo>
                      <a:pt x="338859" y="316269"/>
                    </a:lnTo>
                    <a:lnTo>
                      <a:pt x="375004" y="280124"/>
                    </a:lnTo>
                    <a:lnTo>
                      <a:pt x="375004" y="277865"/>
                    </a:lnTo>
                    <a:lnTo>
                      <a:pt x="388559" y="264310"/>
                    </a:lnTo>
                    <a:lnTo>
                      <a:pt x="388559" y="262051"/>
                    </a:lnTo>
                    <a:lnTo>
                      <a:pt x="404372" y="243979"/>
                    </a:lnTo>
                    <a:lnTo>
                      <a:pt x="404372" y="241720"/>
                    </a:lnTo>
                    <a:lnTo>
                      <a:pt x="408890" y="237202"/>
                    </a:lnTo>
                    <a:lnTo>
                      <a:pt x="408890" y="234943"/>
                    </a:lnTo>
                    <a:lnTo>
                      <a:pt x="413408" y="230424"/>
                    </a:lnTo>
                    <a:lnTo>
                      <a:pt x="413408" y="228165"/>
                    </a:lnTo>
                    <a:lnTo>
                      <a:pt x="420186" y="221388"/>
                    </a:lnTo>
                    <a:lnTo>
                      <a:pt x="422445" y="214611"/>
                    </a:lnTo>
                    <a:lnTo>
                      <a:pt x="426963" y="210093"/>
                    </a:lnTo>
                    <a:lnTo>
                      <a:pt x="429222" y="203316"/>
                    </a:lnTo>
                    <a:lnTo>
                      <a:pt x="433740" y="198798"/>
                    </a:lnTo>
                    <a:lnTo>
                      <a:pt x="433740" y="196538"/>
                    </a:lnTo>
                    <a:lnTo>
                      <a:pt x="435999" y="194279"/>
                    </a:lnTo>
                    <a:lnTo>
                      <a:pt x="440517" y="182984"/>
                    </a:lnTo>
                    <a:lnTo>
                      <a:pt x="445035" y="178466"/>
                    </a:lnTo>
                    <a:lnTo>
                      <a:pt x="445035" y="176207"/>
                    </a:lnTo>
                    <a:lnTo>
                      <a:pt x="449553" y="169430"/>
                    </a:lnTo>
                    <a:lnTo>
                      <a:pt x="449553" y="164912"/>
                    </a:lnTo>
                    <a:lnTo>
                      <a:pt x="451813" y="162653"/>
                    </a:lnTo>
                    <a:lnTo>
                      <a:pt x="451813" y="160393"/>
                    </a:lnTo>
                    <a:lnTo>
                      <a:pt x="460849" y="144580"/>
                    </a:lnTo>
                    <a:lnTo>
                      <a:pt x="460849" y="140062"/>
                    </a:lnTo>
                    <a:lnTo>
                      <a:pt x="465367" y="133285"/>
                    </a:lnTo>
                    <a:lnTo>
                      <a:pt x="465367" y="128767"/>
                    </a:lnTo>
                    <a:lnTo>
                      <a:pt x="467626" y="126508"/>
                    </a:lnTo>
                    <a:lnTo>
                      <a:pt x="467626" y="121989"/>
                    </a:lnTo>
                    <a:lnTo>
                      <a:pt x="469885" y="119730"/>
                    </a:lnTo>
                    <a:lnTo>
                      <a:pt x="469885" y="115212"/>
                    </a:lnTo>
                    <a:lnTo>
                      <a:pt x="472144" y="112953"/>
                    </a:lnTo>
                    <a:lnTo>
                      <a:pt x="472144" y="108435"/>
                    </a:lnTo>
                    <a:lnTo>
                      <a:pt x="474403" y="106176"/>
                    </a:lnTo>
                    <a:lnTo>
                      <a:pt x="474403" y="101658"/>
                    </a:lnTo>
                    <a:lnTo>
                      <a:pt x="476662" y="99399"/>
                    </a:lnTo>
                    <a:lnTo>
                      <a:pt x="476662" y="94881"/>
                    </a:lnTo>
                    <a:lnTo>
                      <a:pt x="478921" y="92622"/>
                    </a:lnTo>
                    <a:lnTo>
                      <a:pt x="478921" y="85844"/>
                    </a:lnTo>
                    <a:lnTo>
                      <a:pt x="481180" y="83585"/>
                    </a:lnTo>
                    <a:lnTo>
                      <a:pt x="481180" y="79067"/>
                    </a:lnTo>
                    <a:lnTo>
                      <a:pt x="483439" y="76808"/>
                    </a:lnTo>
                    <a:lnTo>
                      <a:pt x="483439" y="70031"/>
                    </a:lnTo>
                    <a:lnTo>
                      <a:pt x="485698" y="67772"/>
                    </a:lnTo>
                    <a:lnTo>
                      <a:pt x="485698" y="58736"/>
                    </a:lnTo>
                    <a:lnTo>
                      <a:pt x="487958" y="56477"/>
                    </a:lnTo>
                    <a:lnTo>
                      <a:pt x="487958" y="47440"/>
                    </a:lnTo>
                    <a:lnTo>
                      <a:pt x="490217" y="45181"/>
                    </a:lnTo>
                    <a:lnTo>
                      <a:pt x="490217" y="33886"/>
                    </a:lnTo>
                    <a:lnTo>
                      <a:pt x="492476" y="31627"/>
                    </a:lnTo>
                    <a:lnTo>
                      <a:pt x="492476" y="9036"/>
                    </a:lnTo>
                    <a:close/>
                    <a:moveTo>
                      <a:pt x="456331" y="29368"/>
                    </a:moveTo>
                    <a:lnTo>
                      <a:pt x="379523" y="29368"/>
                    </a:lnTo>
                    <a:lnTo>
                      <a:pt x="375004" y="33886"/>
                    </a:lnTo>
                    <a:lnTo>
                      <a:pt x="375004" y="36145"/>
                    </a:lnTo>
                    <a:lnTo>
                      <a:pt x="372745" y="38404"/>
                    </a:lnTo>
                    <a:lnTo>
                      <a:pt x="372745" y="45181"/>
                    </a:lnTo>
                    <a:lnTo>
                      <a:pt x="370486" y="47440"/>
                    </a:lnTo>
                    <a:lnTo>
                      <a:pt x="370486" y="54218"/>
                    </a:lnTo>
                    <a:lnTo>
                      <a:pt x="368227" y="56477"/>
                    </a:lnTo>
                    <a:lnTo>
                      <a:pt x="368227" y="63254"/>
                    </a:lnTo>
                    <a:lnTo>
                      <a:pt x="365968" y="65513"/>
                    </a:lnTo>
                    <a:lnTo>
                      <a:pt x="365968" y="70031"/>
                    </a:lnTo>
                    <a:lnTo>
                      <a:pt x="363709" y="72290"/>
                    </a:lnTo>
                    <a:lnTo>
                      <a:pt x="363709" y="76808"/>
                    </a:lnTo>
                    <a:lnTo>
                      <a:pt x="361450" y="79067"/>
                    </a:lnTo>
                    <a:lnTo>
                      <a:pt x="361450" y="83585"/>
                    </a:lnTo>
                    <a:lnTo>
                      <a:pt x="356932" y="90363"/>
                    </a:lnTo>
                    <a:lnTo>
                      <a:pt x="356932" y="94881"/>
                    </a:lnTo>
                    <a:lnTo>
                      <a:pt x="352414" y="101658"/>
                    </a:lnTo>
                    <a:lnTo>
                      <a:pt x="352414" y="106176"/>
                    </a:lnTo>
                    <a:lnTo>
                      <a:pt x="350155" y="108435"/>
                    </a:lnTo>
                    <a:lnTo>
                      <a:pt x="350155" y="110694"/>
                    </a:lnTo>
                    <a:lnTo>
                      <a:pt x="347896" y="112953"/>
                    </a:lnTo>
                    <a:lnTo>
                      <a:pt x="347896" y="115212"/>
                    </a:lnTo>
                    <a:lnTo>
                      <a:pt x="345637" y="117471"/>
                    </a:lnTo>
                    <a:lnTo>
                      <a:pt x="345637" y="119730"/>
                    </a:lnTo>
                    <a:lnTo>
                      <a:pt x="343378" y="121989"/>
                    </a:lnTo>
                    <a:lnTo>
                      <a:pt x="343378" y="124248"/>
                    </a:lnTo>
                    <a:lnTo>
                      <a:pt x="341118" y="126508"/>
                    </a:lnTo>
                    <a:lnTo>
                      <a:pt x="338859" y="133285"/>
                    </a:lnTo>
                    <a:lnTo>
                      <a:pt x="334341" y="137803"/>
                    </a:lnTo>
                    <a:lnTo>
                      <a:pt x="334341" y="140062"/>
                    </a:lnTo>
                    <a:lnTo>
                      <a:pt x="332082" y="142321"/>
                    </a:lnTo>
                    <a:lnTo>
                      <a:pt x="329823" y="149098"/>
                    </a:lnTo>
                    <a:lnTo>
                      <a:pt x="325305" y="153616"/>
                    </a:lnTo>
                    <a:lnTo>
                      <a:pt x="325305" y="155875"/>
                    </a:lnTo>
                    <a:lnTo>
                      <a:pt x="320787" y="160393"/>
                    </a:lnTo>
                    <a:lnTo>
                      <a:pt x="320787" y="162653"/>
                    </a:lnTo>
                    <a:lnTo>
                      <a:pt x="316269" y="167171"/>
                    </a:lnTo>
                    <a:lnTo>
                      <a:pt x="316269" y="169430"/>
                    </a:lnTo>
                    <a:lnTo>
                      <a:pt x="309492" y="176207"/>
                    </a:lnTo>
                    <a:lnTo>
                      <a:pt x="309492" y="178466"/>
                    </a:lnTo>
                    <a:lnTo>
                      <a:pt x="302714" y="185243"/>
                    </a:lnTo>
                    <a:lnTo>
                      <a:pt x="302714" y="187502"/>
                    </a:lnTo>
                    <a:lnTo>
                      <a:pt x="291419" y="198798"/>
                    </a:lnTo>
                    <a:lnTo>
                      <a:pt x="291419" y="201057"/>
                    </a:lnTo>
                    <a:lnTo>
                      <a:pt x="259792" y="232683"/>
                    </a:lnTo>
                    <a:lnTo>
                      <a:pt x="257533" y="232683"/>
                    </a:lnTo>
                    <a:lnTo>
                      <a:pt x="246238" y="243979"/>
                    </a:lnTo>
                    <a:lnTo>
                      <a:pt x="243979" y="243979"/>
                    </a:lnTo>
                    <a:lnTo>
                      <a:pt x="234943" y="253015"/>
                    </a:lnTo>
                    <a:lnTo>
                      <a:pt x="232683" y="253015"/>
                    </a:lnTo>
                    <a:lnTo>
                      <a:pt x="228165" y="257533"/>
                    </a:lnTo>
                    <a:lnTo>
                      <a:pt x="225906" y="257533"/>
                    </a:lnTo>
                    <a:lnTo>
                      <a:pt x="219129" y="264310"/>
                    </a:lnTo>
                    <a:lnTo>
                      <a:pt x="212352" y="266569"/>
                    </a:lnTo>
                    <a:lnTo>
                      <a:pt x="201057" y="275606"/>
                    </a:lnTo>
                    <a:lnTo>
                      <a:pt x="198798" y="275606"/>
                    </a:lnTo>
                    <a:lnTo>
                      <a:pt x="196538" y="277865"/>
                    </a:lnTo>
                    <a:lnTo>
                      <a:pt x="194279" y="277865"/>
                    </a:lnTo>
                    <a:lnTo>
                      <a:pt x="192020" y="280124"/>
                    </a:lnTo>
                    <a:lnTo>
                      <a:pt x="189761" y="280124"/>
                    </a:lnTo>
                    <a:lnTo>
                      <a:pt x="187502" y="282383"/>
                    </a:lnTo>
                    <a:lnTo>
                      <a:pt x="185243" y="282383"/>
                    </a:lnTo>
                    <a:lnTo>
                      <a:pt x="178466" y="286901"/>
                    </a:lnTo>
                    <a:lnTo>
                      <a:pt x="169430" y="286901"/>
                    </a:lnTo>
                    <a:lnTo>
                      <a:pt x="162653" y="282383"/>
                    </a:lnTo>
                    <a:lnTo>
                      <a:pt x="162653" y="280124"/>
                    </a:lnTo>
                    <a:lnTo>
                      <a:pt x="160393" y="277865"/>
                    </a:lnTo>
                    <a:lnTo>
                      <a:pt x="160393" y="203316"/>
                    </a:lnTo>
                    <a:lnTo>
                      <a:pt x="155875" y="198798"/>
                    </a:lnTo>
                    <a:lnTo>
                      <a:pt x="142321" y="212352"/>
                    </a:lnTo>
                    <a:lnTo>
                      <a:pt x="142321" y="214611"/>
                    </a:lnTo>
                    <a:lnTo>
                      <a:pt x="112953" y="243979"/>
                    </a:lnTo>
                    <a:lnTo>
                      <a:pt x="112953" y="246238"/>
                    </a:lnTo>
                    <a:lnTo>
                      <a:pt x="81326" y="277865"/>
                    </a:lnTo>
                    <a:lnTo>
                      <a:pt x="81326" y="280124"/>
                    </a:lnTo>
                    <a:lnTo>
                      <a:pt x="51958" y="309492"/>
                    </a:lnTo>
                    <a:lnTo>
                      <a:pt x="51958" y="311751"/>
                    </a:lnTo>
                    <a:lnTo>
                      <a:pt x="36145" y="327564"/>
                    </a:lnTo>
                    <a:lnTo>
                      <a:pt x="36145" y="329823"/>
                    </a:lnTo>
                    <a:lnTo>
                      <a:pt x="49699" y="343378"/>
                    </a:lnTo>
                    <a:lnTo>
                      <a:pt x="49699" y="345637"/>
                    </a:lnTo>
                    <a:lnTo>
                      <a:pt x="79067" y="375004"/>
                    </a:lnTo>
                    <a:lnTo>
                      <a:pt x="79067" y="377263"/>
                    </a:lnTo>
                    <a:lnTo>
                      <a:pt x="108435" y="406631"/>
                    </a:lnTo>
                    <a:lnTo>
                      <a:pt x="108435" y="408890"/>
                    </a:lnTo>
                    <a:lnTo>
                      <a:pt x="140062" y="440517"/>
                    </a:lnTo>
                    <a:lnTo>
                      <a:pt x="140062" y="442776"/>
                    </a:lnTo>
                    <a:lnTo>
                      <a:pt x="155875" y="458590"/>
                    </a:lnTo>
                    <a:lnTo>
                      <a:pt x="160393" y="454072"/>
                    </a:lnTo>
                    <a:lnTo>
                      <a:pt x="160393" y="390818"/>
                    </a:lnTo>
                    <a:lnTo>
                      <a:pt x="167171" y="384041"/>
                    </a:lnTo>
                    <a:lnTo>
                      <a:pt x="169430" y="384041"/>
                    </a:lnTo>
                    <a:lnTo>
                      <a:pt x="176207" y="379523"/>
                    </a:lnTo>
                    <a:lnTo>
                      <a:pt x="180725" y="379523"/>
                    </a:lnTo>
                    <a:lnTo>
                      <a:pt x="187502" y="375004"/>
                    </a:lnTo>
                    <a:lnTo>
                      <a:pt x="192020" y="375004"/>
                    </a:lnTo>
                    <a:lnTo>
                      <a:pt x="194279" y="372745"/>
                    </a:lnTo>
                    <a:lnTo>
                      <a:pt x="196538" y="372745"/>
                    </a:lnTo>
                    <a:lnTo>
                      <a:pt x="203316" y="368227"/>
                    </a:lnTo>
                    <a:lnTo>
                      <a:pt x="207834" y="368227"/>
                    </a:lnTo>
                    <a:lnTo>
                      <a:pt x="210093" y="365968"/>
                    </a:lnTo>
                    <a:lnTo>
                      <a:pt x="212352" y="365968"/>
                    </a:lnTo>
                    <a:lnTo>
                      <a:pt x="214611" y="363709"/>
                    </a:lnTo>
                    <a:lnTo>
                      <a:pt x="216870" y="363709"/>
                    </a:lnTo>
                    <a:lnTo>
                      <a:pt x="219129" y="361450"/>
                    </a:lnTo>
                    <a:lnTo>
                      <a:pt x="225906" y="359191"/>
                    </a:lnTo>
                    <a:lnTo>
                      <a:pt x="230424" y="354673"/>
                    </a:lnTo>
                    <a:lnTo>
                      <a:pt x="232683" y="354673"/>
                    </a:lnTo>
                    <a:lnTo>
                      <a:pt x="234943" y="352414"/>
                    </a:lnTo>
                    <a:lnTo>
                      <a:pt x="241720" y="350155"/>
                    </a:lnTo>
                    <a:lnTo>
                      <a:pt x="246238" y="345637"/>
                    </a:lnTo>
                    <a:lnTo>
                      <a:pt x="253015" y="343378"/>
                    </a:lnTo>
                    <a:lnTo>
                      <a:pt x="257533" y="338859"/>
                    </a:lnTo>
                    <a:lnTo>
                      <a:pt x="259792" y="338859"/>
                    </a:lnTo>
                    <a:lnTo>
                      <a:pt x="264310" y="334341"/>
                    </a:lnTo>
                    <a:lnTo>
                      <a:pt x="266569" y="334341"/>
                    </a:lnTo>
                    <a:lnTo>
                      <a:pt x="271088" y="329823"/>
                    </a:lnTo>
                    <a:lnTo>
                      <a:pt x="273347" y="329823"/>
                    </a:lnTo>
                    <a:lnTo>
                      <a:pt x="277865" y="325305"/>
                    </a:lnTo>
                    <a:lnTo>
                      <a:pt x="280124" y="325305"/>
                    </a:lnTo>
                    <a:lnTo>
                      <a:pt x="286901" y="318528"/>
                    </a:lnTo>
                    <a:lnTo>
                      <a:pt x="289160" y="318528"/>
                    </a:lnTo>
                    <a:lnTo>
                      <a:pt x="298196" y="309492"/>
                    </a:lnTo>
                    <a:lnTo>
                      <a:pt x="300455" y="309492"/>
                    </a:lnTo>
                    <a:lnTo>
                      <a:pt x="314010" y="295937"/>
                    </a:lnTo>
                    <a:lnTo>
                      <a:pt x="316269" y="295937"/>
                    </a:lnTo>
                    <a:lnTo>
                      <a:pt x="354673" y="257533"/>
                    </a:lnTo>
                    <a:lnTo>
                      <a:pt x="354673" y="255274"/>
                    </a:lnTo>
                    <a:lnTo>
                      <a:pt x="365968" y="243979"/>
                    </a:lnTo>
                    <a:lnTo>
                      <a:pt x="365968" y="241720"/>
                    </a:lnTo>
                    <a:lnTo>
                      <a:pt x="375004" y="232683"/>
                    </a:lnTo>
                    <a:lnTo>
                      <a:pt x="375004" y="230424"/>
                    </a:lnTo>
                    <a:lnTo>
                      <a:pt x="381782" y="223647"/>
                    </a:lnTo>
                    <a:lnTo>
                      <a:pt x="381782" y="221388"/>
                    </a:lnTo>
                    <a:lnTo>
                      <a:pt x="386300" y="216870"/>
                    </a:lnTo>
                    <a:lnTo>
                      <a:pt x="386300" y="214611"/>
                    </a:lnTo>
                    <a:lnTo>
                      <a:pt x="390818" y="210093"/>
                    </a:lnTo>
                    <a:lnTo>
                      <a:pt x="390818" y="207834"/>
                    </a:lnTo>
                    <a:lnTo>
                      <a:pt x="395336" y="203316"/>
                    </a:lnTo>
                    <a:lnTo>
                      <a:pt x="395336" y="201057"/>
                    </a:lnTo>
                    <a:lnTo>
                      <a:pt x="404372" y="189761"/>
                    </a:lnTo>
                    <a:lnTo>
                      <a:pt x="404372" y="187502"/>
                    </a:lnTo>
                    <a:lnTo>
                      <a:pt x="406631" y="185243"/>
                    </a:lnTo>
                    <a:lnTo>
                      <a:pt x="408890" y="178466"/>
                    </a:lnTo>
                    <a:lnTo>
                      <a:pt x="413408" y="173948"/>
                    </a:lnTo>
                    <a:lnTo>
                      <a:pt x="413408" y="171689"/>
                    </a:lnTo>
                    <a:lnTo>
                      <a:pt x="415668" y="169430"/>
                    </a:lnTo>
                    <a:lnTo>
                      <a:pt x="415668" y="167171"/>
                    </a:lnTo>
                    <a:lnTo>
                      <a:pt x="417927" y="164912"/>
                    </a:lnTo>
                    <a:lnTo>
                      <a:pt x="417927" y="162653"/>
                    </a:lnTo>
                    <a:lnTo>
                      <a:pt x="420186" y="160393"/>
                    </a:lnTo>
                    <a:lnTo>
                      <a:pt x="420186" y="158134"/>
                    </a:lnTo>
                    <a:lnTo>
                      <a:pt x="422445" y="155875"/>
                    </a:lnTo>
                    <a:lnTo>
                      <a:pt x="422445" y="153616"/>
                    </a:lnTo>
                    <a:lnTo>
                      <a:pt x="424704" y="151357"/>
                    </a:lnTo>
                    <a:lnTo>
                      <a:pt x="424704" y="149098"/>
                    </a:lnTo>
                    <a:lnTo>
                      <a:pt x="429222" y="142321"/>
                    </a:lnTo>
                    <a:lnTo>
                      <a:pt x="429222" y="137803"/>
                    </a:lnTo>
                    <a:lnTo>
                      <a:pt x="431481" y="135544"/>
                    </a:lnTo>
                    <a:lnTo>
                      <a:pt x="431481" y="133285"/>
                    </a:lnTo>
                    <a:lnTo>
                      <a:pt x="435999" y="126508"/>
                    </a:lnTo>
                    <a:lnTo>
                      <a:pt x="435999" y="121989"/>
                    </a:lnTo>
                    <a:lnTo>
                      <a:pt x="440517" y="115212"/>
                    </a:lnTo>
                    <a:lnTo>
                      <a:pt x="440517" y="110694"/>
                    </a:lnTo>
                    <a:lnTo>
                      <a:pt x="442776" y="108435"/>
                    </a:lnTo>
                    <a:lnTo>
                      <a:pt x="442776" y="103917"/>
                    </a:lnTo>
                    <a:lnTo>
                      <a:pt x="445035" y="101658"/>
                    </a:lnTo>
                    <a:lnTo>
                      <a:pt x="445035" y="97140"/>
                    </a:lnTo>
                    <a:lnTo>
                      <a:pt x="447294" y="94881"/>
                    </a:lnTo>
                    <a:lnTo>
                      <a:pt x="447294" y="90363"/>
                    </a:lnTo>
                    <a:lnTo>
                      <a:pt x="449553" y="88103"/>
                    </a:lnTo>
                    <a:lnTo>
                      <a:pt x="449553" y="81326"/>
                    </a:lnTo>
                    <a:lnTo>
                      <a:pt x="451813" y="79067"/>
                    </a:lnTo>
                    <a:lnTo>
                      <a:pt x="451813" y="74549"/>
                    </a:lnTo>
                    <a:lnTo>
                      <a:pt x="454072" y="72290"/>
                    </a:lnTo>
                    <a:lnTo>
                      <a:pt x="454072" y="65513"/>
                    </a:lnTo>
                    <a:lnTo>
                      <a:pt x="456331" y="63254"/>
                    </a:lnTo>
                    <a:lnTo>
                      <a:pt x="456331" y="54218"/>
                    </a:lnTo>
                    <a:lnTo>
                      <a:pt x="458590" y="51958"/>
                    </a:lnTo>
                    <a:lnTo>
                      <a:pt x="458590" y="45181"/>
                    </a:lnTo>
                    <a:lnTo>
                      <a:pt x="460849" y="42922"/>
                    </a:lnTo>
                    <a:lnTo>
                      <a:pt x="460849" y="33886"/>
                    </a:lnTo>
                    <a:close/>
                  </a:path>
                </a:pathLst>
              </a:custGeom>
              <a:solidFill>
                <a:srgbClr val="000000"/>
              </a:solidFill>
              <a:ln w="22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128" name="组合 1127">
              <a:extLst>
                <a:ext uri="{FF2B5EF4-FFF2-40B4-BE49-F238E27FC236}">
                  <a16:creationId xmlns:a16="http://schemas.microsoft.com/office/drawing/2014/main" id="{7FF671AA-7115-D414-9202-1FDAA8197227}"/>
                </a:ext>
              </a:extLst>
            </p:cNvPr>
            <p:cNvGrpSpPr/>
            <p:nvPr/>
          </p:nvGrpSpPr>
          <p:grpSpPr>
            <a:xfrm>
              <a:off x="4191072" y="5721560"/>
              <a:ext cx="862562" cy="710684"/>
              <a:chOff x="3783358" y="5524445"/>
              <a:chExt cx="356835" cy="342687"/>
            </a:xfrm>
          </p:grpSpPr>
          <p:sp>
            <p:nvSpPr>
              <p:cNvPr id="1136" name="任意形状 1135">
                <a:extLst>
                  <a:ext uri="{FF2B5EF4-FFF2-40B4-BE49-F238E27FC236}">
                    <a16:creationId xmlns:a16="http://schemas.microsoft.com/office/drawing/2014/main" id="{15A0205A-D2CD-1835-C6C2-A7283F745B20}"/>
                  </a:ext>
                </a:extLst>
              </p:cNvPr>
              <p:cNvSpPr/>
              <p:nvPr/>
            </p:nvSpPr>
            <p:spPr>
              <a:xfrm>
                <a:off x="3806937" y="5549596"/>
                <a:ext cx="290813" cy="289241"/>
              </a:xfrm>
              <a:custGeom>
                <a:avLst/>
                <a:gdLst>
                  <a:gd name="connsiteX0" fmla="*/ 0 w 417926"/>
                  <a:gd name="connsiteY0" fmla="*/ 0 h 415667"/>
                  <a:gd name="connsiteX1" fmla="*/ 0 w 417926"/>
                  <a:gd name="connsiteY1" fmla="*/ 76808 h 415667"/>
                  <a:gd name="connsiteX2" fmla="*/ 2259 w 417926"/>
                  <a:gd name="connsiteY2" fmla="*/ 76808 h 415667"/>
                  <a:gd name="connsiteX3" fmla="*/ 4518 w 417926"/>
                  <a:gd name="connsiteY3" fmla="*/ 79067 h 415667"/>
                  <a:gd name="connsiteX4" fmla="*/ 11295 w 417926"/>
                  <a:gd name="connsiteY4" fmla="*/ 79067 h 415667"/>
                  <a:gd name="connsiteX5" fmla="*/ 13554 w 417926"/>
                  <a:gd name="connsiteY5" fmla="*/ 81326 h 415667"/>
                  <a:gd name="connsiteX6" fmla="*/ 20332 w 417926"/>
                  <a:gd name="connsiteY6" fmla="*/ 81326 h 415667"/>
                  <a:gd name="connsiteX7" fmla="*/ 22591 w 417926"/>
                  <a:gd name="connsiteY7" fmla="*/ 83585 h 415667"/>
                  <a:gd name="connsiteX8" fmla="*/ 29368 w 417926"/>
                  <a:gd name="connsiteY8" fmla="*/ 83585 h 415667"/>
                  <a:gd name="connsiteX9" fmla="*/ 31627 w 417926"/>
                  <a:gd name="connsiteY9" fmla="*/ 85844 h 415667"/>
                  <a:gd name="connsiteX10" fmla="*/ 36145 w 417926"/>
                  <a:gd name="connsiteY10" fmla="*/ 85844 h 415667"/>
                  <a:gd name="connsiteX11" fmla="*/ 38404 w 417926"/>
                  <a:gd name="connsiteY11" fmla="*/ 88103 h 415667"/>
                  <a:gd name="connsiteX12" fmla="*/ 42922 w 417926"/>
                  <a:gd name="connsiteY12" fmla="*/ 88103 h 415667"/>
                  <a:gd name="connsiteX13" fmla="*/ 45181 w 417926"/>
                  <a:gd name="connsiteY13" fmla="*/ 90363 h 415667"/>
                  <a:gd name="connsiteX14" fmla="*/ 49699 w 417926"/>
                  <a:gd name="connsiteY14" fmla="*/ 90363 h 415667"/>
                  <a:gd name="connsiteX15" fmla="*/ 51958 w 417926"/>
                  <a:gd name="connsiteY15" fmla="*/ 92622 h 415667"/>
                  <a:gd name="connsiteX16" fmla="*/ 56477 w 417926"/>
                  <a:gd name="connsiteY16" fmla="*/ 92622 h 415667"/>
                  <a:gd name="connsiteX17" fmla="*/ 58736 w 417926"/>
                  <a:gd name="connsiteY17" fmla="*/ 94881 h 415667"/>
                  <a:gd name="connsiteX18" fmla="*/ 60995 w 417926"/>
                  <a:gd name="connsiteY18" fmla="*/ 94881 h 415667"/>
                  <a:gd name="connsiteX19" fmla="*/ 67772 w 417926"/>
                  <a:gd name="connsiteY19" fmla="*/ 99399 h 415667"/>
                  <a:gd name="connsiteX20" fmla="*/ 72290 w 417926"/>
                  <a:gd name="connsiteY20" fmla="*/ 99399 h 415667"/>
                  <a:gd name="connsiteX21" fmla="*/ 74549 w 417926"/>
                  <a:gd name="connsiteY21" fmla="*/ 101658 h 415667"/>
                  <a:gd name="connsiteX22" fmla="*/ 76808 w 417926"/>
                  <a:gd name="connsiteY22" fmla="*/ 101658 h 415667"/>
                  <a:gd name="connsiteX23" fmla="*/ 79067 w 417926"/>
                  <a:gd name="connsiteY23" fmla="*/ 103917 h 415667"/>
                  <a:gd name="connsiteX24" fmla="*/ 81326 w 417926"/>
                  <a:gd name="connsiteY24" fmla="*/ 103917 h 415667"/>
                  <a:gd name="connsiteX25" fmla="*/ 83585 w 417926"/>
                  <a:gd name="connsiteY25" fmla="*/ 106176 h 415667"/>
                  <a:gd name="connsiteX26" fmla="*/ 85844 w 417926"/>
                  <a:gd name="connsiteY26" fmla="*/ 106176 h 415667"/>
                  <a:gd name="connsiteX27" fmla="*/ 88103 w 417926"/>
                  <a:gd name="connsiteY27" fmla="*/ 108435 h 415667"/>
                  <a:gd name="connsiteX28" fmla="*/ 90363 w 417926"/>
                  <a:gd name="connsiteY28" fmla="*/ 108435 h 415667"/>
                  <a:gd name="connsiteX29" fmla="*/ 92622 w 417926"/>
                  <a:gd name="connsiteY29" fmla="*/ 110694 h 415667"/>
                  <a:gd name="connsiteX30" fmla="*/ 94881 w 417926"/>
                  <a:gd name="connsiteY30" fmla="*/ 110694 h 415667"/>
                  <a:gd name="connsiteX31" fmla="*/ 97140 w 417926"/>
                  <a:gd name="connsiteY31" fmla="*/ 112953 h 415667"/>
                  <a:gd name="connsiteX32" fmla="*/ 99399 w 417926"/>
                  <a:gd name="connsiteY32" fmla="*/ 112953 h 415667"/>
                  <a:gd name="connsiteX33" fmla="*/ 101658 w 417926"/>
                  <a:gd name="connsiteY33" fmla="*/ 115212 h 415667"/>
                  <a:gd name="connsiteX34" fmla="*/ 108435 w 417926"/>
                  <a:gd name="connsiteY34" fmla="*/ 117471 h 415667"/>
                  <a:gd name="connsiteX35" fmla="*/ 112953 w 417926"/>
                  <a:gd name="connsiteY35" fmla="*/ 121989 h 415667"/>
                  <a:gd name="connsiteX36" fmla="*/ 119730 w 417926"/>
                  <a:gd name="connsiteY36" fmla="*/ 124248 h 415667"/>
                  <a:gd name="connsiteX37" fmla="*/ 124248 w 417926"/>
                  <a:gd name="connsiteY37" fmla="*/ 128767 h 415667"/>
                  <a:gd name="connsiteX38" fmla="*/ 126508 w 417926"/>
                  <a:gd name="connsiteY38" fmla="*/ 128767 h 415667"/>
                  <a:gd name="connsiteX39" fmla="*/ 131026 w 417926"/>
                  <a:gd name="connsiteY39" fmla="*/ 133285 h 415667"/>
                  <a:gd name="connsiteX40" fmla="*/ 133285 w 417926"/>
                  <a:gd name="connsiteY40" fmla="*/ 133285 h 415667"/>
                  <a:gd name="connsiteX41" fmla="*/ 137803 w 417926"/>
                  <a:gd name="connsiteY41" fmla="*/ 137803 h 415667"/>
                  <a:gd name="connsiteX42" fmla="*/ 140062 w 417926"/>
                  <a:gd name="connsiteY42" fmla="*/ 137803 h 415667"/>
                  <a:gd name="connsiteX43" fmla="*/ 146839 w 417926"/>
                  <a:gd name="connsiteY43" fmla="*/ 144580 h 415667"/>
                  <a:gd name="connsiteX44" fmla="*/ 149098 w 417926"/>
                  <a:gd name="connsiteY44" fmla="*/ 144580 h 415667"/>
                  <a:gd name="connsiteX45" fmla="*/ 158134 w 417926"/>
                  <a:gd name="connsiteY45" fmla="*/ 153616 h 415667"/>
                  <a:gd name="connsiteX46" fmla="*/ 160393 w 417926"/>
                  <a:gd name="connsiteY46" fmla="*/ 153616 h 415667"/>
                  <a:gd name="connsiteX47" fmla="*/ 178466 w 417926"/>
                  <a:gd name="connsiteY47" fmla="*/ 171689 h 415667"/>
                  <a:gd name="connsiteX48" fmla="*/ 180725 w 417926"/>
                  <a:gd name="connsiteY48" fmla="*/ 171689 h 415667"/>
                  <a:gd name="connsiteX49" fmla="*/ 194279 w 417926"/>
                  <a:gd name="connsiteY49" fmla="*/ 185243 h 415667"/>
                  <a:gd name="connsiteX50" fmla="*/ 194279 w 417926"/>
                  <a:gd name="connsiteY50" fmla="*/ 187502 h 415667"/>
                  <a:gd name="connsiteX51" fmla="*/ 212352 w 417926"/>
                  <a:gd name="connsiteY51" fmla="*/ 205575 h 415667"/>
                  <a:gd name="connsiteX52" fmla="*/ 212352 w 417926"/>
                  <a:gd name="connsiteY52" fmla="*/ 207834 h 415667"/>
                  <a:gd name="connsiteX53" fmla="*/ 219129 w 417926"/>
                  <a:gd name="connsiteY53" fmla="*/ 214611 h 415667"/>
                  <a:gd name="connsiteX54" fmla="*/ 219129 w 417926"/>
                  <a:gd name="connsiteY54" fmla="*/ 216870 h 415667"/>
                  <a:gd name="connsiteX55" fmla="*/ 225906 w 417926"/>
                  <a:gd name="connsiteY55" fmla="*/ 223647 h 415667"/>
                  <a:gd name="connsiteX56" fmla="*/ 225906 w 417926"/>
                  <a:gd name="connsiteY56" fmla="*/ 225906 h 415667"/>
                  <a:gd name="connsiteX57" fmla="*/ 230424 w 417926"/>
                  <a:gd name="connsiteY57" fmla="*/ 230424 h 415667"/>
                  <a:gd name="connsiteX58" fmla="*/ 230424 w 417926"/>
                  <a:gd name="connsiteY58" fmla="*/ 232683 h 415667"/>
                  <a:gd name="connsiteX59" fmla="*/ 234943 w 417926"/>
                  <a:gd name="connsiteY59" fmla="*/ 237202 h 415667"/>
                  <a:gd name="connsiteX60" fmla="*/ 234943 w 417926"/>
                  <a:gd name="connsiteY60" fmla="*/ 239461 h 415667"/>
                  <a:gd name="connsiteX61" fmla="*/ 243979 w 417926"/>
                  <a:gd name="connsiteY61" fmla="*/ 250756 h 415667"/>
                  <a:gd name="connsiteX62" fmla="*/ 243979 w 417926"/>
                  <a:gd name="connsiteY62" fmla="*/ 253015 h 415667"/>
                  <a:gd name="connsiteX63" fmla="*/ 246238 w 417926"/>
                  <a:gd name="connsiteY63" fmla="*/ 255274 h 415667"/>
                  <a:gd name="connsiteX64" fmla="*/ 246238 w 417926"/>
                  <a:gd name="connsiteY64" fmla="*/ 257533 h 415667"/>
                  <a:gd name="connsiteX65" fmla="*/ 248497 w 417926"/>
                  <a:gd name="connsiteY65" fmla="*/ 259792 h 415667"/>
                  <a:gd name="connsiteX66" fmla="*/ 250756 w 417926"/>
                  <a:gd name="connsiteY66" fmla="*/ 266569 h 415667"/>
                  <a:gd name="connsiteX67" fmla="*/ 255274 w 417926"/>
                  <a:gd name="connsiteY67" fmla="*/ 271088 h 415667"/>
                  <a:gd name="connsiteX68" fmla="*/ 255274 w 417926"/>
                  <a:gd name="connsiteY68" fmla="*/ 273347 h 415667"/>
                  <a:gd name="connsiteX69" fmla="*/ 257533 w 417926"/>
                  <a:gd name="connsiteY69" fmla="*/ 275606 h 415667"/>
                  <a:gd name="connsiteX70" fmla="*/ 257533 w 417926"/>
                  <a:gd name="connsiteY70" fmla="*/ 289160 h 415667"/>
                  <a:gd name="connsiteX71" fmla="*/ 248497 w 417926"/>
                  <a:gd name="connsiteY71" fmla="*/ 298196 h 415667"/>
                  <a:gd name="connsiteX72" fmla="*/ 246238 w 417926"/>
                  <a:gd name="connsiteY72" fmla="*/ 298196 h 415667"/>
                  <a:gd name="connsiteX73" fmla="*/ 243979 w 417926"/>
                  <a:gd name="connsiteY73" fmla="*/ 300455 h 415667"/>
                  <a:gd name="connsiteX74" fmla="*/ 171689 w 417926"/>
                  <a:gd name="connsiteY74" fmla="*/ 300455 h 415667"/>
                  <a:gd name="connsiteX75" fmla="*/ 194279 w 417926"/>
                  <a:gd name="connsiteY75" fmla="*/ 323046 h 415667"/>
                  <a:gd name="connsiteX76" fmla="*/ 196538 w 417926"/>
                  <a:gd name="connsiteY76" fmla="*/ 323046 h 415667"/>
                  <a:gd name="connsiteX77" fmla="*/ 228165 w 417926"/>
                  <a:gd name="connsiteY77" fmla="*/ 354673 h 415667"/>
                  <a:gd name="connsiteX78" fmla="*/ 230424 w 417926"/>
                  <a:gd name="connsiteY78" fmla="*/ 354673 h 415667"/>
                  <a:gd name="connsiteX79" fmla="*/ 259792 w 417926"/>
                  <a:gd name="connsiteY79" fmla="*/ 384041 h 415667"/>
                  <a:gd name="connsiteX80" fmla="*/ 262051 w 417926"/>
                  <a:gd name="connsiteY80" fmla="*/ 384041 h 415667"/>
                  <a:gd name="connsiteX81" fmla="*/ 293678 w 417926"/>
                  <a:gd name="connsiteY81" fmla="*/ 415668 h 415667"/>
                  <a:gd name="connsiteX82" fmla="*/ 295937 w 417926"/>
                  <a:gd name="connsiteY82" fmla="*/ 415668 h 415667"/>
                  <a:gd name="connsiteX83" fmla="*/ 325305 w 417926"/>
                  <a:gd name="connsiteY83" fmla="*/ 386300 h 415667"/>
                  <a:gd name="connsiteX84" fmla="*/ 327564 w 417926"/>
                  <a:gd name="connsiteY84" fmla="*/ 386300 h 415667"/>
                  <a:gd name="connsiteX85" fmla="*/ 356932 w 417926"/>
                  <a:gd name="connsiteY85" fmla="*/ 356932 h 415667"/>
                  <a:gd name="connsiteX86" fmla="*/ 359191 w 417926"/>
                  <a:gd name="connsiteY86" fmla="*/ 356932 h 415667"/>
                  <a:gd name="connsiteX87" fmla="*/ 388559 w 417926"/>
                  <a:gd name="connsiteY87" fmla="*/ 327564 h 415667"/>
                  <a:gd name="connsiteX88" fmla="*/ 390818 w 417926"/>
                  <a:gd name="connsiteY88" fmla="*/ 327564 h 415667"/>
                  <a:gd name="connsiteX89" fmla="*/ 417927 w 417926"/>
                  <a:gd name="connsiteY89" fmla="*/ 300455 h 415667"/>
                  <a:gd name="connsiteX90" fmla="*/ 356932 w 417926"/>
                  <a:gd name="connsiteY90" fmla="*/ 300455 h 415667"/>
                  <a:gd name="connsiteX91" fmla="*/ 354673 w 417926"/>
                  <a:gd name="connsiteY91" fmla="*/ 298196 h 415667"/>
                  <a:gd name="connsiteX92" fmla="*/ 352414 w 417926"/>
                  <a:gd name="connsiteY92" fmla="*/ 298196 h 415667"/>
                  <a:gd name="connsiteX93" fmla="*/ 345637 w 417926"/>
                  <a:gd name="connsiteY93" fmla="*/ 291419 h 415667"/>
                  <a:gd name="connsiteX94" fmla="*/ 345637 w 417926"/>
                  <a:gd name="connsiteY94" fmla="*/ 286901 h 415667"/>
                  <a:gd name="connsiteX95" fmla="*/ 341118 w 417926"/>
                  <a:gd name="connsiteY95" fmla="*/ 280124 h 415667"/>
                  <a:gd name="connsiteX96" fmla="*/ 341118 w 417926"/>
                  <a:gd name="connsiteY96" fmla="*/ 275606 h 415667"/>
                  <a:gd name="connsiteX97" fmla="*/ 336600 w 417926"/>
                  <a:gd name="connsiteY97" fmla="*/ 268828 h 415667"/>
                  <a:gd name="connsiteX98" fmla="*/ 336600 w 417926"/>
                  <a:gd name="connsiteY98" fmla="*/ 264310 h 415667"/>
                  <a:gd name="connsiteX99" fmla="*/ 334341 w 417926"/>
                  <a:gd name="connsiteY99" fmla="*/ 262051 h 415667"/>
                  <a:gd name="connsiteX100" fmla="*/ 334341 w 417926"/>
                  <a:gd name="connsiteY100" fmla="*/ 259792 h 415667"/>
                  <a:gd name="connsiteX101" fmla="*/ 332082 w 417926"/>
                  <a:gd name="connsiteY101" fmla="*/ 257533 h 415667"/>
                  <a:gd name="connsiteX102" fmla="*/ 332082 w 417926"/>
                  <a:gd name="connsiteY102" fmla="*/ 255274 h 415667"/>
                  <a:gd name="connsiteX103" fmla="*/ 329823 w 417926"/>
                  <a:gd name="connsiteY103" fmla="*/ 253015 h 415667"/>
                  <a:gd name="connsiteX104" fmla="*/ 329823 w 417926"/>
                  <a:gd name="connsiteY104" fmla="*/ 250756 h 415667"/>
                  <a:gd name="connsiteX105" fmla="*/ 327564 w 417926"/>
                  <a:gd name="connsiteY105" fmla="*/ 248497 h 415667"/>
                  <a:gd name="connsiteX106" fmla="*/ 327564 w 417926"/>
                  <a:gd name="connsiteY106" fmla="*/ 246238 h 415667"/>
                  <a:gd name="connsiteX107" fmla="*/ 325305 w 417926"/>
                  <a:gd name="connsiteY107" fmla="*/ 243979 h 415667"/>
                  <a:gd name="connsiteX108" fmla="*/ 325305 w 417926"/>
                  <a:gd name="connsiteY108" fmla="*/ 241720 h 415667"/>
                  <a:gd name="connsiteX109" fmla="*/ 323046 w 417926"/>
                  <a:gd name="connsiteY109" fmla="*/ 239461 h 415667"/>
                  <a:gd name="connsiteX110" fmla="*/ 323046 w 417926"/>
                  <a:gd name="connsiteY110" fmla="*/ 237202 h 415667"/>
                  <a:gd name="connsiteX111" fmla="*/ 320787 w 417926"/>
                  <a:gd name="connsiteY111" fmla="*/ 234943 h 415667"/>
                  <a:gd name="connsiteX112" fmla="*/ 320787 w 417926"/>
                  <a:gd name="connsiteY112" fmla="*/ 232683 h 415667"/>
                  <a:gd name="connsiteX113" fmla="*/ 318528 w 417926"/>
                  <a:gd name="connsiteY113" fmla="*/ 230424 h 415667"/>
                  <a:gd name="connsiteX114" fmla="*/ 318528 w 417926"/>
                  <a:gd name="connsiteY114" fmla="*/ 228165 h 415667"/>
                  <a:gd name="connsiteX115" fmla="*/ 316269 w 417926"/>
                  <a:gd name="connsiteY115" fmla="*/ 225906 h 415667"/>
                  <a:gd name="connsiteX116" fmla="*/ 314010 w 417926"/>
                  <a:gd name="connsiteY116" fmla="*/ 219129 h 415667"/>
                  <a:gd name="connsiteX117" fmla="*/ 309492 w 417926"/>
                  <a:gd name="connsiteY117" fmla="*/ 214611 h 415667"/>
                  <a:gd name="connsiteX118" fmla="*/ 307233 w 417926"/>
                  <a:gd name="connsiteY118" fmla="*/ 207834 h 415667"/>
                  <a:gd name="connsiteX119" fmla="*/ 302714 w 417926"/>
                  <a:gd name="connsiteY119" fmla="*/ 203316 h 415667"/>
                  <a:gd name="connsiteX120" fmla="*/ 302714 w 417926"/>
                  <a:gd name="connsiteY120" fmla="*/ 201057 h 415667"/>
                  <a:gd name="connsiteX121" fmla="*/ 298196 w 417926"/>
                  <a:gd name="connsiteY121" fmla="*/ 196538 h 415667"/>
                  <a:gd name="connsiteX122" fmla="*/ 298196 w 417926"/>
                  <a:gd name="connsiteY122" fmla="*/ 194279 h 415667"/>
                  <a:gd name="connsiteX123" fmla="*/ 293678 w 417926"/>
                  <a:gd name="connsiteY123" fmla="*/ 189761 h 415667"/>
                  <a:gd name="connsiteX124" fmla="*/ 293678 w 417926"/>
                  <a:gd name="connsiteY124" fmla="*/ 187502 h 415667"/>
                  <a:gd name="connsiteX125" fmla="*/ 289160 w 417926"/>
                  <a:gd name="connsiteY125" fmla="*/ 182984 h 415667"/>
                  <a:gd name="connsiteX126" fmla="*/ 289160 w 417926"/>
                  <a:gd name="connsiteY126" fmla="*/ 180725 h 415667"/>
                  <a:gd name="connsiteX127" fmla="*/ 282383 w 417926"/>
                  <a:gd name="connsiteY127" fmla="*/ 173948 h 415667"/>
                  <a:gd name="connsiteX128" fmla="*/ 282383 w 417926"/>
                  <a:gd name="connsiteY128" fmla="*/ 171689 h 415667"/>
                  <a:gd name="connsiteX129" fmla="*/ 275606 w 417926"/>
                  <a:gd name="connsiteY129" fmla="*/ 164912 h 415667"/>
                  <a:gd name="connsiteX130" fmla="*/ 275606 w 417926"/>
                  <a:gd name="connsiteY130" fmla="*/ 162653 h 415667"/>
                  <a:gd name="connsiteX131" fmla="*/ 266569 w 417926"/>
                  <a:gd name="connsiteY131" fmla="*/ 153616 h 415667"/>
                  <a:gd name="connsiteX132" fmla="*/ 266569 w 417926"/>
                  <a:gd name="connsiteY132" fmla="*/ 151357 h 415667"/>
                  <a:gd name="connsiteX133" fmla="*/ 214611 w 417926"/>
                  <a:gd name="connsiteY133" fmla="*/ 99399 h 415667"/>
                  <a:gd name="connsiteX134" fmla="*/ 212352 w 417926"/>
                  <a:gd name="connsiteY134" fmla="*/ 99399 h 415667"/>
                  <a:gd name="connsiteX135" fmla="*/ 201057 w 417926"/>
                  <a:gd name="connsiteY135" fmla="*/ 88103 h 415667"/>
                  <a:gd name="connsiteX136" fmla="*/ 198798 w 417926"/>
                  <a:gd name="connsiteY136" fmla="*/ 88103 h 415667"/>
                  <a:gd name="connsiteX137" fmla="*/ 192020 w 417926"/>
                  <a:gd name="connsiteY137" fmla="*/ 81326 h 415667"/>
                  <a:gd name="connsiteX138" fmla="*/ 189761 w 417926"/>
                  <a:gd name="connsiteY138" fmla="*/ 81326 h 415667"/>
                  <a:gd name="connsiteX139" fmla="*/ 185243 w 417926"/>
                  <a:gd name="connsiteY139" fmla="*/ 76808 h 415667"/>
                  <a:gd name="connsiteX140" fmla="*/ 182984 w 417926"/>
                  <a:gd name="connsiteY140" fmla="*/ 76808 h 415667"/>
                  <a:gd name="connsiteX141" fmla="*/ 176207 w 417926"/>
                  <a:gd name="connsiteY141" fmla="*/ 70031 h 415667"/>
                  <a:gd name="connsiteX142" fmla="*/ 173948 w 417926"/>
                  <a:gd name="connsiteY142" fmla="*/ 70031 h 415667"/>
                  <a:gd name="connsiteX143" fmla="*/ 162653 w 417926"/>
                  <a:gd name="connsiteY143" fmla="*/ 60995 h 415667"/>
                  <a:gd name="connsiteX144" fmla="*/ 160393 w 417926"/>
                  <a:gd name="connsiteY144" fmla="*/ 60995 h 415667"/>
                  <a:gd name="connsiteX145" fmla="*/ 158134 w 417926"/>
                  <a:gd name="connsiteY145" fmla="*/ 58736 h 415667"/>
                  <a:gd name="connsiteX146" fmla="*/ 155875 w 417926"/>
                  <a:gd name="connsiteY146" fmla="*/ 58736 h 415667"/>
                  <a:gd name="connsiteX147" fmla="*/ 151357 w 417926"/>
                  <a:gd name="connsiteY147" fmla="*/ 54218 h 415667"/>
                  <a:gd name="connsiteX148" fmla="*/ 149098 w 417926"/>
                  <a:gd name="connsiteY148" fmla="*/ 54218 h 415667"/>
                  <a:gd name="connsiteX149" fmla="*/ 146839 w 417926"/>
                  <a:gd name="connsiteY149" fmla="*/ 51958 h 415667"/>
                  <a:gd name="connsiteX150" fmla="*/ 140062 w 417926"/>
                  <a:gd name="connsiteY150" fmla="*/ 49699 h 415667"/>
                  <a:gd name="connsiteX151" fmla="*/ 135544 w 417926"/>
                  <a:gd name="connsiteY151" fmla="*/ 45181 h 415667"/>
                  <a:gd name="connsiteX152" fmla="*/ 133285 w 417926"/>
                  <a:gd name="connsiteY152" fmla="*/ 45181 h 415667"/>
                  <a:gd name="connsiteX153" fmla="*/ 131026 w 417926"/>
                  <a:gd name="connsiteY153" fmla="*/ 42922 h 415667"/>
                  <a:gd name="connsiteX154" fmla="*/ 128767 w 417926"/>
                  <a:gd name="connsiteY154" fmla="*/ 42922 h 415667"/>
                  <a:gd name="connsiteX155" fmla="*/ 126508 w 417926"/>
                  <a:gd name="connsiteY155" fmla="*/ 40663 h 415667"/>
                  <a:gd name="connsiteX156" fmla="*/ 124248 w 417926"/>
                  <a:gd name="connsiteY156" fmla="*/ 40663 h 415667"/>
                  <a:gd name="connsiteX157" fmla="*/ 121989 w 417926"/>
                  <a:gd name="connsiteY157" fmla="*/ 38404 h 415667"/>
                  <a:gd name="connsiteX158" fmla="*/ 119730 w 417926"/>
                  <a:gd name="connsiteY158" fmla="*/ 38404 h 415667"/>
                  <a:gd name="connsiteX159" fmla="*/ 112953 w 417926"/>
                  <a:gd name="connsiteY159" fmla="*/ 33886 h 415667"/>
                  <a:gd name="connsiteX160" fmla="*/ 108435 w 417926"/>
                  <a:gd name="connsiteY160" fmla="*/ 33886 h 415667"/>
                  <a:gd name="connsiteX161" fmla="*/ 106176 w 417926"/>
                  <a:gd name="connsiteY161" fmla="*/ 31627 h 415667"/>
                  <a:gd name="connsiteX162" fmla="*/ 103917 w 417926"/>
                  <a:gd name="connsiteY162" fmla="*/ 31627 h 415667"/>
                  <a:gd name="connsiteX163" fmla="*/ 101658 w 417926"/>
                  <a:gd name="connsiteY163" fmla="*/ 29368 h 415667"/>
                  <a:gd name="connsiteX164" fmla="*/ 99399 w 417926"/>
                  <a:gd name="connsiteY164" fmla="*/ 29368 h 415667"/>
                  <a:gd name="connsiteX165" fmla="*/ 92622 w 417926"/>
                  <a:gd name="connsiteY165" fmla="*/ 24850 h 415667"/>
                  <a:gd name="connsiteX166" fmla="*/ 88103 w 417926"/>
                  <a:gd name="connsiteY166" fmla="*/ 24850 h 415667"/>
                  <a:gd name="connsiteX167" fmla="*/ 85844 w 417926"/>
                  <a:gd name="connsiteY167" fmla="*/ 22591 h 415667"/>
                  <a:gd name="connsiteX168" fmla="*/ 81326 w 417926"/>
                  <a:gd name="connsiteY168" fmla="*/ 22591 h 415667"/>
                  <a:gd name="connsiteX169" fmla="*/ 74549 w 417926"/>
                  <a:gd name="connsiteY169" fmla="*/ 18073 h 415667"/>
                  <a:gd name="connsiteX170" fmla="*/ 70031 w 417926"/>
                  <a:gd name="connsiteY170" fmla="*/ 18073 h 415667"/>
                  <a:gd name="connsiteX171" fmla="*/ 67772 w 417926"/>
                  <a:gd name="connsiteY171" fmla="*/ 15813 h 415667"/>
                  <a:gd name="connsiteX172" fmla="*/ 63254 w 417926"/>
                  <a:gd name="connsiteY172" fmla="*/ 15813 h 415667"/>
                  <a:gd name="connsiteX173" fmla="*/ 60995 w 417926"/>
                  <a:gd name="connsiteY173" fmla="*/ 13554 h 415667"/>
                  <a:gd name="connsiteX174" fmla="*/ 56477 w 417926"/>
                  <a:gd name="connsiteY174" fmla="*/ 13554 h 415667"/>
                  <a:gd name="connsiteX175" fmla="*/ 54218 w 417926"/>
                  <a:gd name="connsiteY175" fmla="*/ 11295 h 415667"/>
                  <a:gd name="connsiteX176" fmla="*/ 47440 w 417926"/>
                  <a:gd name="connsiteY176" fmla="*/ 11295 h 415667"/>
                  <a:gd name="connsiteX177" fmla="*/ 45181 w 417926"/>
                  <a:gd name="connsiteY177" fmla="*/ 9036 h 415667"/>
                  <a:gd name="connsiteX178" fmla="*/ 40663 w 417926"/>
                  <a:gd name="connsiteY178" fmla="*/ 9036 h 415667"/>
                  <a:gd name="connsiteX179" fmla="*/ 38404 w 417926"/>
                  <a:gd name="connsiteY179" fmla="*/ 6777 h 415667"/>
                  <a:gd name="connsiteX180" fmla="*/ 31627 w 417926"/>
                  <a:gd name="connsiteY180" fmla="*/ 6777 h 415667"/>
                  <a:gd name="connsiteX181" fmla="*/ 29368 w 417926"/>
                  <a:gd name="connsiteY181" fmla="*/ 4518 h 415667"/>
                  <a:gd name="connsiteX182" fmla="*/ 22591 w 417926"/>
                  <a:gd name="connsiteY182" fmla="*/ 4518 h 415667"/>
                  <a:gd name="connsiteX183" fmla="*/ 20332 w 417926"/>
                  <a:gd name="connsiteY183" fmla="*/ 2259 h 415667"/>
                  <a:gd name="connsiteX184" fmla="*/ 11295 w 417926"/>
                  <a:gd name="connsiteY184" fmla="*/ 2259 h 415667"/>
                  <a:gd name="connsiteX185" fmla="*/ 9036 w 417926"/>
                  <a:gd name="connsiteY185" fmla="*/ 0 h 4156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</a:cxnLst>
                <a:rect l="l" t="t" r="r" b="b"/>
                <a:pathLst>
                  <a:path w="417926" h="415667">
                    <a:moveTo>
                      <a:pt x="0" y="0"/>
                    </a:moveTo>
                    <a:lnTo>
                      <a:pt x="0" y="76808"/>
                    </a:lnTo>
                    <a:lnTo>
                      <a:pt x="2259" y="76808"/>
                    </a:lnTo>
                    <a:lnTo>
                      <a:pt x="4518" y="79067"/>
                    </a:lnTo>
                    <a:lnTo>
                      <a:pt x="11295" y="79067"/>
                    </a:lnTo>
                    <a:lnTo>
                      <a:pt x="13554" y="81326"/>
                    </a:lnTo>
                    <a:lnTo>
                      <a:pt x="20332" y="81326"/>
                    </a:lnTo>
                    <a:lnTo>
                      <a:pt x="22591" y="83585"/>
                    </a:lnTo>
                    <a:lnTo>
                      <a:pt x="29368" y="83585"/>
                    </a:lnTo>
                    <a:lnTo>
                      <a:pt x="31627" y="85844"/>
                    </a:lnTo>
                    <a:lnTo>
                      <a:pt x="36145" y="85844"/>
                    </a:lnTo>
                    <a:lnTo>
                      <a:pt x="38404" y="88103"/>
                    </a:lnTo>
                    <a:lnTo>
                      <a:pt x="42922" y="88103"/>
                    </a:lnTo>
                    <a:lnTo>
                      <a:pt x="45181" y="90363"/>
                    </a:lnTo>
                    <a:lnTo>
                      <a:pt x="49699" y="90363"/>
                    </a:lnTo>
                    <a:lnTo>
                      <a:pt x="51958" y="92622"/>
                    </a:lnTo>
                    <a:lnTo>
                      <a:pt x="56477" y="92622"/>
                    </a:lnTo>
                    <a:lnTo>
                      <a:pt x="58736" y="94881"/>
                    </a:lnTo>
                    <a:lnTo>
                      <a:pt x="60995" y="94881"/>
                    </a:lnTo>
                    <a:lnTo>
                      <a:pt x="67772" y="99399"/>
                    </a:lnTo>
                    <a:lnTo>
                      <a:pt x="72290" y="99399"/>
                    </a:lnTo>
                    <a:lnTo>
                      <a:pt x="74549" y="101658"/>
                    </a:lnTo>
                    <a:lnTo>
                      <a:pt x="76808" y="101658"/>
                    </a:lnTo>
                    <a:lnTo>
                      <a:pt x="79067" y="103917"/>
                    </a:lnTo>
                    <a:lnTo>
                      <a:pt x="81326" y="103917"/>
                    </a:lnTo>
                    <a:lnTo>
                      <a:pt x="83585" y="106176"/>
                    </a:lnTo>
                    <a:lnTo>
                      <a:pt x="85844" y="106176"/>
                    </a:lnTo>
                    <a:lnTo>
                      <a:pt x="88103" y="108435"/>
                    </a:lnTo>
                    <a:lnTo>
                      <a:pt x="90363" y="108435"/>
                    </a:lnTo>
                    <a:lnTo>
                      <a:pt x="92622" y="110694"/>
                    </a:lnTo>
                    <a:lnTo>
                      <a:pt x="94881" y="110694"/>
                    </a:lnTo>
                    <a:lnTo>
                      <a:pt x="97140" y="112953"/>
                    </a:lnTo>
                    <a:lnTo>
                      <a:pt x="99399" y="112953"/>
                    </a:lnTo>
                    <a:lnTo>
                      <a:pt x="101658" y="115212"/>
                    </a:lnTo>
                    <a:lnTo>
                      <a:pt x="108435" y="117471"/>
                    </a:lnTo>
                    <a:lnTo>
                      <a:pt x="112953" y="121989"/>
                    </a:lnTo>
                    <a:lnTo>
                      <a:pt x="119730" y="124248"/>
                    </a:lnTo>
                    <a:lnTo>
                      <a:pt x="124248" y="128767"/>
                    </a:lnTo>
                    <a:lnTo>
                      <a:pt x="126508" y="128767"/>
                    </a:lnTo>
                    <a:lnTo>
                      <a:pt x="131026" y="133285"/>
                    </a:lnTo>
                    <a:lnTo>
                      <a:pt x="133285" y="133285"/>
                    </a:lnTo>
                    <a:lnTo>
                      <a:pt x="137803" y="137803"/>
                    </a:lnTo>
                    <a:lnTo>
                      <a:pt x="140062" y="137803"/>
                    </a:lnTo>
                    <a:lnTo>
                      <a:pt x="146839" y="144580"/>
                    </a:lnTo>
                    <a:lnTo>
                      <a:pt x="149098" y="144580"/>
                    </a:lnTo>
                    <a:lnTo>
                      <a:pt x="158134" y="153616"/>
                    </a:lnTo>
                    <a:lnTo>
                      <a:pt x="160393" y="153616"/>
                    </a:lnTo>
                    <a:lnTo>
                      <a:pt x="178466" y="171689"/>
                    </a:lnTo>
                    <a:lnTo>
                      <a:pt x="180725" y="171689"/>
                    </a:lnTo>
                    <a:lnTo>
                      <a:pt x="194279" y="185243"/>
                    </a:lnTo>
                    <a:lnTo>
                      <a:pt x="194279" y="187502"/>
                    </a:lnTo>
                    <a:lnTo>
                      <a:pt x="212352" y="205575"/>
                    </a:lnTo>
                    <a:lnTo>
                      <a:pt x="212352" y="207834"/>
                    </a:lnTo>
                    <a:lnTo>
                      <a:pt x="219129" y="214611"/>
                    </a:lnTo>
                    <a:lnTo>
                      <a:pt x="219129" y="216870"/>
                    </a:lnTo>
                    <a:lnTo>
                      <a:pt x="225906" y="223647"/>
                    </a:lnTo>
                    <a:lnTo>
                      <a:pt x="225906" y="225906"/>
                    </a:lnTo>
                    <a:lnTo>
                      <a:pt x="230424" y="230424"/>
                    </a:lnTo>
                    <a:lnTo>
                      <a:pt x="230424" y="232683"/>
                    </a:lnTo>
                    <a:lnTo>
                      <a:pt x="234943" y="237202"/>
                    </a:lnTo>
                    <a:lnTo>
                      <a:pt x="234943" y="239461"/>
                    </a:lnTo>
                    <a:lnTo>
                      <a:pt x="243979" y="250756"/>
                    </a:lnTo>
                    <a:lnTo>
                      <a:pt x="243979" y="253015"/>
                    </a:lnTo>
                    <a:lnTo>
                      <a:pt x="246238" y="255274"/>
                    </a:lnTo>
                    <a:lnTo>
                      <a:pt x="246238" y="257533"/>
                    </a:lnTo>
                    <a:lnTo>
                      <a:pt x="248497" y="259792"/>
                    </a:lnTo>
                    <a:lnTo>
                      <a:pt x="250756" y="266569"/>
                    </a:lnTo>
                    <a:lnTo>
                      <a:pt x="255274" y="271088"/>
                    </a:lnTo>
                    <a:lnTo>
                      <a:pt x="255274" y="273347"/>
                    </a:lnTo>
                    <a:lnTo>
                      <a:pt x="257533" y="275606"/>
                    </a:lnTo>
                    <a:lnTo>
                      <a:pt x="257533" y="289160"/>
                    </a:lnTo>
                    <a:lnTo>
                      <a:pt x="248497" y="298196"/>
                    </a:lnTo>
                    <a:lnTo>
                      <a:pt x="246238" y="298196"/>
                    </a:lnTo>
                    <a:lnTo>
                      <a:pt x="243979" y="300455"/>
                    </a:lnTo>
                    <a:lnTo>
                      <a:pt x="171689" y="300455"/>
                    </a:lnTo>
                    <a:lnTo>
                      <a:pt x="194279" y="323046"/>
                    </a:lnTo>
                    <a:lnTo>
                      <a:pt x="196538" y="323046"/>
                    </a:lnTo>
                    <a:lnTo>
                      <a:pt x="228165" y="354673"/>
                    </a:lnTo>
                    <a:lnTo>
                      <a:pt x="230424" y="354673"/>
                    </a:lnTo>
                    <a:lnTo>
                      <a:pt x="259792" y="384041"/>
                    </a:lnTo>
                    <a:lnTo>
                      <a:pt x="262051" y="384041"/>
                    </a:lnTo>
                    <a:lnTo>
                      <a:pt x="293678" y="415668"/>
                    </a:lnTo>
                    <a:lnTo>
                      <a:pt x="295937" y="415668"/>
                    </a:lnTo>
                    <a:lnTo>
                      <a:pt x="325305" y="386300"/>
                    </a:lnTo>
                    <a:lnTo>
                      <a:pt x="327564" y="386300"/>
                    </a:lnTo>
                    <a:lnTo>
                      <a:pt x="356932" y="356932"/>
                    </a:lnTo>
                    <a:lnTo>
                      <a:pt x="359191" y="356932"/>
                    </a:lnTo>
                    <a:lnTo>
                      <a:pt x="388559" y="327564"/>
                    </a:lnTo>
                    <a:lnTo>
                      <a:pt x="390818" y="327564"/>
                    </a:lnTo>
                    <a:lnTo>
                      <a:pt x="417927" y="300455"/>
                    </a:lnTo>
                    <a:lnTo>
                      <a:pt x="356932" y="300455"/>
                    </a:lnTo>
                    <a:lnTo>
                      <a:pt x="354673" y="298196"/>
                    </a:lnTo>
                    <a:lnTo>
                      <a:pt x="352414" y="298196"/>
                    </a:lnTo>
                    <a:lnTo>
                      <a:pt x="345637" y="291419"/>
                    </a:lnTo>
                    <a:lnTo>
                      <a:pt x="345637" y="286901"/>
                    </a:lnTo>
                    <a:lnTo>
                      <a:pt x="341118" y="280124"/>
                    </a:lnTo>
                    <a:lnTo>
                      <a:pt x="341118" y="275606"/>
                    </a:lnTo>
                    <a:lnTo>
                      <a:pt x="336600" y="268828"/>
                    </a:lnTo>
                    <a:lnTo>
                      <a:pt x="336600" y="264310"/>
                    </a:lnTo>
                    <a:lnTo>
                      <a:pt x="334341" y="262051"/>
                    </a:lnTo>
                    <a:lnTo>
                      <a:pt x="334341" y="259792"/>
                    </a:lnTo>
                    <a:lnTo>
                      <a:pt x="332082" y="257533"/>
                    </a:lnTo>
                    <a:lnTo>
                      <a:pt x="332082" y="255274"/>
                    </a:lnTo>
                    <a:lnTo>
                      <a:pt x="329823" y="253015"/>
                    </a:lnTo>
                    <a:lnTo>
                      <a:pt x="329823" y="250756"/>
                    </a:lnTo>
                    <a:lnTo>
                      <a:pt x="327564" y="248497"/>
                    </a:lnTo>
                    <a:lnTo>
                      <a:pt x="327564" y="246238"/>
                    </a:lnTo>
                    <a:lnTo>
                      <a:pt x="325305" y="243979"/>
                    </a:lnTo>
                    <a:lnTo>
                      <a:pt x="325305" y="241720"/>
                    </a:lnTo>
                    <a:lnTo>
                      <a:pt x="323046" y="239461"/>
                    </a:lnTo>
                    <a:lnTo>
                      <a:pt x="323046" y="237202"/>
                    </a:lnTo>
                    <a:lnTo>
                      <a:pt x="320787" y="234943"/>
                    </a:lnTo>
                    <a:lnTo>
                      <a:pt x="320787" y="232683"/>
                    </a:lnTo>
                    <a:lnTo>
                      <a:pt x="318528" y="230424"/>
                    </a:lnTo>
                    <a:lnTo>
                      <a:pt x="318528" y="228165"/>
                    </a:lnTo>
                    <a:lnTo>
                      <a:pt x="316269" y="225906"/>
                    </a:lnTo>
                    <a:lnTo>
                      <a:pt x="314010" y="219129"/>
                    </a:lnTo>
                    <a:lnTo>
                      <a:pt x="309492" y="214611"/>
                    </a:lnTo>
                    <a:lnTo>
                      <a:pt x="307233" y="207834"/>
                    </a:lnTo>
                    <a:lnTo>
                      <a:pt x="302714" y="203316"/>
                    </a:lnTo>
                    <a:lnTo>
                      <a:pt x="302714" y="201057"/>
                    </a:lnTo>
                    <a:lnTo>
                      <a:pt x="298196" y="196538"/>
                    </a:lnTo>
                    <a:lnTo>
                      <a:pt x="298196" y="194279"/>
                    </a:lnTo>
                    <a:lnTo>
                      <a:pt x="293678" y="189761"/>
                    </a:lnTo>
                    <a:lnTo>
                      <a:pt x="293678" y="187502"/>
                    </a:lnTo>
                    <a:lnTo>
                      <a:pt x="289160" y="182984"/>
                    </a:lnTo>
                    <a:lnTo>
                      <a:pt x="289160" y="180725"/>
                    </a:lnTo>
                    <a:lnTo>
                      <a:pt x="282383" y="173948"/>
                    </a:lnTo>
                    <a:lnTo>
                      <a:pt x="282383" y="171689"/>
                    </a:lnTo>
                    <a:lnTo>
                      <a:pt x="275606" y="164912"/>
                    </a:lnTo>
                    <a:lnTo>
                      <a:pt x="275606" y="162653"/>
                    </a:lnTo>
                    <a:lnTo>
                      <a:pt x="266569" y="153616"/>
                    </a:lnTo>
                    <a:lnTo>
                      <a:pt x="266569" y="151357"/>
                    </a:lnTo>
                    <a:lnTo>
                      <a:pt x="214611" y="99399"/>
                    </a:lnTo>
                    <a:lnTo>
                      <a:pt x="212352" y="99399"/>
                    </a:lnTo>
                    <a:lnTo>
                      <a:pt x="201057" y="88103"/>
                    </a:lnTo>
                    <a:lnTo>
                      <a:pt x="198798" y="88103"/>
                    </a:lnTo>
                    <a:lnTo>
                      <a:pt x="192020" y="81326"/>
                    </a:lnTo>
                    <a:lnTo>
                      <a:pt x="189761" y="81326"/>
                    </a:lnTo>
                    <a:lnTo>
                      <a:pt x="185243" y="76808"/>
                    </a:lnTo>
                    <a:lnTo>
                      <a:pt x="182984" y="76808"/>
                    </a:lnTo>
                    <a:lnTo>
                      <a:pt x="176207" y="70031"/>
                    </a:lnTo>
                    <a:lnTo>
                      <a:pt x="173948" y="70031"/>
                    </a:lnTo>
                    <a:lnTo>
                      <a:pt x="162653" y="60995"/>
                    </a:lnTo>
                    <a:lnTo>
                      <a:pt x="160393" y="60995"/>
                    </a:lnTo>
                    <a:lnTo>
                      <a:pt x="158134" y="58736"/>
                    </a:lnTo>
                    <a:lnTo>
                      <a:pt x="155875" y="58736"/>
                    </a:lnTo>
                    <a:lnTo>
                      <a:pt x="151357" y="54218"/>
                    </a:lnTo>
                    <a:lnTo>
                      <a:pt x="149098" y="54218"/>
                    </a:lnTo>
                    <a:lnTo>
                      <a:pt x="146839" y="51958"/>
                    </a:lnTo>
                    <a:lnTo>
                      <a:pt x="140062" y="49699"/>
                    </a:lnTo>
                    <a:lnTo>
                      <a:pt x="135544" y="45181"/>
                    </a:lnTo>
                    <a:lnTo>
                      <a:pt x="133285" y="45181"/>
                    </a:lnTo>
                    <a:lnTo>
                      <a:pt x="131026" y="42922"/>
                    </a:lnTo>
                    <a:lnTo>
                      <a:pt x="128767" y="42922"/>
                    </a:lnTo>
                    <a:lnTo>
                      <a:pt x="126508" y="40663"/>
                    </a:lnTo>
                    <a:lnTo>
                      <a:pt x="124248" y="40663"/>
                    </a:lnTo>
                    <a:lnTo>
                      <a:pt x="121989" y="38404"/>
                    </a:lnTo>
                    <a:lnTo>
                      <a:pt x="119730" y="38404"/>
                    </a:lnTo>
                    <a:lnTo>
                      <a:pt x="112953" y="33886"/>
                    </a:lnTo>
                    <a:lnTo>
                      <a:pt x="108435" y="33886"/>
                    </a:lnTo>
                    <a:lnTo>
                      <a:pt x="106176" y="31627"/>
                    </a:lnTo>
                    <a:lnTo>
                      <a:pt x="103917" y="31627"/>
                    </a:lnTo>
                    <a:lnTo>
                      <a:pt x="101658" y="29368"/>
                    </a:lnTo>
                    <a:lnTo>
                      <a:pt x="99399" y="29368"/>
                    </a:lnTo>
                    <a:lnTo>
                      <a:pt x="92622" y="24850"/>
                    </a:lnTo>
                    <a:lnTo>
                      <a:pt x="88103" y="24850"/>
                    </a:lnTo>
                    <a:lnTo>
                      <a:pt x="85844" y="22591"/>
                    </a:lnTo>
                    <a:lnTo>
                      <a:pt x="81326" y="22591"/>
                    </a:lnTo>
                    <a:lnTo>
                      <a:pt x="74549" y="18073"/>
                    </a:lnTo>
                    <a:lnTo>
                      <a:pt x="70031" y="18073"/>
                    </a:lnTo>
                    <a:lnTo>
                      <a:pt x="67772" y="15813"/>
                    </a:lnTo>
                    <a:lnTo>
                      <a:pt x="63254" y="15813"/>
                    </a:lnTo>
                    <a:lnTo>
                      <a:pt x="60995" y="13554"/>
                    </a:lnTo>
                    <a:lnTo>
                      <a:pt x="56477" y="13554"/>
                    </a:lnTo>
                    <a:lnTo>
                      <a:pt x="54218" y="11295"/>
                    </a:lnTo>
                    <a:lnTo>
                      <a:pt x="47440" y="11295"/>
                    </a:lnTo>
                    <a:lnTo>
                      <a:pt x="45181" y="9036"/>
                    </a:lnTo>
                    <a:lnTo>
                      <a:pt x="40663" y="9036"/>
                    </a:lnTo>
                    <a:lnTo>
                      <a:pt x="38404" y="6777"/>
                    </a:lnTo>
                    <a:lnTo>
                      <a:pt x="31627" y="6777"/>
                    </a:lnTo>
                    <a:lnTo>
                      <a:pt x="29368" y="4518"/>
                    </a:lnTo>
                    <a:lnTo>
                      <a:pt x="22591" y="4518"/>
                    </a:lnTo>
                    <a:lnTo>
                      <a:pt x="20332" y="2259"/>
                    </a:lnTo>
                    <a:lnTo>
                      <a:pt x="11295" y="2259"/>
                    </a:lnTo>
                    <a:lnTo>
                      <a:pt x="9036" y="0"/>
                    </a:lnTo>
                    <a:close/>
                  </a:path>
                </a:pathLst>
              </a:custGeom>
              <a:solidFill>
                <a:srgbClr val="C5E993"/>
              </a:solidFill>
              <a:ln w="22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37" name="任意形状 1136">
                <a:extLst>
                  <a:ext uri="{FF2B5EF4-FFF2-40B4-BE49-F238E27FC236}">
                    <a16:creationId xmlns:a16="http://schemas.microsoft.com/office/drawing/2014/main" id="{37973AC8-DEE2-DA4C-AC58-E8CA9C752866}"/>
                  </a:ext>
                </a:extLst>
              </p:cNvPr>
              <p:cNvSpPr/>
              <p:nvPr/>
            </p:nvSpPr>
            <p:spPr>
              <a:xfrm>
                <a:off x="3783358" y="5524445"/>
                <a:ext cx="356835" cy="342687"/>
              </a:xfrm>
              <a:custGeom>
                <a:avLst/>
                <a:gdLst>
                  <a:gd name="connsiteX0" fmla="*/ 2259 w 512807"/>
                  <a:gd name="connsiteY0" fmla="*/ 6777 h 492475"/>
                  <a:gd name="connsiteX1" fmla="*/ 2259 w 512807"/>
                  <a:gd name="connsiteY1" fmla="*/ 9036 h 492475"/>
                  <a:gd name="connsiteX2" fmla="*/ 0 w 512807"/>
                  <a:gd name="connsiteY2" fmla="*/ 11295 h 492475"/>
                  <a:gd name="connsiteX3" fmla="*/ 0 w 512807"/>
                  <a:gd name="connsiteY3" fmla="*/ 131026 h 492475"/>
                  <a:gd name="connsiteX4" fmla="*/ 2259 w 512807"/>
                  <a:gd name="connsiteY4" fmla="*/ 133285 h 492475"/>
                  <a:gd name="connsiteX5" fmla="*/ 4518 w 512807"/>
                  <a:gd name="connsiteY5" fmla="*/ 140062 h 492475"/>
                  <a:gd name="connsiteX6" fmla="*/ 6777 w 512807"/>
                  <a:gd name="connsiteY6" fmla="*/ 140062 h 492475"/>
                  <a:gd name="connsiteX7" fmla="*/ 13554 w 512807"/>
                  <a:gd name="connsiteY7" fmla="*/ 144580 h 492475"/>
                  <a:gd name="connsiteX8" fmla="*/ 22591 w 512807"/>
                  <a:gd name="connsiteY8" fmla="*/ 144580 h 492475"/>
                  <a:gd name="connsiteX9" fmla="*/ 24850 w 512807"/>
                  <a:gd name="connsiteY9" fmla="*/ 146839 h 492475"/>
                  <a:gd name="connsiteX10" fmla="*/ 33886 w 512807"/>
                  <a:gd name="connsiteY10" fmla="*/ 146839 h 492475"/>
                  <a:gd name="connsiteX11" fmla="*/ 36145 w 512807"/>
                  <a:gd name="connsiteY11" fmla="*/ 149098 h 492475"/>
                  <a:gd name="connsiteX12" fmla="*/ 42922 w 512807"/>
                  <a:gd name="connsiteY12" fmla="*/ 149098 h 492475"/>
                  <a:gd name="connsiteX13" fmla="*/ 45181 w 512807"/>
                  <a:gd name="connsiteY13" fmla="*/ 151357 h 492475"/>
                  <a:gd name="connsiteX14" fmla="*/ 51958 w 512807"/>
                  <a:gd name="connsiteY14" fmla="*/ 151357 h 492475"/>
                  <a:gd name="connsiteX15" fmla="*/ 54218 w 512807"/>
                  <a:gd name="connsiteY15" fmla="*/ 153616 h 492475"/>
                  <a:gd name="connsiteX16" fmla="*/ 58736 w 512807"/>
                  <a:gd name="connsiteY16" fmla="*/ 153616 h 492475"/>
                  <a:gd name="connsiteX17" fmla="*/ 60995 w 512807"/>
                  <a:gd name="connsiteY17" fmla="*/ 155875 h 492475"/>
                  <a:gd name="connsiteX18" fmla="*/ 65513 w 512807"/>
                  <a:gd name="connsiteY18" fmla="*/ 155875 h 492475"/>
                  <a:gd name="connsiteX19" fmla="*/ 67772 w 512807"/>
                  <a:gd name="connsiteY19" fmla="*/ 158134 h 492475"/>
                  <a:gd name="connsiteX20" fmla="*/ 72290 w 512807"/>
                  <a:gd name="connsiteY20" fmla="*/ 158134 h 492475"/>
                  <a:gd name="connsiteX21" fmla="*/ 79067 w 512807"/>
                  <a:gd name="connsiteY21" fmla="*/ 162653 h 492475"/>
                  <a:gd name="connsiteX22" fmla="*/ 83585 w 512807"/>
                  <a:gd name="connsiteY22" fmla="*/ 162653 h 492475"/>
                  <a:gd name="connsiteX23" fmla="*/ 94881 w 512807"/>
                  <a:gd name="connsiteY23" fmla="*/ 169430 h 492475"/>
                  <a:gd name="connsiteX24" fmla="*/ 99399 w 512807"/>
                  <a:gd name="connsiteY24" fmla="*/ 169430 h 492475"/>
                  <a:gd name="connsiteX25" fmla="*/ 101658 w 512807"/>
                  <a:gd name="connsiteY25" fmla="*/ 171689 h 492475"/>
                  <a:gd name="connsiteX26" fmla="*/ 103917 w 512807"/>
                  <a:gd name="connsiteY26" fmla="*/ 171689 h 492475"/>
                  <a:gd name="connsiteX27" fmla="*/ 106176 w 512807"/>
                  <a:gd name="connsiteY27" fmla="*/ 173948 h 492475"/>
                  <a:gd name="connsiteX28" fmla="*/ 117471 w 512807"/>
                  <a:gd name="connsiteY28" fmla="*/ 178466 h 492475"/>
                  <a:gd name="connsiteX29" fmla="*/ 121989 w 512807"/>
                  <a:gd name="connsiteY29" fmla="*/ 182984 h 492475"/>
                  <a:gd name="connsiteX30" fmla="*/ 133285 w 512807"/>
                  <a:gd name="connsiteY30" fmla="*/ 187502 h 492475"/>
                  <a:gd name="connsiteX31" fmla="*/ 137803 w 512807"/>
                  <a:gd name="connsiteY31" fmla="*/ 192020 h 492475"/>
                  <a:gd name="connsiteX32" fmla="*/ 140062 w 512807"/>
                  <a:gd name="connsiteY32" fmla="*/ 192020 h 492475"/>
                  <a:gd name="connsiteX33" fmla="*/ 144580 w 512807"/>
                  <a:gd name="connsiteY33" fmla="*/ 196538 h 492475"/>
                  <a:gd name="connsiteX34" fmla="*/ 146839 w 512807"/>
                  <a:gd name="connsiteY34" fmla="*/ 196538 h 492475"/>
                  <a:gd name="connsiteX35" fmla="*/ 151357 w 512807"/>
                  <a:gd name="connsiteY35" fmla="*/ 201057 h 492475"/>
                  <a:gd name="connsiteX36" fmla="*/ 153616 w 512807"/>
                  <a:gd name="connsiteY36" fmla="*/ 201057 h 492475"/>
                  <a:gd name="connsiteX37" fmla="*/ 171689 w 512807"/>
                  <a:gd name="connsiteY37" fmla="*/ 216870 h 492475"/>
                  <a:gd name="connsiteX38" fmla="*/ 173948 w 512807"/>
                  <a:gd name="connsiteY38" fmla="*/ 216870 h 492475"/>
                  <a:gd name="connsiteX39" fmla="*/ 216870 w 512807"/>
                  <a:gd name="connsiteY39" fmla="*/ 259792 h 492475"/>
                  <a:gd name="connsiteX40" fmla="*/ 216870 w 512807"/>
                  <a:gd name="connsiteY40" fmla="*/ 262051 h 492475"/>
                  <a:gd name="connsiteX41" fmla="*/ 225906 w 512807"/>
                  <a:gd name="connsiteY41" fmla="*/ 271088 h 492475"/>
                  <a:gd name="connsiteX42" fmla="*/ 225906 w 512807"/>
                  <a:gd name="connsiteY42" fmla="*/ 273347 h 492475"/>
                  <a:gd name="connsiteX43" fmla="*/ 232683 w 512807"/>
                  <a:gd name="connsiteY43" fmla="*/ 280124 h 492475"/>
                  <a:gd name="connsiteX44" fmla="*/ 232683 w 512807"/>
                  <a:gd name="connsiteY44" fmla="*/ 282383 h 492475"/>
                  <a:gd name="connsiteX45" fmla="*/ 241720 w 512807"/>
                  <a:gd name="connsiteY45" fmla="*/ 293678 h 492475"/>
                  <a:gd name="connsiteX46" fmla="*/ 241720 w 512807"/>
                  <a:gd name="connsiteY46" fmla="*/ 295937 h 492475"/>
                  <a:gd name="connsiteX47" fmla="*/ 243979 w 512807"/>
                  <a:gd name="connsiteY47" fmla="*/ 298196 h 492475"/>
                  <a:gd name="connsiteX48" fmla="*/ 239461 w 512807"/>
                  <a:gd name="connsiteY48" fmla="*/ 302714 h 492475"/>
                  <a:gd name="connsiteX49" fmla="*/ 155875 w 512807"/>
                  <a:gd name="connsiteY49" fmla="*/ 302714 h 492475"/>
                  <a:gd name="connsiteX50" fmla="*/ 153616 w 512807"/>
                  <a:gd name="connsiteY50" fmla="*/ 304973 h 492475"/>
                  <a:gd name="connsiteX51" fmla="*/ 151357 w 512807"/>
                  <a:gd name="connsiteY51" fmla="*/ 304973 h 492475"/>
                  <a:gd name="connsiteX52" fmla="*/ 144580 w 512807"/>
                  <a:gd name="connsiteY52" fmla="*/ 311751 h 492475"/>
                  <a:gd name="connsiteX53" fmla="*/ 144580 w 512807"/>
                  <a:gd name="connsiteY53" fmla="*/ 325305 h 492475"/>
                  <a:gd name="connsiteX54" fmla="*/ 149098 w 512807"/>
                  <a:gd name="connsiteY54" fmla="*/ 332082 h 492475"/>
                  <a:gd name="connsiteX55" fmla="*/ 151357 w 512807"/>
                  <a:gd name="connsiteY55" fmla="*/ 332082 h 492475"/>
                  <a:gd name="connsiteX56" fmla="*/ 180725 w 512807"/>
                  <a:gd name="connsiteY56" fmla="*/ 361450 h 492475"/>
                  <a:gd name="connsiteX57" fmla="*/ 182984 w 512807"/>
                  <a:gd name="connsiteY57" fmla="*/ 361450 h 492475"/>
                  <a:gd name="connsiteX58" fmla="*/ 212352 w 512807"/>
                  <a:gd name="connsiteY58" fmla="*/ 390818 h 492475"/>
                  <a:gd name="connsiteX59" fmla="*/ 214611 w 512807"/>
                  <a:gd name="connsiteY59" fmla="*/ 390818 h 492475"/>
                  <a:gd name="connsiteX60" fmla="*/ 246238 w 512807"/>
                  <a:gd name="connsiteY60" fmla="*/ 422445 h 492475"/>
                  <a:gd name="connsiteX61" fmla="*/ 248497 w 512807"/>
                  <a:gd name="connsiteY61" fmla="*/ 422445 h 492475"/>
                  <a:gd name="connsiteX62" fmla="*/ 277865 w 512807"/>
                  <a:gd name="connsiteY62" fmla="*/ 451813 h 492475"/>
                  <a:gd name="connsiteX63" fmla="*/ 280124 w 512807"/>
                  <a:gd name="connsiteY63" fmla="*/ 451813 h 492475"/>
                  <a:gd name="connsiteX64" fmla="*/ 309492 w 512807"/>
                  <a:gd name="connsiteY64" fmla="*/ 481180 h 492475"/>
                  <a:gd name="connsiteX65" fmla="*/ 311751 w 512807"/>
                  <a:gd name="connsiteY65" fmla="*/ 481180 h 492475"/>
                  <a:gd name="connsiteX66" fmla="*/ 320787 w 512807"/>
                  <a:gd name="connsiteY66" fmla="*/ 490217 h 492475"/>
                  <a:gd name="connsiteX67" fmla="*/ 323046 w 512807"/>
                  <a:gd name="connsiteY67" fmla="*/ 490217 h 492475"/>
                  <a:gd name="connsiteX68" fmla="*/ 325305 w 512807"/>
                  <a:gd name="connsiteY68" fmla="*/ 492476 h 492475"/>
                  <a:gd name="connsiteX69" fmla="*/ 332082 w 512807"/>
                  <a:gd name="connsiteY69" fmla="*/ 492476 h 492475"/>
                  <a:gd name="connsiteX70" fmla="*/ 334341 w 512807"/>
                  <a:gd name="connsiteY70" fmla="*/ 490217 h 492475"/>
                  <a:gd name="connsiteX71" fmla="*/ 336600 w 512807"/>
                  <a:gd name="connsiteY71" fmla="*/ 490217 h 492475"/>
                  <a:gd name="connsiteX72" fmla="*/ 343378 w 512807"/>
                  <a:gd name="connsiteY72" fmla="*/ 483439 h 492475"/>
                  <a:gd name="connsiteX73" fmla="*/ 345637 w 512807"/>
                  <a:gd name="connsiteY73" fmla="*/ 483439 h 492475"/>
                  <a:gd name="connsiteX74" fmla="*/ 375004 w 512807"/>
                  <a:gd name="connsiteY74" fmla="*/ 454072 h 492475"/>
                  <a:gd name="connsiteX75" fmla="*/ 377263 w 512807"/>
                  <a:gd name="connsiteY75" fmla="*/ 454072 h 492475"/>
                  <a:gd name="connsiteX76" fmla="*/ 406631 w 512807"/>
                  <a:gd name="connsiteY76" fmla="*/ 424704 h 492475"/>
                  <a:gd name="connsiteX77" fmla="*/ 408890 w 512807"/>
                  <a:gd name="connsiteY77" fmla="*/ 424704 h 492475"/>
                  <a:gd name="connsiteX78" fmla="*/ 438258 w 512807"/>
                  <a:gd name="connsiteY78" fmla="*/ 395336 h 492475"/>
                  <a:gd name="connsiteX79" fmla="*/ 440517 w 512807"/>
                  <a:gd name="connsiteY79" fmla="*/ 395336 h 492475"/>
                  <a:gd name="connsiteX80" fmla="*/ 472144 w 512807"/>
                  <a:gd name="connsiteY80" fmla="*/ 363709 h 492475"/>
                  <a:gd name="connsiteX81" fmla="*/ 474403 w 512807"/>
                  <a:gd name="connsiteY81" fmla="*/ 363709 h 492475"/>
                  <a:gd name="connsiteX82" fmla="*/ 503771 w 512807"/>
                  <a:gd name="connsiteY82" fmla="*/ 334341 h 492475"/>
                  <a:gd name="connsiteX83" fmla="*/ 506030 w 512807"/>
                  <a:gd name="connsiteY83" fmla="*/ 334341 h 492475"/>
                  <a:gd name="connsiteX84" fmla="*/ 510548 w 512807"/>
                  <a:gd name="connsiteY84" fmla="*/ 329823 h 492475"/>
                  <a:gd name="connsiteX85" fmla="*/ 510548 w 512807"/>
                  <a:gd name="connsiteY85" fmla="*/ 327564 h 492475"/>
                  <a:gd name="connsiteX86" fmla="*/ 512807 w 512807"/>
                  <a:gd name="connsiteY86" fmla="*/ 325305 h 492475"/>
                  <a:gd name="connsiteX87" fmla="*/ 512807 w 512807"/>
                  <a:gd name="connsiteY87" fmla="*/ 311751 h 492475"/>
                  <a:gd name="connsiteX88" fmla="*/ 506030 w 512807"/>
                  <a:gd name="connsiteY88" fmla="*/ 304973 h 492475"/>
                  <a:gd name="connsiteX89" fmla="*/ 503771 w 512807"/>
                  <a:gd name="connsiteY89" fmla="*/ 304973 h 492475"/>
                  <a:gd name="connsiteX90" fmla="*/ 501512 w 512807"/>
                  <a:gd name="connsiteY90" fmla="*/ 302714 h 492475"/>
                  <a:gd name="connsiteX91" fmla="*/ 408890 w 512807"/>
                  <a:gd name="connsiteY91" fmla="*/ 302714 h 492475"/>
                  <a:gd name="connsiteX92" fmla="*/ 404372 w 512807"/>
                  <a:gd name="connsiteY92" fmla="*/ 298196 h 492475"/>
                  <a:gd name="connsiteX93" fmla="*/ 404372 w 512807"/>
                  <a:gd name="connsiteY93" fmla="*/ 295937 h 492475"/>
                  <a:gd name="connsiteX94" fmla="*/ 402113 w 512807"/>
                  <a:gd name="connsiteY94" fmla="*/ 293678 h 492475"/>
                  <a:gd name="connsiteX95" fmla="*/ 402113 w 512807"/>
                  <a:gd name="connsiteY95" fmla="*/ 289160 h 492475"/>
                  <a:gd name="connsiteX96" fmla="*/ 395336 w 512807"/>
                  <a:gd name="connsiteY96" fmla="*/ 277865 h 492475"/>
                  <a:gd name="connsiteX97" fmla="*/ 395336 w 512807"/>
                  <a:gd name="connsiteY97" fmla="*/ 273347 h 492475"/>
                  <a:gd name="connsiteX98" fmla="*/ 393077 w 512807"/>
                  <a:gd name="connsiteY98" fmla="*/ 271088 h 492475"/>
                  <a:gd name="connsiteX99" fmla="*/ 393077 w 512807"/>
                  <a:gd name="connsiteY99" fmla="*/ 268828 h 492475"/>
                  <a:gd name="connsiteX100" fmla="*/ 390818 w 512807"/>
                  <a:gd name="connsiteY100" fmla="*/ 266569 h 492475"/>
                  <a:gd name="connsiteX101" fmla="*/ 390818 w 512807"/>
                  <a:gd name="connsiteY101" fmla="*/ 264310 h 492475"/>
                  <a:gd name="connsiteX102" fmla="*/ 388559 w 512807"/>
                  <a:gd name="connsiteY102" fmla="*/ 262051 h 492475"/>
                  <a:gd name="connsiteX103" fmla="*/ 388559 w 512807"/>
                  <a:gd name="connsiteY103" fmla="*/ 259792 h 492475"/>
                  <a:gd name="connsiteX104" fmla="*/ 386300 w 512807"/>
                  <a:gd name="connsiteY104" fmla="*/ 257533 h 492475"/>
                  <a:gd name="connsiteX105" fmla="*/ 381782 w 512807"/>
                  <a:gd name="connsiteY105" fmla="*/ 246238 h 492475"/>
                  <a:gd name="connsiteX106" fmla="*/ 377263 w 512807"/>
                  <a:gd name="connsiteY106" fmla="*/ 241720 h 492475"/>
                  <a:gd name="connsiteX107" fmla="*/ 372745 w 512807"/>
                  <a:gd name="connsiteY107" fmla="*/ 230424 h 492475"/>
                  <a:gd name="connsiteX108" fmla="*/ 368227 w 512807"/>
                  <a:gd name="connsiteY108" fmla="*/ 225906 h 492475"/>
                  <a:gd name="connsiteX109" fmla="*/ 365968 w 512807"/>
                  <a:gd name="connsiteY109" fmla="*/ 219129 h 492475"/>
                  <a:gd name="connsiteX110" fmla="*/ 361450 w 512807"/>
                  <a:gd name="connsiteY110" fmla="*/ 214611 h 492475"/>
                  <a:gd name="connsiteX111" fmla="*/ 361450 w 512807"/>
                  <a:gd name="connsiteY111" fmla="*/ 212352 h 492475"/>
                  <a:gd name="connsiteX112" fmla="*/ 356932 w 512807"/>
                  <a:gd name="connsiteY112" fmla="*/ 207834 h 492475"/>
                  <a:gd name="connsiteX113" fmla="*/ 356932 w 512807"/>
                  <a:gd name="connsiteY113" fmla="*/ 205575 h 492475"/>
                  <a:gd name="connsiteX114" fmla="*/ 352414 w 512807"/>
                  <a:gd name="connsiteY114" fmla="*/ 201057 h 492475"/>
                  <a:gd name="connsiteX115" fmla="*/ 352414 w 512807"/>
                  <a:gd name="connsiteY115" fmla="*/ 198798 h 492475"/>
                  <a:gd name="connsiteX116" fmla="*/ 345637 w 512807"/>
                  <a:gd name="connsiteY116" fmla="*/ 192020 h 492475"/>
                  <a:gd name="connsiteX117" fmla="*/ 345637 w 512807"/>
                  <a:gd name="connsiteY117" fmla="*/ 189761 h 492475"/>
                  <a:gd name="connsiteX118" fmla="*/ 338859 w 512807"/>
                  <a:gd name="connsiteY118" fmla="*/ 182984 h 492475"/>
                  <a:gd name="connsiteX119" fmla="*/ 338859 w 512807"/>
                  <a:gd name="connsiteY119" fmla="*/ 180725 h 492475"/>
                  <a:gd name="connsiteX120" fmla="*/ 329823 w 512807"/>
                  <a:gd name="connsiteY120" fmla="*/ 171689 h 492475"/>
                  <a:gd name="connsiteX121" fmla="*/ 329823 w 512807"/>
                  <a:gd name="connsiteY121" fmla="*/ 169430 h 492475"/>
                  <a:gd name="connsiteX122" fmla="*/ 316269 w 512807"/>
                  <a:gd name="connsiteY122" fmla="*/ 155875 h 492475"/>
                  <a:gd name="connsiteX123" fmla="*/ 316269 w 512807"/>
                  <a:gd name="connsiteY123" fmla="*/ 153616 h 492475"/>
                  <a:gd name="connsiteX124" fmla="*/ 280124 w 512807"/>
                  <a:gd name="connsiteY124" fmla="*/ 117471 h 492475"/>
                  <a:gd name="connsiteX125" fmla="*/ 277865 w 512807"/>
                  <a:gd name="connsiteY125" fmla="*/ 117471 h 492475"/>
                  <a:gd name="connsiteX126" fmla="*/ 264310 w 512807"/>
                  <a:gd name="connsiteY126" fmla="*/ 103917 h 492475"/>
                  <a:gd name="connsiteX127" fmla="*/ 262051 w 512807"/>
                  <a:gd name="connsiteY127" fmla="*/ 103917 h 492475"/>
                  <a:gd name="connsiteX128" fmla="*/ 253015 w 512807"/>
                  <a:gd name="connsiteY128" fmla="*/ 94881 h 492475"/>
                  <a:gd name="connsiteX129" fmla="*/ 250756 w 512807"/>
                  <a:gd name="connsiteY129" fmla="*/ 94881 h 492475"/>
                  <a:gd name="connsiteX130" fmla="*/ 243979 w 512807"/>
                  <a:gd name="connsiteY130" fmla="*/ 88103 h 492475"/>
                  <a:gd name="connsiteX131" fmla="*/ 241720 w 512807"/>
                  <a:gd name="connsiteY131" fmla="*/ 88103 h 492475"/>
                  <a:gd name="connsiteX132" fmla="*/ 237202 w 512807"/>
                  <a:gd name="connsiteY132" fmla="*/ 83585 h 492475"/>
                  <a:gd name="connsiteX133" fmla="*/ 234943 w 512807"/>
                  <a:gd name="connsiteY133" fmla="*/ 83585 h 492475"/>
                  <a:gd name="connsiteX134" fmla="*/ 221388 w 512807"/>
                  <a:gd name="connsiteY134" fmla="*/ 72290 h 492475"/>
                  <a:gd name="connsiteX135" fmla="*/ 214611 w 512807"/>
                  <a:gd name="connsiteY135" fmla="*/ 70031 h 492475"/>
                  <a:gd name="connsiteX136" fmla="*/ 203316 w 512807"/>
                  <a:gd name="connsiteY136" fmla="*/ 60995 h 492475"/>
                  <a:gd name="connsiteX137" fmla="*/ 201057 w 512807"/>
                  <a:gd name="connsiteY137" fmla="*/ 60995 h 492475"/>
                  <a:gd name="connsiteX138" fmla="*/ 198798 w 512807"/>
                  <a:gd name="connsiteY138" fmla="*/ 58736 h 492475"/>
                  <a:gd name="connsiteX139" fmla="*/ 196538 w 512807"/>
                  <a:gd name="connsiteY139" fmla="*/ 58736 h 492475"/>
                  <a:gd name="connsiteX140" fmla="*/ 194279 w 512807"/>
                  <a:gd name="connsiteY140" fmla="*/ 56477 h 492475"/>
                  <a:gd name="connsiteX141" fmla="*/ 182984 w 512807"/>
                  <a:gd name="connsiteY141" fmla="*/ 51958 h 492475"/>
                  <a:gd name="connsiteX142" fmla="*/ 178466 w 512807"/>
                  <a:gd name="connsiteY142" fmla="*/ 47440 h 492475"/>
                  <a:gd name="connsiteX143" fmla="*/ 176207 w 512807"/>
                  <a:gd name="connsiteY143" fmla="*/ 47440 h 492475"/>
                  <a:gd name="connsiteX144" fmla="*/ 164912 w 512807"/>
                  <a:gd name="connsiteY144" fmla="*/ 40663 h 492475"/>
                  <a:gd name="connsiteX145" fmla="*/ 160393 w 512807"/>
                  <a:gd name="connsiteY145" fmla="*/ 40663 h 492475"/>
                  <a:gd name="connsiteX146" fmla="*/ 144580 w 512807"/>
                  <a:gd name="connsiteY146" fmla="*/ 31627 h 492475"/>
                  <a:gd name="connsiteX147" fmla="*/ 140062 w 512807"/>
                  <a:gd name="connsiteY147" fmla="*/ 31627 h 492475"/>
                  <a:gd name="connsiteX148" fmla="*/ 133285 w 512807"/>
                  <a:gd name="connsiteY148" fmla="*/ 27109 h 492475"/>
                  <a:gd name="connsiteX149" fmla="*/ 128767 w 512807"/>
                  <a:gd name="connsiteY149" fmla="*/ 27109 h 492475"/>
                  <a:gd name="connsiteX150" fmla="*/ 126508 w 512807"/>
                  <a:gd name="connsiteY150" fmla="*/ 24850 h 492475"/>
                  <a:gd name="connsiteX151" fmla="*/ 121989 w 512807"/>
                  <a:gd name="connsiteY151" fmla="*/ 24850 h 492475"/>
                  <a:gd name="connsiteX152" fmla="*/ 115212 w 512807"/>
                  <a:gd name="connsiteY152" fmla="*/ 20332 h 492475"/>
                  <a:gd name="connsiteX153" fmla="*/ 108435 w 512807"/>
                  <a:gd name="connsiteY153" fmla="*/ 20332 h 492475"/>
                  <a:gd name="connsiteX154" fmla="*/ 106176 w 512807"/>
                  <a:gd name="connsiteY154" fmla="*/ 18073 h 492475"/>
                  <a:gd name="connsiteX155" fmla="*/ 101658 w 512807"/>
                  <a:gd name="connsiteY155" fmla="*/ 18073 h 492475"/>
                  <a:gd name="connsiteX156" fmla="*/ 99399 w 512807"/>
                  <a:gd name="connsiteY156" fmla="*/ 15813 h 492475"/>
                  <a:gd name="connsiteX157" fmla="*/ 94881 w 512807"/>
                  <a:gd name="connsiteY157" fmla="*/ 15813 h 492475"/>
                  <a:gd name="connsiteX158" fmla="*/ 92622 w 512807"/>
                  <a:gd name="connsiteY158" fmla="*/ 13554 h 492475"/>
                  <a:gd name="connsiteX159" fmla="*/ 85844 w 512807"/>
                  <a:gd name="connsiteY159" fmla="*/ 13554 h 492475"/>
                  <a:gd name="connsiteX160" fmla="*/ 83585 w 512807"/>
                  <a:gd name="connsiteY160" fmla="*/ 11295 h 492475"/>
                  <a:gd name="connsiteX161" fmla="*/ 79067 w 512807"/>
                  <a:gd name="connsiteY161" fmla="*/ 11295 h 492475"/>
                  <a:gd name="connsiteX162" fmla="*/ 76808 w 512807"/>
                  <a:gd name="connsiteY162" fmla="*/ 9036 h 492475"/>
                  <a:gd name="connsiteX163" fmla="*/ 70031 w 512807"/>
                  <a:gd name="connsiteY163" fmla="*/ 9036 h 492475"/>
                  <a:gd name="connsiteX164" fmla="*/ 67772 w 512807"/>
                  <a:gd name="connsiteY164" fmla="*/ 6777 h 492475"/>
                  <a:gd name="connsiteX165" fmla="*/ 58736 w 512807"/>
                  <a:gd name="connsiteY165" fmla="*/ 6777 h 492475"/>
                  <a:gd name="connsiteX166" fmla="*/ 56477 w 512807"/>
                  <a:gd name="connsiteY166" fmla="*/ 4518 h 492475"/>
                  <a:gd name="connsiteX167" fmla="*/ 47440 w 512807"/>
                  <a:gd name="connsiteY167" fmla="*/ 4518 h 492475"/>
                  <a:gd name="connsiteX168" fmla="*/ 45181 w 512807"/>
                  <a:gd name="connsiteY168" fmla="*/ 2259 h 492475"/>
                  <a:gd name="connsiteX169" fmla="*/ 33886 w 512807"/>
                  <a:gd name="connsiteY169" fmla="*/ 2259 h 492475"/>
                  <a:gd name="connsiteX170" fmla="*/ 31627 w 512807"/>
                  <a:gd name="connsiteY170" fmla="*/ 0 h 492475"/>
                  <a:gd name="connsiteX171" fmla="*/ 9036 w 512807"/>
                  <a:gd name="connsiteY171" fmla="*/ 0 h 492475"/>
                  <a:gd name="connsiteX172" fmla="*/ 29368 w 512807"/>
                  <a:gd name="connsiteY172" fmla="*/ 36145 h 492475"/>
                  <a:gd name="connsiteX173" fmla="*/ 29368 w 512807"/>
                  <a:gd name="connsiteY173" fmla="*/ 112953 h 492475"/>
                  <a:gd name="connsiteX174" fmla="*/ 33886 w 512807"/>
                  <a:gd name="connsiteY174" fmla="*/ 117471 h 492475"/>
                  <a:gd name="connsiteX175" fmla="*/ 36145 w 512807"/>
                  <a:gd name="connsiteY175" fmla="*/ 117471 h 492475"/>
                  <a:gd name="connsiteX176" fmla="*/ 38404 w 512807"/>
                  <a:gd name="connsiteY176" fmla="*/ 119730 h 492475"/>
                  <a:gd name="connsiteX177" fmla="*/ 45181 w 512807"/>
                  <a:gd name="connsiteY177" fmla="*/ 119730 h 492475"/>
                  <a:gd name="connsiteX178" fmla="*/ 47440 w 512807"/>
                  <a:gd name="connsiteY178" fmla="*/ 121989 h 492475"/>
                  <a:gd name="connsiteX179" fmla="*/ 54218 w 512807"/>
                  <a:gd name="connsiteY179" fmla="*/ 121989 h 492475"/>
                  <a:gd name="connsiteX180" fmla="*/ 56477 w 512807"/>
                  <a:gd name="connsiteY180" fmla="*/ 124248 h 492475"/>
                  <a:gd name="connsiteX181" fmla="*/ 63254 w 512807"/>
                  <a:gd name="connsiteY181" fmla="*/ 124248 h 492475"/>
                  <a:gd name="connsiteX182" fmla="*/ 65513 w 512807"/>
                  <a:gd name="connsiteY182" fmla="*/ 126508 h 492475"/>
                  <a:gd name="connsiteX183" fmla="*/ 70031 w 512807"/>
                  <a:gd name="connsiteY183" fmla="*/ 126508 h 492475"/>
                  <a:gd name="connsiteX184" fmla="*/ 72290 w 512807"/>
                  <a:gd name="connsiteY184" fmla="*/ 128767 h 492475"/>
                  <a:gd name="connsiteX185" fmla="*/ 76808 w 512807"/>
                  <a:gd name="connsiteY185" fmla="*/ 128767 h 492475"/>
                  <a:gd name="connsiteX186" fmla="*/ 79067 w 512807"/>
                  <a:gd name="connsiteY186" fmla="*/ 131026 h 492475"/>
                  <a:gd name="connsiteX187" fmla="*/ 83585 w 512807"/>
                  <a:gd name="connsiteY187" fmla="*/ 131026 h 492475"/>
                  <a:gd name="connsiteX188" fmla="*/ 90363 w 512807"/>
                  <a:gd name="connsiteY188" fmla="*/ 135544 h 492475"/>
                  <a:gd name="connsiteX189" fmla="*/ 94881 w 512807"/>
                  <a:gd name="connsiteY189" fmla="*/ 135544 h 492475"/>
                  <a:gd name="connsiteX190" fmla="*/ 97140 w 512807"/>
                  <a:gd name="connsiteY190" fmla="*/ 137803 h 492475"/>
                  <a:gd name="connsiteX191" fmla="*/ 99399 w 512807"/>
                  <a:gd name="connsiteY191" fmla="*/ 137803 h 492475"/>
                  <a:gd name="connsiteX192" fmla="*/ 106176 w 512807"/>
                  <a:gd name="connsiteY192" fmla="*/ 142321 h 492475"/>
                  <a:gd name="connsiteX193" fmla="*/ 110694 w 512807"/>
                  <a:gd name="connsiteY193" fmla="*/ 142321 h 492475"/>
                  <a:gd name="connsiteX194" fmla="*/ 112953 w 512807"/>
                  <a:gd name="connsiteY194" fmla="*/ 144580 h 492475"/>
                  <a:gd name="connsiteX195" fmla="*/ 115212 w 512807"/>
                  <a:gd name="connsiteY195" fmla="*/ 144580 h 492475"/>
                  <a:gd name="connsiteX196" fmla="*/ 117471 w 512807"/>
                  <a:gd name="connsiteY196" fmla="*/ 146839 h 492475"/>
                  <a:gd name="connsiteX197" fmla="*/ 119730 w 512807"/>
                  <a:gd name="connsiteY197" fmla="*/ 146839 h 492475"/>
                  <a:gd name="connsiteX198" fmla="*/ 121989 w 512807"/>
                  <a:gd name="connsiteY198" fmla="*/ 149098 h 492475"/>
                  <a:gd name="connsiteX199" fmla="*/ 124248 w 512807"/>
                  <a:gd name="connsiteY199" fmla="*/ 149098 h 492475"/>
                  <a:gd name="connsiteX200" fmla="*/ 126508 w 512807"/>
                  <a:gd name="connsiteY200" fmla="*/ 151357 h 492475"/>
                  <a:gd name="connsiteX201" fmla="*/ 133285 w 512807"/>
                  <a:gd name="connsiteY201" fmla="*/ 153616 h 492475"/>
                  <a:gd name="connsiteX202" fmla="*/ 137803 w 512807"/>
                  <a:gd name="connsiteY202" fmla="*/ 158134 h 492475"/>
                  <a:gd name="connsiteX203" fmla="*/ 140062 w 512807"/>
                  <a:gd name="connsiteY203" fmla="*/ 158134 h 492475"/>
                  <a:gd name="connsiteX204" fmla="*/ 142321 w 512807"/>
                  <a:gd name="connsiteY204" fmla="*/ 160393 h 492475"/>
                  <a:gd name="connsiteX205" fmla="*/ 149098 w 512807"/>
                  <a:gd name="connsiteY205" fmla="*/ 162653 h 492475"/>
                  <a:gd name="connsiteX206" fmla="*/ 153616 w 512807"/>
                  <a:gd name="connsiteY206" fmla="*/ 167171 h 492475"/>
                  <a:gd name="connsiteX207" fmla="*/ 155875 w 512807"/>
                  <a:gd name="connsiteY207" fmla="*/ 167171 h 492475"/>
                  <a:gd name="connsiteX208" fmla="*/ 160393 w 512807"/>
                  <a:gd name="connsiteY208" fmla="*/ 171689 h 492475"/>
                  <a:gd name="connsiteX209" fmla="*/ 162653 w 512807"/>
                  <a:gd name="connsiteY209" fmla="*/ 171689 h 492475"/>
                  <a:gd name="connsiteX210" fmla="*/ 167171 w 512807"/>
                  <a:gd name="connsiteY210" fmla="*/ 176207 h 492475"/>
                  <a:gd name="connsiteX211" fmla="*/ 169430 w 512807"/>
                  <a:gd name="connsiteY211" fmla="*/ 176207 h 492475"/>
                  <a:gd name="connsiteX212" fmla="*/ 176207 w 512807"/>
                  <a:gd name="connsiteY212" fmla="*/ 182984 h 492475"/>
                  <a:gd name="connsiteX213" fmla="*/ 178466 w 512807"/>
                  <a:gd name="connsiteY213" fmla="*/ 182984 h 492475"/>
                  <a:gd name="connsiteX214" fmla="*/ 185243 w 512807"/>
                  <a:gd name="connsiteY214" fmla="*/ 189761 h 492475"/>
                  <a:gd name="connsiteX215" fmla="*/ 187502 w 512807"/>
                  <a:gd name="connsiteY215" fmla="*/ 189761 h 492475"/>
                  <a:gd name="connsiteX216" fmla="*/ 198798 w 512807"/>
                  <a:gd name="connsiteY216" fmla="*/ 201057 h 492475"/>
                  <a:gd name="connsiteX217" fmla="*/ 201057 w 512807"/>
                  <a:gd name="connsiteY217" fmla="*/ 201057 h 492475"/>
                  <a:gd name="connsiteX218" fmla="*/ 232683 w 512807"/>
                  <a:gd name="connsiteY218" fmla="*/ 232683 h 492475"/>
                  <a:gd name="connsiteX219" fmla="*/ 232683 w 512807"/>
                  <a:gd name="connsiteY219" fmla="*/ 234943 h 492475"/>
                  <a:gd name="connsiteX220" fmla="*/ 243979 w 512807"/>
                  <a:gd name="connsiteY220" fmla="*/ 246238 h 492475"/>
                  <a:gd name="connsiteX221" fmla="*/ 243979 w 512807"/>
                  <a:gd name="connsiteY221" fmla="*/ 248497 h 492475"/>
                  <a:gd name="connsiteX222" fmla="*/ 253015 w 512807"/>
                  <a:gd name="connsiteY222" fmla="*/ 257533 h 492475"/>
                  <a:gd name="connsiteX223" fmla="*/ 253015 w 512807"/>
                  <a:gd name="connsiteY223" fmla="*/ 259792 h 492475"/>
                  <a:gd name="connsiteX224" fmla="*/ 257533 w 512807"/>
                  <a:gd name="connsiteY224" fmla="*/ 264310 h 492475"/>
                  <a:gd name="connsiteX225" fmla="*/ 257533 w 512807"/>
                  <a:gd name="connsiteY225" fmla="*/ 266569 h 492475"/>
                  <a:gd name="connsiteX226" fmla="*/ 264310 w 512807"/>
                  <a:gd name="connsiteY226" fmla="*/ 273347 h 492475"/>
                  <a:gd name="connsiteX227" fmla="*/ 266569 w 512807"/>
                  <a:gd name="connsiteY227" fmla="*/ 280124 h 492475"/>
                  <a:gd name="connsiteX228" fmla="*/ 275606 w 512807"/>
                  <a:gd name="connsiteY228" fmla="*/ 291419 h 492475"/>
                  <a:gd name="connsiteX229" fmla="*/ 275606 w 512807"/>
                  <a:gd name="connsiteY229" fmla="*/ 293678 h 492475"/>
                  <a:gd name="connsiteX230" fmla="*/ 277865 w 512807"/>
                  <a:gd name="connsiteY230" fmla="*/ 295937 h 492475"/>
                  <a:gd name="connsiteX231" fmla="*/ 277865 w 512807"/>
                  <a:gd name="connsiteY231" fmla="*/ 298196 h 492475"/>
                  <a:gd name="connsiteX232" fmla="*/ 280124 w 512807"/>
                  <a:gd name="connsiteY232" fmla="*/ 300455 h 492475"/>
                  <a:gd name="connsiteX233" fmla="*/ 280124 w 512807"/>
                  <a:gd name="connsiteY233" fmla="*/ 302714 h 492475"/>
                  <a:gd name="connsiteX234" fmla="*/ 282383 w 512807"/>
                  <a:gd name="connsiteY234" fmla="*/ 304973 h 492475"/>
                  <a:gd name="connsiteX235" fmla="*/ 282383 w 512807"/>
                  <a:gd name="connsiteY235" fmla="*/ 307233 h 492475"/>
                  <a:gd name="connsiteX236" fmla="*/ 286901 w 512807"/>
                  <a:gd name="connsiteY236" fmla="*/ 314010 h 492475"/>
                  <a:gd name="connsiteX237" fmla="*/ 286901 w 512807"/>
                  <a:gd name="connsiteY237" fmla="*/ 323046 h 492475"/>
                  <a:gd name="connsiteX238" fmla="*/ 282383 w 512807"/>
                  <a:gd name="connsiteY238" fmla="*/ 329823 h 492475"/>
                  <a:gd name="connsiteX239" fmla="*/ 280124 w 512807"/>
                  <a:gd name="connsiteY239" fmla="*/ 329823 h 492475"/>
                  <a:gd name="connsiteX240" fmla="*/ 277865 w 512807"/>
                  <a:gd name="connsiteY240" fmla="*/ 332082 h 492475"/>
                  <a:gd name="connsiteX241" fmla="*/ 203316 w 512807"/>
                  <a:gd name="connsiteY241" fmla="*/ 332082 h 492475"/>
                  <a:gd name="connsiteX242" fmla="*/ 198798 w 512807"/>
                  <a:gd name="connsiteY242" fmla="*/ 336600 h 492475"/>
                  <a:gd name="connsiteX243" fmla="*/ 212352 w 512807"/>
                  <a:gd name="connsiteY243" fmla="*/ 350155 h 492475"/>
                  <a:gd name="connsiteX244" fmla="*/ 214611 w 512807"/>
                  <a:gd name="connsiteY244" fmla="*/ 350155 h 492475"/>
                  <a:gd name="connsiteX245" fmla="*/ 243979 w 512807"/>
                  <a:gd name="connsiteY245" fmla="*/ 379523 h 492475"/>
                  <a:gd name="connsiteX246" fmla="*/ 246238 w 512807"/>
                  <a:gd name="connsiteY246" fmla="*/ 379523 h 492475"/>
                  <a:gd name="connsiteX247" fmla="*/ 277865 w 512807"/>
                  <a:gd name="connsiteY247" fmla="*/ 411149 h 492475"/>
                  <a:gd name="connsiteX248" fmla="*/ 280124 w 512807"/>
                  <a:gd name="connsiteY248" fmla="*/ 411149 h 492475"/>
                  <a:gd name="connsiteX249" fmla="*/ 309492 w 512807"/>
                  <a:gd name="connsiteY249" fmla="*/ 440517 h 492475"/>
                  <a:gd name="connsiteX250" fmla="*/ 311751 w 512807"/>
                  <a:gd name="connsiteY250" fmla="*/ 440517 h 492475"/>
                  <a:gd name="connsiteX251" fmla="*/ 327564 w 512807"/>
                  <a:gd name="connsiteY251" fmla="*/ 456331 h 492475"/>
                  <a:gd name="connsiteX252" fmla="*/ 329823 w 512807"/>
                  <a:gd name="connsiteY252" fmla="*/ 456331 h 492475"/>
                  <a:gd name="connsiteX253" fmla="*/ 341118 w 512807"/>
                  <a:gd name="connsiteY253" fmla="*/ 445035 h 492475"/>
                  <a:gd name="connsiteX254" fmla="*/ 343378 w 512807"/>
                  <a:gd name="connsiteY254" fmla="*/ 445035 h 492475"/>
                  <a:gd name="connsiteX255" fmla="*/ 375004 w 512807"/>
                  <a:gd name="connsiteY255" fmla="*/ 413408 h 492475"/>
                  <a:gd name="connsiteX256" fmla="*/ 377263 w 512807"/>
                  <a:gd name="connsiteY256" fmla="*/ 413408 h 492475"/>
                  <a:gd name="connsiteX257" fmla="*/ 406631 w 512807"/>
                  <a:gd name="connsiteY257" fmla="*/ 384041 h 492475"/>
                  <a:gd name="connsiteX258" fmla="*/ 408890 w 512807"/>
                  <a:gd name="connsiteY258" fmla="*/ 384041 h 492475"/>
                  <a:gd name="connsiteX259" fmla="*/ 440517 w 512807"/>
                  <a:gd name="connsiteY259" fmla="*/ 352414 h 492475"/>
                  <a:gd name="connsiteX260" fmla="*/ 442776 w 512807"/>
                  <a:gd name="connsiteY260" fmla="*/ 352414 h 492475"/>
                  <a:gd name="connsiteX261" fmla="*/ 458590 w 512807"/>
                  <a:gd name="connsiteY261" fmla="*/ 336600 h 492475"/>
                  <a:gd name="connsiteX262" fmla="*/ 454072 w 512807"/>
                  <a:gd name="connsiteY262" fmla="*/ 332082 h 492475"/>
                  <a:gd name="connsiteX263" fmla="*/ 390818 w 512807"/>
                  <a:gd name="connsiteY263" fmla="*/ 332082 h 492475"/>
                  <a:gd name="connsiteX264" fmla="*/ 384041 w 512807"/>
                  <a:gd name="connsiteY264" fmla="*/ 325305 h 492475"/>
                  <a:gd name="connsiteX265" fmla="*/ 384041 w 512807"/>
                  <a:gd name="connsiteY265" fmla="*/ 323046 h 492475"/>
                  <a:gd name="connsiteX266" fmla="*/ 379523 w 512807"/>
                  <a:gd name="connsiteY266" fmla="*/ 316269 h 492475"/>
                  <a:gd name="connsiteX267" fmla="*/ 379523 w 512807"/>
                  <a:gd name="connsiteY267" fmla="*/ 311751 h 492475"/>
                  <a:gd name="connsiteX268" fmla="*/ 375004 w 512807"/>
                  <a:gd name="connsiteY268" fmla="*/ 304973 h 492475"/>
                  <a:gd name="connsiteX269" fmla="*/ 375004 w 512807"/>
                  <a:gd name="connsiteY269" fmla="*/ 300455 h 492475"/>
                  <a:gd name="connsiteX270" fmla="*/ 372745 w 512807"/>
                  <a:gd name="connsiteY270" fmla="*/ 298196 h 492475"/>
                  <a:gd name="connsiteX271" fmla="*/ 372745 w 512807"/>
                  <a:gd name="connsiteY271" fmla="*/ 295937 h 492475"/>
                  <a:gd name="connsiteX272" fmla="*/ 368227 w 512807"/>
                  <a:gd name="connsiteY272" fmla="*/ 289160 h 492475"/>
                  <a:gd name="connsiteX273" fmla="*/ 368227 w 512807"/>
                  <a:gd name="connsiteY273" fmla="*/ 284642 h 492475"/>
                  <a:gd name="connsiteX274" fmla="*/ 365968 w 512807"/>
                  <a:gd name="connsiteY274" fmla="*/ 282383 h 492475"/>
                  <a:gd name="connsiteX275" fmla="*/ 365968 w 512807"/>
                  <a:gd name="connsiteY275" fmla="*/ 280124 h 492475"/>
                  <a:gd name="connsiteX276" fmla="*/ 363709 w 512807"/>
                  <a:gd name="connsiteY276" fmla="*/ 277865 h 492475"/>
                  <a:gd name="connsiteX277" fmla="*/ 363709 w 512807"/>
                  <a:gd name="connsiteY277" fmla="*/ 275606 h 492475"/>
                  <a:gd name="connsiteX278" fmla="*/ 361450 w 512807"/>
                  <a:gd name="connsiteY278" fmla="*/ 273347 h 492475"/>
                  <a:gd name="connsiteX279" fmla="*/ 359191 w 512807"/>
                  <a:gd name="connsiteY279" fmla="*/ 266569 h 492475"/>
                  <a:gd name="connsiteX280" fmla="*/ 354673 w 512807"/>
                  <a:gd name="connsiteY280" fmla="*/ 262051 h 492475"/>
                  <a:gd name="connsiteX281" fmla="*/ 354673 w 512807"/>
                  <a:gd name="connsiteY281" fmla="*/ 259792 h 492475"/>
                  <a:gd name="connsiteX282" fmla="*/ 352414 w 512807"/>
                  <a:gd name="connsiteY282" fmla="*/ 257533 h 492475"/>
                  <a:gd name="connsiteX283" fmla="*/ 350155 w 512807"/>
                  <a:gd name="connsiteY283" fmla="*/ 250756 h 492475"/>
                  <a:gd name="connsiteX284" fmla="*/ 345637 w 512807"/>
                  <a:gd name="connsiteY284" fmla="*/ 246238 h 492475"/>
                  <a:gd name="connsiteX285" fmla="*/ 343378 w 512807"/>
                  <a:gd name="connsiteY285" fmla="*/ 239461 h 492475"/>
                  <a:gd name="connsiteX286" fmla="*/ 338859 w 512807"/>
                  <a:gd name="connsiteY286" fmla="*/ 234943 h 492475"/>
                  <a:gd name="connsiteX287" fmla="*/ 338859 w 512807"/>
                  <a:gd name="connsiteY287" fmla="*/ 232683 h 492475"/>
                  <a:gd name="connsiteX288" fmla="*/ 334341 w 512807"/>
                  <a:gd name="connsiteY288" fmla="*/ 228165 h 492475"/>
                  <a:gd name="connsiteX289" fmla="*/ 334341 w 512807"/>
                  <a:gd name="connsiteY289" fmla="*/ 225906 h 492475"/>
                  <a:gd name="connsiteX290" fmla="*/ 329823 w 512807"/>
                  <a:gd name="connsiteY290" fmla="*/ 221388 h 492475"/>
                  <a:gd name="connsiteX291" fmla="*/ 329823 w 512807"/>
                  <a:gd name="connsiteY291" fmla="*/ 219129 h 492475"/>
                  <a:gd name="connsiteX292" fmla="*/ 325305 w 512807"/>
                  <a:gd name="connsiteY292" fmla="*/ 214611 h 492475"/>
                  <a:gd name="connsiteX293" fmla="*/ 325305 w 512807"/>
                  <a:gd name="connsiteY293" fmla="*/ 212352 h 492475"/>
                  <a:gd name="connsiteX294" fmla="*/ 318528 w 512807"/>
                  <a:gd name="connsiteY294" fmla="*/ 205575 h 492475"/>
                  <a:gd name="connsiteX295" fmla="*/ 318528 w 512807"/>
                  <a:gd name="connsiteY295" fmla="*/ 203316 h 492475"/>
                  <a:gd name="connsiteX296" fmla="*/ 309492 w 512807"/>
                  <a:gd name="connsiteY296" fmla="*/ 194279 h 492475"/>
                  <a:gd name="connsiteX297" fmla="*/ 309492 w 512807"/>
                  <a:gd name="connsiteY297" fmla="*/ 192020 h 492475"/>
                  <a:gd name="connsiteX298" fmla="*/ 295937 w 512807"/>
                  <a:gd name="connsiteY298" fmla="*/ 178466 h 492475"/>
                  <a:gd name="connsiteX299" fmla="*/ 295937 w 512807"/>
                  <a:gd name="connsiteY299" fmla="*/ 176207 h 492475"/>
                  <a:gd name="connsiteX300" fmla="*/ 257533 w 512807"/>
                  <a:gd name="connsiteY300" fmla="*/ 137803 h 492475"/>
                  <a:gd name="connsiteX301" fmla="*/ 255274 w 512807"/>
                  <a:gd name="connsiteY301" fmla="*/ 137803 h 492475"/>
                  <a:gd name="connsiteX302" fmla="*/ 243979 w 512807"/>
                  <a:gd name="connsiteY302" fmla="*/ 126508 h 492475"/>
                  <a:gd name="connsiteX303" fmla="*/ 241720 w 512807"/>
                  <a:gd name="connsiteY303" fmla="*/ 126508 h 492475"/>
                  <a:gd name="connsiteX304" fmla="*/ 232683 w 512807"/>
                  <a:gd name="connsiteY304" fmla="*/ 117471 h 492475"/>
                  <a:gd name="connsiteX305" fmla="*/ 230424 w 512807"/>
                  <a:gd name="connsiteY305" fmla="*/ 117471 h 492475"/>
                  <a:gd name="connsiteX306" fmla="*/ 223647 w 512807"/>
                  <a:gd name="connsiteY306" fmla="*/ 110694 h 492475"/>
                  <a:gd name="connsiteX307" fmla="*/ 221388 w 512807"/>
                  <a:gd name="connsiteY307" fmla="*/ 110694 h 492475"/>
                  <a:gd name="connsiteX308" fmla="*/ 216870 w 512807"/>
                  <a:gd name="connsiteY308" fmla="*/ 106176 h 492475"/>
                  <a:gd name="connsiteX309" fmla="*/ 214611 w 512807"/>
                  <a:gd name="connsiteY309" fmla="*/ 106176 h 492475"/>
                  <a:gd name="connsiteX310" fmla="*/ 207834 w 512807"/>
                  <a:gd name="connsiteY310" fmla="*/ 99399 h 492475"/>
                  <a:gd name="connsiteX311" fmla="*/ 201057 w 512807"/>
                  <a:gd name="connsiteY311" fmla="*/ 97140 h 492475"/>
                  <a:gd name="connsiteX312" fmla="*/ 196538 w 512807"/>
                  <a:gd name="connsiteY312" fmla="*/ 92622 h 492475"/>
                  <a:gd name="connsiteX313" fmla="*/ 194279 w 512807"/>
                  <a:gd name="connsiteY313" fmla="*/ 92622 h 492475"/>
                  <a:gd name="connsiteX314" fmla="*/ 189761 w 512807"/>
                  <a:gd name="connsiteY314" fmla="*/ 88103 h 492475"/>
                  <a:gd name="connsiteX315" fmla="*/ 182984 w 512807"/>
                  <a:gd name="connsiteY315" fmla="*/ 85844 h 492475"/>
                  <a:gd name="connsiteX316" fmla="*/ 178466 w 512807"/>
                  <a:gd name="connsiteY316" fmla="*/ 81326 h 492475"/>
                  <a:gd name="connsiteX317" fmla="*/ 176207 w 512807"/>
                  <a:gd name="connsiteY317" fmla="*/ 81326 h 492475"/>
                  <a:gd name="connsiteX318" fmla="*/ 173948 w 512807"/>
                  <a:gd name="connsiteY318" fmla="*/ 79067 h 492475"/>
                  <a:gd name="connsiteX319" fmla="*/ 171689 w 512807"/>
                  <a:gd name="connsiteY319" fmla="*/ 79067 h 492475"/>
                  <a:gd name="connsiteX320" fmla="*/ 169430 w 512807"/>
                  <a:gd name="connsiteY320" fmla="*/ 76808 h 492475"/>
                  <a:gd name="connsiteX321" fmla="*/ 167171 w 512807"/>
                  <a:gd name="connsiteY321" fmla="*/ 76808 h 492475"/>
                  <a:gd name="connsiteX322" fmla="*/ 164912 w 512807"/>
                  <a:gd name="connsiteY322" fmla="*/ 74549 h 492475"/>
                  <a:gd name="connsiteX323" fmla="*/ 162653 w 512807"/>
                  <a:gd name="connsiteY323" fmla="*/ 74549 h 492475"/>
                  <a:gd name="connsiteX324" fmla="*/ 160393 w 512807"/>
                  <a:gd name="connsiteY324" fmla="*/ 72290 h 492475"/>
                  <a:gd name="connsiteX325" fmla="*/ 158134 w 512807"/>
                  <a:gd name="connsiteY325" fmla="*/ 72290 h 492475"/>
                  <a:gd name="connsiteX326" fmla="*/ 155875 w 512807"/>
                  <a:gd name="connsiteY326" fmla="*/ 70031 h 492475"/>
                  <a:gd name="connsiteX327" fmla="*/ 153616 w 512807"/>
                  <a:gd name="connsiteY327" fmla="*/ 70031 h 492475"/>
                  <a:gd name="connsiteX328" fmla="*/ 151357 w 512807"/>
                  <a:gd name="connsiteY328" fmla="*/ 67772 h 492475"/>
                  <a:gd name="connsiteX329" fmla="*/ 149098 w 512807"/>
                  <a:gd name="connsiteY329" fmla="*/ 67772 h 492475"/>
                  <a:gd name="connsiteX330" fmla="*/ 146839 w 512807"/>
                  <a:gd name="connsiteY330" fmla="*/ 65513 h 492475"/>
                  <a:gd name="connsiteX331" fmla="*/ 144580 w 512807"/>
                  <a:gd name="connsiteY331" fmla="*/ 65513 h 492475"/>
                  <a:gd name="connsiteX332" fmla="*/ 137803 w 512807"/>
                  <a:gd name="connsiteY332" fmla="*/ 60995 h 492475"/>
                  <a:gd name="connsiteX333" fmla="*/ 133285 w 512807"/>
                  <a:gd name="connsiteY333" fmla="*/ 60995 h 492475"/>
                  <a:gd name="connsiteX334" fmla="*/ 131026 w 512807"/>
                  <a:gd name="connsiteY334" fmla="*/ 58736 h 492475"/>
                  <a:gd name="connsiteX335" fmla="*/ 128767 w 512807"/>
                  <a:gd name="connsiteY335" fmla="*/ 58736 h 492475"/>
                  <a:gd name="connsiteX336" fmla="*/ 126508 w 512807"/>
                  <a:gd name="connsiteY336" fmla="*/ 56477 h 492475"/>
                  <a:gd name="connsiteX337" fmla="*/ 121989 w 512807"/>
                  <a:gd name="connsiteY337" fmla="*/ 56477 h 492475"/>
                  <a:gd name="connsiteX338" fmla="*/ 115212 w 512807"/>
                  <a:gd name="connsiteY338" fmla="*/ 51958 h 492475"/>
                  <a:gd name="connsiteX339" fmla="*/ 110694 w 512807"/>
                  <a:gd name="connsiteY339" fmla="*/ 51958 h 492475"/>
                  <a:gd name="connsiteX340" fmla="*/ 108435 w 512807"/>
                  <a:gd name="connsiteY340" fmla="*/ 49699 h 492475"/>
                  <a:gd name="connsiteX341" fmla="*/ 103917 w 512807"/>
                  <a:gd name="connsiteY341" fmla="*/ 49699 h 492475"/>
                  <a:gd name="connsiteX342" fmla="*/ 101658 w 512807"/>
                  <a:gd name="connsiteY342" fmla="*/ 47440 h 492475"/>
                  <a:gd name="connsiteX343" fmla="*/ 97140 w 512807"/>
                  <a:gd name="connsiteY343" fmla="*/ 47440 h 492475"/>
                  <a:gd name="connsiteX344" fmla="*/ 94881 w 512807"/>
                  <a:gd name="connsiteY344" fmla="*/ 45181 h 492475"/>
                  <a:gd name="connsiteX345" fmla="*/ 90363 w 512807"/>
                  <a:gd name="connsiteY345" fmla="*/ 45181 h 492475"/>
                  <a:gd name="connsiteX346" fmla="*/ 88103 w 512807"/>
                  <a:gd name="connsiteY346" fmla="*/ 42922 h 492475"/>
                  <a:gd name="connsiteX347" fmla="*/ 83585 w 512807"/>
                  <a:gd name="connsiteY347" fmla="*/ 42922 h 492475"/>
                  <a:gd name="connsiteX348" fmla="*/ 81326 w 512807"/>
                  <a:gd name="connsiteY348" fmla="*/ 40663 h 492475"/>
                  <a:gd name="connsiteX349" fmla="*/ 74549 w 512807"/>
                  <a:gd name="connsiteY349" fmla="*/ 40663 h 492475"/>
                  <a:gd name="connsiteX350" fmla="*/ 72290 w 512807"/>
                  <a:gd name="connsiteY350" fmla="*/ 38404 h 492475"/>
                  <a:gd name="connsiteX351" fmla="*/ 65513 w 512807"/>
                  <a:gd name="connsiteY351" fmla="*/ 38404 h 492475"/>
                  <a:gd name="connsiteX352" fmla="*/ 63254 w 512807"/>
                  <a:gd name="connsiteY352" fmla="*/ 36145 h 492475"/>
                  <a:gd name="connsiteX353" fmla="*/ 56477 w 512807"/>
                  <a:gd name="connsiteY353" fmla="*/ 36145 h 492475"/>
                  <a:gd name="connsiteX354" fmla="*/ 54218 w 512807"/>
                  <a:gd name="connsiteY354" fmla="*/ 33886 h 492475"/>
                  <a:gd name="connsiteX355" fmla="*/ 45181 w 512807"/>
                  <a:gd name="connsiteY355" fmla="*/ 33886 h 492475"/>
                  <a:gd name="connsiteX356" fmla="*/ 42922 w 512807"/>
                  <a:gd name="connsiteY356" fmla="*/ 31627 h 492475"/>
                  <a:gd name="connsiteX357" fmla="*/ 33886 w 512807"/>
                  <a:gd name="connsiteY357" fmla="*/ 31627 h 492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</a:cxnLst>
                <a:rect l="l" t="t" r="r" b="b"/>
                <a:pathLst>
                  <a:path w="512807" h="492475">
                    <a:moveTo>
                      <a:pt x="2259" y="6777"/>
                    </a:moveTo>
                    <a:lnTo>
                      <a:pt x="2259" y="9036"/>
                    </a:lnTo>
                    <a:lnTo>
                      <a:pt x="0" y="11295"/>
                    </a:lnTo>
                    <a:lnTo>
                      <a:pt x="0" y="131026"/>
                    </a:lnTo>
                    <a:lnTo>
                      <a:pt x="2259" y="133285"/>
                    </a:lnTo>
                    <a:lnTo>
                      <a:pt x="4518" y="140062"/>
                    </a:lnTo>
                    <a:lnTo>
                      <a:pt x="6777" y="140062"/>
                    </a:lnTo>
                    <a:lnTo>
                      <a:pt x="13554" y="144580"/>
                    </a:lnTo>
                    <a:lnTo>
                      <a:pt x="22591" y="144580"/>
                    </a:lnTo>
                    <a:lnTo>
                      <a:pt x="24850" y="146839"/>
                    </a:lnTo>
                    <a:lnTo>
                      <a:pt x="33886" y="146839"/>
                    </a:lnTo>
                    <a:lnTo>
                      <a:pt x="36145" y="149098"/>
                    </a:lnTo>
                    <a:lnTo>
                      <a:pt x="42922" y="149098"/>
                    </a:lnTo>
                    <a:lnTo>
                      <a:pt x="45181" y="151357"/>
                    </a:lnTo>
                    <a:lnTo>
                      <a:pt x="51958" y="151357"/>
                    </a:lnTo>
                    <a:lnTo>
                      <a:pt x="54218" y="153616"/>
                    </a:lnTo>
                    <a:lnTo>
                      <a:pt x="58736" y="153616"/>
                    </a:lnTo>
                    <a:lnTo>
                      <a:pt x="60995" y="155875"/>
                    </a:lnTo>
                    <a:lnTo>
                      <a:pt x="65513" y="155875"/>
                    </a:lnTo>
                    <a:lnTo>
                      <a:pt x="67772" y="158134"/>
                    </a:lnTo>
                    <a:lnTo>
                      <a:pt x="72290" y="158134"/>
                    </a:lnTo>
                    <a:lnTo>
                      <a:pt x="79067" y="162653"/>
                    </a:lnTo>
                    <a:lnTo>
                      <a:pt x="83585" y="162653"/>
                    </a:lnTo>
                    <a:lnTo>
                      <a:pt x="94881" y="169430"/>
                    </a:lnTo>
                    <a:lnTo>
                      <a:pt x="99399" y="169430"/>
                    </a:lnTo>
                    <a:lnTo>
                      <a:pt x="101658" y="171689"/>
                    </a:lnTo>
                    <a:lnTo>
                      <a:pt x="103917" y="171689"/>
                    </a:lnTo>
                    <a:lnTo>
                      <a:pt x="106176" y="173948"/>
                    </a:lnTo>
                    <a:lnTo>
                      <a:pt x="117471" y="178466"/>
                    </a:lnTo>
                    <a:lnTo>
                      <a:pt x="121989" y="182984"/>
                    </a:lnTo>
                    <a:lnTo>
                      <a:pt x="133285" y="187502"/>
                    </a:lnTo>
                    <a:lnTo>
                      <a:pt x="137803" y="192020"/>
                    </a:lnTo>
                    <a:lnTo>
                      <a:pt x="140062" y="192020"/>
                    </a:lnTo>
                    <a:lnTo>
                      <a:pt x="144580" y="196538"/>
                    </a:lnTo>
                    <a:lnTo>
                      <a:pt x="146839" y="196538"/>
                    </a:lnTo>
                    <a:lnTo>
                      <a:pt x="151357" y="201057"/>
                    </a:lnTo>
                    <a:lnTo>
                      <a:pt x="153616" y="201057"/>
                    </a:lnTo>
                    <a:lnTo>
                      <a:pt x="171689" y="216870"/>
                    </a:lnTo>
                    <a:lnTo>
                      <a:pt x="173948" y="216870"/>
                    </a:lnTo>
                    <a:lnTo>
                      <a:pt x="216870" y="259792"/>
                    </a:lnTo>
                    <a:lnTo>
                      <a:pt x="216870" y="262051"/>
                    </a:lnTo>
                    <a:lnTo>
                      <a:pt x="225906" y="271088"/>
                    </a:lnTo>
                    <a:lnTo>
                      <a:pt x="225906" y="273347"/>
                    </a:lnTo>
                    <a:lnTo>
                      <a:pt x="232683" y="280124"/>
                    </a:lnTo>
                    <a:lnTo>
                      <a:pt x="232683" y="282383"/>
                    </a:lnTo>
                    <a:lnTo>
                      <a:pt x="241720" y="293678"/>
                    </a:lnTo>
                    <a:lnTo>
                      <a:pt x="241720" y="295937"/>
                    </a:lnTo>
                    <a:lnTo>
                      <a:pt x="243979" y="298196"/>
                    </a:lnTo>
                    <a:lnTo>
                      <a:pt x="239461" y="302714"/>
                    </a:lnTo>
                    <a:lnTo>
                      <a:pt x="155875" y="302714"/>
                    </a:lnTo>
                    <a:lnTo>
                      <a:pt x="153616" y="304973"/>
                    </a:lnTo>
                    <a:lnTo>
                      <a:pt x="151357" y="304973"/>
                    </a:lnTo>
                    <a:lnTo>
                      <a:pt x="144580" y="311751"/>
                    </a:lnTo>
                    <a:lnTo>
                      <a:pt x="144580" y="325305"/>
                    </a:lnTo>
                    <a:lnTo>
                      <a:pt x="149098" y="332082"/>
                    </a:lnTo>
                    <a:lnTo>
                      <a:pt x="151357" y="332082"/>
                    </a:lnTo>
                    <a:lnTo>
                      <a:pt x="180725" y="361450"/>
                    </a:lnTo>
                    <a:lnTo>
                      <a:pt x="182984" y="361450"/>
                    </a:lnTo>
                    <a:lnTo>
                      <a:pt x="212352" y="390818"/>
                    </a:lnTo>
                    <a:lnTo>
                      <a:pt x="214611" y="390818"/>
                    </a:lnTo>
                    <a:lnTo>
                      <a:pt x="246238" y="422445"/>
                    </a:lnTo>
                    <a:lnTo>
                      <a:pt x="248497" y="422445"/>
                    </a:lnTo>
                    <a:lnTo>
                      <a:pt x="277865" y="451813"/>
                    </a:lnTo>
                    <a:lnTo>
                      <a:pt x="280124" y="451813"/>
                    </a:lnTo>
                    <a:lnTo>
                      <a:pt x="309492" y="481180"/>
                    </a:lnTo>
                    <a:lnTo>
                      <a:pt x="311751" y="481180"/>
                    </a:lnTo>
                    <a:lnTo>
                      <a:pt x="320787" y="490217"/>
                    </a:lnTo>
                    <a:lnTo>
                      <a:pt x="323046" y="490217"/>
                    </a:lnTo>
                    <a:lnTo>
                      <a:pt x="325305" y="492476"/>
                    </a:lnTo>
                    <a:lnTo>
                      <a:pt x="332082" y="492476"/>
                    </a:lnTo>
                    <a:lnTo>
                      <a:pt x="334341" y="490217"/>
                    </a:lnTo>
                    <a:lnTo>
                      <a:pt x="336600" y="490217"/>
                    </a:lnTo>
                    <a:lnTo>
                      <a:pt x="343378" y="483439"/>
                    </a:lnTo>
                    <a:lnTo>
                      <a:pt x="345637" y="483439"/>
                    </a:lnTo>
                    <a:lnTo>
                      <a:pt x="375004" y="454072"/>
                    </a:lnTo>
                    <a:lnTo>
                      <a:pt x="377263" y="454072"/>
                    </a:lnTo>
                    <a:lnTo>
                      <a:pt x="406631" y="424704"/>
                    </a:lnTo>
                    <a:lnTo>
                      <a:pt x="408890" y="424704"/>
                    </a:lnTo>
                    <a:lnTo>
                      <a:pt x="438258" y="395336"/>
                    </a:lnTo>
                    <a:lnTo>
                      <a:pt x="440517" y="395336"/>
                    </a:lnTo>
                    <a:lnTo>
                      <a:pt x="472144" y="363709"/>
                    </a:lnTo>
                    <a:lnTo>
                      <a:pt x="474403" y="363709"/>
                    </a:lnTo>
                    <a:lnTo>
                      <a:pt x="503771" y="334341"/>
                    </a:lnTo>
                    <a:lnTo>
                      <a:pt x="506030" y="334341"/>
                    </a:lnTo>
                    <a:lnTo>
                      <a:pt x="510548" y="329823"/>
                    </a:lnTo>
                    <a:lnTo>
                      <a:pt x="510548" y="327564"/>
                    </a:lnTo>
                    <a:lnTo>
                      <a:pt x="512807" y="325305"/>
                    </a:lnTo>
                    <a:lnTo>
                      <a:pt x="512807" y="311751"/>
                    </a:lnTo>
                    <a:lnTo>
                      <a:pt x="506030" y="304973"/>
                    </a:lnTo>
                    <a:lnTo>
                      <a:pt x="503771" y="304973"/>
                    </a:lnTo>
                    <a:lnTo>
                      <a:pt x="501512" y="302714"/>
                    </a:lnTo>
                    <a:lnTo>
                      <a:pt x="408890" y="302714"/>
                    </a:lnTo>
                    <a:lnTo>
                      <a:pt x="404372" y="298196"/>
                    </a:lnTo>
                    <a:lnTo>
                      <a:pt x="404372" y="295937"/>
                    </a:lnTo>
                    <a:lnTo>
                      <a:pt x="402113" y="293678"/>
                    </a:lnTo>
                    <a:lnTo>
                      <a:pt x="402113" y="289160"/>
                    </a:lnTo>
                    <a:lnTo>
                      <a:pt x="395336" y="277865"/>
                    </a:lnTo>
                    <a:lnTo>
                      <a:pt x="395336" y="273347"/>
                    </a:lnTo>
                    <a:lnTo>
                      <a:pt x="393077" y="271088"/>
                    </a:lnTo>
                    <a:lnTo>
                      <a:pt x="393077" y="268828"/>
                    </a:lnTo>
                    <a:lnTo>
                      <a:pt x="390818" y="266569"/>
                    </a:lnTo>
                    <a:lnTo>
                      <a:pt x="390818" y="264310"/>
                    </a:lnTo>
                    <a:lnTo>
                      <a:pt x="388559" y="262051"/>
                    </a:lnTo>
                    <a:lnTo>
                      <a:pt x="388559" y="259792"/>
                    </a:lnTo>
                    <a:lnTo>
                      <a:pt x="386300" y="257533"/>
                    </a:lnTo>
                    <a:lnTo>
                      <a:pt x="381782" y="246238"/>
                    </a:lnTo>
                    <a:lnTo>
                      <a:pt x="377263" y="241720"/>
                    </a:lnTo>
                    <a:lnTo>
                      <a:pt x="372745" y="230424"/>
                    </a:lnTo>
                    <a:lnTo>
                      <a:pt x="368227" y="225906"/>
                    </a:lnTo>
                    <a:lnTo>
                      <a:pt x="365968" y="219129"/>
                    </a:lnTo>
                    <a:lnTo>
                      <a:pt x="361450" y="214611"/>
                    </a:lnTo>
                    <a:lnTo>
                      <a:pt x="361450" y="212352"/>
                    </a:lnTo>
                    <a:lnTo>
                      <a:pt x="356932" y="207834"/>
                    </a:lnTo>
                    <a:lnTo>
                      <a:pt x="356932" y="205575"/>
                    </a:lnTo>
                    <a:lnTo>
                      <a:pt x="352414" y="201057"/>
                    </a:lnTo>
                    <a:lnTo>
                      <a:pt x="352414" y="198798"/>
                    </a:lnTo>
                    <a:lnTo>
                      <a:pt x="345637" y="192020"/>
                    </a:lnTo>
                    <a:lnTo>
                      <a:pt x="345637" y="189761"/>
                    </a:lnTo>
                    <a:lnTo>
                      <a:pt x="338859" y="182984"/>
                    </a:lnTo>
                    <a:lnTo>
                      <a:pt x="338859" y="180725"/>
                    </a:lnTo>
                    <a:lnTo>
                      <a:pt x="329823" y="171689"/>
                    </a:lnTo>
                    <a:lnTo>
                      <a:pt x="329823" y="169430"/>
                    </a:lnTo>
                    <a:lnTo>
                      <a:pt x="316269" y="155875"/>
                    </a:lnTo>
                    <a:lnTo>
                      <a:pt x="316269" y="153616"/>
                    </a:lnTo>
                    <a:lnTo>
                      <a:pt x="280124" y="117471"/>
                    </a:lnTo>
                    <a:lnTo>
                      <a:pt x="277865" y="117471"/>
                    </a:lnTo>
                    <a:lnTo>
                      <a:pt x="264310" y="103917"/>
                    </a:lnTo>
                    <a:lnTo>
                      <a:pt x="262051" y="103917"/>
                    </a:lnTo>
                    <a:lnTo>
                      <a:pt x="253015" y="94881"/>
                    </a:lnTo>
                    <a:lnTo>
                      <a:pt x="250756" y="94881"/>
                    </a:lnTo>
                    <a:lnTo>
                      <a:pt x="243979" y="88103"/>
                    </a:lnTo>
                    <a:lnTo>
                      <a:pt x="241720" y="88103"/>
                    </a:lnTo>
                    <a:lnTo>
                      <a:pt x="237202" y="83585"/>
                    </a:lnTo>
                    <a:lnTo>
                      <a:pt x="234943" y="83585"/>
                    </a:lnTo>
                    <a:lnTo>
                      <a:pt x="221388" y="72290"/>
                    </a:lnTo>
                    <a:lnTo>
                      <a:pt x="214611" y="70031"/>
                    </a:lnTo>
                    <a:lnTo>
                      <a:pt x="203316" y="60995"/>
                    </a:lnTo>
                    <a:lnTo>
                      <a:pt x="201057" y="60995"/>
                    </a:lnTo>
                    <a:lnTo>
                      <a:pt x="198798" y="58736"/>
                    </a:lnTo>
                    <a:lnTo>
                      <a:pt x="196538" y="58736"/>
                    </a:lnTo>
                    <a:lnTo>
                      <a:pt x="194279" y="56477"/>
                    </a:lnTo>
                    <a:lnTo>
                      <a:pt x="182984" y="51958"/>
                    </a:lnTo>
                    <a:lnTo>
                      <a:pt x="178466" y="47440"/>
                    </a:lnTo>
                    <a:lnTo>
                      <a:pt x="176207" y="47440"/>
                    </a:lnTo>
                    <a:lnTo>
                      <a:pt x="164912" y="40663"/>
                    </a:lnTo>
                    <a:lnTo>
                      <a:pt x="160393" y="40663"/>
                    </a:lnTo>
                    <a:lnTo>
                      <a:pt x="144580" y="31627"/>
                    </a:lnTo>
                    <a:lnTo>
                      <a:pt x="140062" y="31627"/>
                    </a:lnTo>
                    <a:lnTo>
                      <a:pt x="133285" y="27109"/>
                    </a:lnTo>
                    <a:lnTo>
                      <a:pt x="128767" y="27109"/>
                    </a:lnTo>
                    <a:lnTo>
                      <a:pt x="126508" y="24850"/>
                    </a:lnTo>
                    <a:lnTo>
                      <a:pt x="121989" y="24850"/>
                    </a:lnTo>
                    <a:lnTo>
                      <a:pt x="115212" y="20332"/>
                    </a:lnTo>
                    <a:lnTo>
                      <a:pt x="108435" y="20332"/>
                    </a:lnTo>
                    <a:lnTo>
                      <a:pt x="106176" y="18073"/>
                    </a:lnTo>
                    <a:lnTo>
                      <a:pt x="101658" y="18073"/>
                    </a:lnTo>
                    <a:lnTo>
                      <a:pt x="99399" y="15813"/>
                    </a:lnTo>
                    <a:lnTo>
                      <a:pt x="94881" y="15813"/>
                    </a:lnTo>
                    <a:lnTo>
                      <a:pt x="92622" y="13554"/>
                    </a:lnTo>
                    <a:lnTo>
                      <a:pt x="85844" y="13554"/>
                    </a:lnTo>
                    <a:lnTo>
                      <a:pt x="83585" y="11295"/>
                    </a:lnTo>
                    <a:lnTo>
                      <a:pt x="79067" y="11295"/>
                    </a:lnTo>
                    <a:lnTo>
                      <a:pt x="76808" y="9036"/>
                    </a:lnTo>
                    <a:lnTo>
                      <a:pt x="70031" y="9036"/>
                    </a:lnTo>
                    <a:lnTo>
                      <a:pt x="67772" y="6777"/>
                    </a:lnTo>
                    <a:lnTo>
                      <a:pt x="58736" y="6777"/>
                    </a:lnTo>
                    <a:lnTo>
                      <a:pt x="56477" y="4518"/>
                    </a:lnTo>
                    <a:lnTo>
                      <a:pt x="47440" y="4518"/>
                    </a:lnTo>
                    <a:lnTo>
                      <a:pt x="45181" y="2259"/>
                    </a:lnTo>
                    <a:lnTo>
                      <a:pt x="33886" y="2259"/>
                    </a:lnTo>
                    <a:lnTo>
                      <a:pt x="31627" y="0"/>
                    </a:lnTo>
                    <a:lnTo>
                      <a:pt x="9036" y="0"/>
                    </a:lnTo>
                    <a:close/>
                    <a:moveTo>
                      <a:pt x="29368" y="36145"/>
                    </a:moveTo>
                    <a:lnTo>
                      <a:pt x="29368" y="112953"/>
                    </a:lnTo>
                    <a:lnTo>
                      <a:pt x="33886" y="117471"/>
                    </a:lnTo>
                    <a:lnTo>
                      <a:pt x="36145" y="117471"/>
                    </a:lnTo>
                    <a:lnTo>
                      <a:pt x="38404" y="119730"/>
                    </a:lnTo>
                    <a:lnTo>
                      <a:pt x="45181" y="119730"/>
                    </a:lnTo>
                    <a:lnTo>
                      <a:pt x="47440" y="121989"/>
                    </a:lnTo>
                    <a:lnTo>
                      <a:pt x="54218" y="121989"/>
                    </a:lnTo>
                    <a:lnTo>
                      <a:pt x="56477" y="124248"/>
                    </a:lnTo>
                    <a:lnTo>
                      <a:pt x="63254" y="124248"/>
                    </a:lnTo>
                    <a:lnTo>
                      <a:pt x="65513" y="126508"/>
                    </a:lnTo>
                    <a:lnTo>
                      <a:pt x="70031" y="126508"/>
                    </a:lnTo>
                    <a:lnTo>
                      <a:pt x="72290" y="128767"/>
                    </a:lnTo>
                    <a:lnTo>
                      <a:pt x="76808" y="128767"/>
                    </a:lnTo>
                    <a:lnTo>
                      <a:pt x="79067" y="131026"/>
                    </a:lnTo>
                    <a:lnTo>
                      <a:pt x="83585" y="131026"/>
                    </a:lnTo>
                    <a:lnTo>
                      <a:pt x="90363" y="135544"/>
                    </a:lnTo>
                    <a:lnTo>
                      <a:pt x="94881" y="135544"/>
                    </a:lnTo>
                    <a:lnTo>
                      <a:pt x="97140" y="137803"/>
                    </a:lnTo>
                    <a:lnTo>
                      <a:pt x="99399" y="137803"/>
                    </a:lnTo>
                    <a:lnTo>
                      <a:pt x="106176" y="142321"/>
                    </a:lnTo>
                    <a:lnTo>
                      <a:pt x="110694" y="142321"/>
                    </a:lnTo>
                    <a:lnTo>
                      <a:pt x="112953" y="144580"/>
                    </a:lnTo>
                    <a:lnTo>
                      <a:pt x="115212" y="144580"/>
                    </a:lnTo>
                    <a:lnTo>
                      <a:pt x="117471" y="146839"/>
                    </a:lnTo>
                    <a:lnTo>
                      <a:pt x="119730" y="146839"/>
                    </a:lnTo>
                    <a:lnTo>
                      <a:pt x="121989" y="149098"/>
                    </a:lnTo>
                    <a:lnTo>
                      <a:pt x="124248" y="149098"/>
                    </a:lnTo>
                    <a:lnTo>
                      <a:pt x="126508" y="151357"/>
                    </a:lnTo>
                    <a:lnTo>
                      <a:pt x="133285" y="153616"/>
                    </a:lnTo>
                    <a:lnTo>
                      <a:pt x="137803" y="158134"/>
                    </a:lnTo>
                    <a:lnTo>
                      <a:pt x="140062" y="158134"/>
                    </a:lnTo>
                    <a:lnTo>
                      <a:pt x="142321" y="160393"/>
                    </a:lnTo>
                    <a:lnTo>
                      <a:pt x="149098" y="162653"/>
                    </a:lnTo>
                    <a:lnTo>
                      <a:pt x="153616" y="167171"/>
                    </a:lnTo>
                    <a:lnTo>
                      <a:pt x="155875" y="167171"/>
                    </a:lnTo>
                    <a:lnTo>
                      <a:pt x="160393" y="171689"/>
                    </a:lnTo>
                    <a:lnTo>
                      <a:pt x="162653" y="171689"/>
                    </a:lnTo>
                    <a:lnTo>
                      <a:pt x="167171" y="176207"/>
                    </a:lnTo>
                    <a:lnTo>
                      <a:pt x="169430" y="176207"/>
                    </a:lnTo>
                    <a:lnTo>
                      <a:pt x="176207" y="182984"/>
                    </a:lnTo>
                    <a:lnTo>
                      <a:pt x="178466" y="182984"/>
                    </a:lnTo>
                    <a:lnTo>
                      <a:pt x="185243" y="189761"/>
                    </a:lnTo>
                    <a:lnTo>
                      <a:pt x="187502" y="189761"/>
                    </a:lnTo>
                    <a:lnTo>
                      <a:pt x="198798" y="201057"/>
                    </a:lnTo>
                    <a:lnTo>
                      <a:pt x="201057" y="201057"/>
                    </a:lnTo>
                    <a:lnTo>
                      <a:pt x="232683" y="232683"/>
                    </a:lnTo>
                    <a:lnTo>
                      <a:pt x="232683" y="234943"/>
                    </a:lnTo>
                    <a:lnTo>
                      <a:pt x="243979" y="246238"/>
                    </a:lnTo>
                    <a:lnTo>
                      <a:pt x="243979" y="248497"/>
                    </a:lnTo>
                    <a:lnTo>
                      <a:pt x="253015" y="257533"/>
                    </a:lnTo>
                    <a:lnTo>
                      <a:pt x="253015" y="259792"/>
                    </a:lnTo>
                    <a:lnTo>
                      <a:pt x="257533" y="264310"/>
                    </a:lnTo>
                    <a:lnTo>
                      <a:pt x="257533" y="266569"/>
                    </a:lnTo>
                    <a:lnTo>
                      <a:pt x="264310" y="273347"/>
                    </a:lnTo>
                    <a:lnTo>
                      <a:pt x="266569" y="280124"/>
                    </a:lnTo>
                    <a:lnTo>
                      <a:pt x="275606" y="291419"/>
                    </a:lnTo>
                    <a:lnTo>
                      <a:pt x="275606" y="293678"/>
                    </a:lnTo>
                    <a:lnTo>
                      <a:pt x="277865" y="295937"/>
                    </a:lnTo>
                    <a:lnTo>
                      <a:pt x="277865" y="298196"/>
                    </a:lnTo>
                    <a:lnTo>
                      <a:pt x="280124" y="300455"/>
                    </a:lnTo>
                    <a:lnTo>
                      <a:pt x="280124" y="302714"/>
                    </a:lnTo>
                    <a:lnTo>
                      <a:pt x="282383" y="304973"/>
                    </a:lnTo>
                    <a:lnTo>
                      <a:pt x="282383" y="307233"/>
                    </a:lnTo>
                    <a:lnTo>
                      <a:pt x="286901" y="314010"/>
                    </a:lnTo>
                    <a:lnTo>
                      <a:pt x="286901" y="323046"/>
                    </a:lnTo>
                    <a:lnTo>
                      <a:pt x="282383" y="329823"/>
                    </a:lnTo>
                    <a:lnTo>
                      <a:pt x="280124" y="329823"/>
                    </a:lnTo>
                    <a:lnTo>
                      <a:pt x="277865" y="332082"/>
                    </a:lnTo>
                    <a:lnTo>
                      <a:pt x="203316" y="332082"/>
                    </a:lnTo>
                    <a:lnTo>
                      <a:pt x="198798" y="336600"/>
                    </a:lnTo>
                    <a:lnTo>
                      <a:pt x="212352" y="350155"/>
                    </a:lnTo>
                    <a:lnTo>
                      <a:pt x="214611" y="350155"/>
                    </a:lnTo>
                    <a:lnTo>
                      <a:pt x="243979" y="379523"/>
                    </a:lnTo>
                    <a:lnTo>
                      <a:pt x="246238" y="379523"/>
                    </a:lnTo>
                    <a:lnTo>
                      <a:pt x="277865" y="411149"/>
                    </a:lnTo>
                    <a:lnTo>
                      <a:pt x="280124" y="411149"/>
                    </a:lnTo>
                    <a:lnTo>
                      <a:pt x="309492" y="440517"/>
                    </a:lnTo>
                    <a:lnTo>
                      <a:pt x="311751" y="440517"/>
                    </a:lnTo>
                    <a:lnTo>
                      <a:pt x="327564" y="456331"/>
                    </a:lnTo>
                    <a:lnTo>
                      <a:pt x="329823" y="456331"/>
                    </a:lnTo>
                    <a:lnTo>
                      <a:pt x="341118" y="445035"/>
                    </a:lnTo>
                    <a:lnTo>
                      <a:pt x="343378" y="445035"/>
                    </a:lnTo>
                    <a:lnTo>
                      <a:pt x="375004" y="413408"/>
                    </a:lnTo>
                    <a:lnTo>
                      <a:pt x="377263" y="413408"/>
                    </a:lnTo>
                    <a:lnTo>
                      <a:pt x="406631" y="384041"/>
                    </a:lnTo>
                    <a:lnTo>
                      <a:pt x="408890" y="384041"/>
                    </a:lnTo>
                    <a:lnTo>
                      <a:pt x="440517" y="352414"/>
                    </a:lnTo>
                    <a:lnTo>
                      <a:pt x="442776" y="352414"/>
                    </a:lnTo>
                    <a:lnTo>
                      <a:pt x="458590" y="336600"/>
                    </a:lnTo>
                    <a:lnTo>
                      <a:pt x="454072" y="332082"/>
                    </a:lnTo>
                    <a:lnTo>
                      <a:pt x="390818" y="332082"/>
                    </a:lnTo>
                    <a:lnTo>
                      <a:pt x="384041" y="325305"/>
                    </a:lnTo>
                    <a:lnTo>
                      <a:pt x="384041" y="323046"/>
                    </a:lnTo>
                    <a:lnTo>
                      <a:pt x="379523" y="316269"/>
                    </a:lnTo>
                    <a:lnTo>
                      <a:pt x="379523" y="311751"/>
                    </a:lnTo>
                    <a:lnTo>
                      <a:pt x="375004" y="304973"/>
                    </a:lnTo>
                    <a:lnTo>
                      <a:pt x="375004" y="300455"/>
                    </a:lnTo>
                    <a:lnTo>
                      <a:pt x="372745" y="298196"/>
                    </a:lnTo>
                    <a:lnTo>
                      <a:pt x="372745" y="295937"/>
                    </a:lnTo>
                    <a:lnTo>
                      <a:pt x="368227" y="289160"/>
                    </a:lnTo>
                    <a:lnTo>
                      <a:pt x="368227" y="284642"/>
                    </a:lnTo>
                    <a:lnTo>
                      <a:pt x="365968" y="282383"/>
                    </a:lnTo>
                    <a:lnTo>
                      <a:pt x="365968" y="280124"/>
                    </a:lnTo>
                    <a:lnTo>
                      <a:pt x="363709" y="277865"/>
                    </a:lnTo>
                    <a:lnTo>
                      <a:pt x="363709" y="275606"/>
                    </a:lnTo>
                    <a:lnTo>
                      <a:pt x="361450" y="273347"/>
                    </a:lnTo>
                    <a:lnTo>
                      <a:pt x="359191" y="266569"/>
                    </a:lnTo>
                    <a:lnTo>
                      <a:pt x="354673" y="262051"/>
                    </a:lnTo>
                    <a:lnTo>
                      <a:pt x="354673" y="259792"/>
                    </a:lnTo>
                    <a:lnTo>
                      <a:pt x="352414" y="257533"/>
                    </a:lnTo>
                    <a:lnTo>
                      <a:pt x="350155" y="250756"/>
                    </a:lnTo>
                    <a:lnTo>
                      <a:pt x="345637" y="246238"/>
                    </a:lnTo>
                    <a:lnTo>
                      <a:pt x="343378" y="239461"/>
                    </a:lnTo>
                    <a:lnTo>
                      <a:pt x="338859" y="234943"/>
                    </a:lnTo>
                    <a:lnTo>
                      <a:pt x="338859" y="232683"/>
                    </a:lnTo>
                    <a:lnTo>
                      <a:pt x="334341" y="228165"/>
                    </a:lnTo>
                    <a:lnTo>
                      <a:pt x="334341" y="225906"/>
                    </a:lnTo>
                    <a:lnTo>
                      <a:pt x="329823" y="221388"/>
                    </a:lnTo>
                    <a:lnTo>
                      <a:pt x="329823" y="219129"/>
                    </a:lnTo>
                    <a:lnTo>
                      <a:pt x="325305" y="214611"/>
                    </a:lnTo>
                    <a:lnTo>
                      <a:pt x="325305" y="212352"/>
                    </a:lnTo>
                    <a:lnTo>
                      <a:pt x="318528" y="205575"/>
                    </a:lnTo>
                    <a:lnTo>
                      <a:pt x="318528" y="203316"/>
                    </a:lnTo>
                    <a:lnTo>
                      <a:pt x="309492" y="194279"/>
                    </a:lnTo>
                    <a:lnTo>
                      <a:pt x="309492" y="192020"/>
                    </a:lnTo>
                    <a:lnTo>
                      <a:pt x="295937" y="178466"/>
                    </a:lnTo>
                    <a:lnTo>
                      <a:pt x="295937" y="176207"/>
                    </a:lnTo>
                    <a:lnTo>
                      <a:pt x="257533" y="137803"/>
                    </a:lnTo>
                    <a:lnTo>
                      <a:pt x="255274" y="137803"/>
                    </a:lnTo>
                    <a:lnTo>
                      <a:pt x="243979" y="126508"/>
                    </a:lnTo>
                    <a:lnTo>
                      <a:pt x="241720" y="126508"/>
                    </a:lnTo>
                    <a:lnTo>
                      <a:pt x="232683" y="117471"/>
                    </a:lnTo>
                    <a:lnTo>
                      <a:pt x="230424" y="117471"/>
                    </a:lnTo>
                    <a:lnTo>
                      <a:pt x="223647" y="110694"/>
                    </a:lnTo>
                    <a:lnTo>
                      <a:pt x="221388" y="110694"/>
                    </a:lnTo>
                    <a:lnTo>
                      <a:pt x="216870" y="106176"/>
                    </a:lnTo>
                    <a:lnTo>
                      <a:pt x="214611" y="106176"/>
                    </a:lnTo>
                    <a:lnTo>
                      <a:pt x="207834" y="99399"/>
                    </a:lnTo>
                    <a:lnTo>
                      <a:pt x="201057" y="97140"/>
                    </a:lnTo>
                    <a:lnTo>
                      <a:pt x="196538" y="92622"/>
                    </a:lnTo>
                    <a:lnTo>
                      <a:pt x="194279" y="92622"/>
                    </a:lnTo>
                    <a:lnTo>
                      <a:pt x="189761" y="88103"/>
                    </a:lnTo>
                    <a:lnTo>
                      <a:pt x="182984" y="85844"/>
                    </a:lnTo>
                    <a:lnTo>
                      <a:pt x="178466" y="81326"/>
                    </a:lnTo>
                    <a:lnTo>
                      <a:pt x="176207" y="81326"/>
                    </a:lnTo>
                    <a:lnTo>
                      <a:pt x="173948" y="79067"/>
                    </a:lnTo>
                    <a:lnTo>
                      <a:pt x="171689" y="79067"/>
                    </a:lnTo>
                    <a:lnTo>
                      <a:pt x="169430" y="76808"/>
                    </a:lnTo>
                    <a:lnTo>
                      <a:pt x="167171" y="76808"/>
                    </a:lnTo>
                    <a:lnTo>
                      <a:pt x="164912" y="74549"/>
                    </a:lnTo>
                    <a:lnTo>
                      <a:pt x="162653" y="74549"/>
                    </a:lnTo>
                    <a:lnTo>
                      <a:pt x="160393" y="72290"/>
                    </a:lnTo>
                    <a:lnTo>
                      <a:pt x="158134" y="72290"/>
                    </a:lnTo>
                    <a:lnTo>
                      <a:pt x="155875" y="70031"/>
                    </a:lnTo>
                    <a:lnTo>
                      <a:pt x="153616" y="70031"/>
                    </a:lnTo>
                    <a:lnTo>
                      <a:pt x="151357" y="67772"/>
                    </a:lnTo>
                    <a:lnTo>
                      <a:pt x="149098" y="67772"/>
                    </a:lnTo>
                    <a:lnTo>
                      <a:pt x="146839" y="65513"/>
                    </a:lnTo>
                    <a:lnTo>
                      <a:pt x="144580" y="65513"/>
                    </a:lnTo>
                    <a:lnTo>
                      <a:pt x="137803" y="60995"/>
                    </a:lnTo>
                    <a:lnTo>
                      <a:pt x="133285" y="60995"/>
                    </a:lnTo>
                    <a:lnTo>
                      <a:pt x="131026" y="58736"/>
                    </a:lnTo>
                    <a:lnTo>
                      <a:pt x="128767" y="58736"/>
                    </a:lnTo>
                    <a:lnTo>
                      <a:pt x="126508" y="56477"/>
                    </a:lnTo>
                    <a:lnTo>
                      <a:pt x="121989" y="56477"/>
                    </a:lnTo>
                    <a:lnTo>
                      <a:pt x="115212" y="51958"/>
                    </a:lnTo>
                    <a:lnTo>
                      <a:pt x="110694" y="51958"/>
                    </a:lnTo>
                    <a:lnTo>
                      <a:pt x="108435" y="49699"/>
                    </a:lnTo>
                    <a:lnTo>
                      <a:pt x="103917" y="49699"/>
                    </a:lnTo>
                    <a:lnTo>
                      <a:pt x="101658" y="47440"/>
                    </a:lnTo>
                    <a:lnTo>
                      <a:pt x="97140" y="47440"/>
                    </a:lnTo>
                    <a:lnTo>
                      <a:pt x="94881" y="45181"/>
                    </a:lnTo>
                    <a:lnTo>
                      <a:pt x="90363" y="45181"/>
                    </a:lnTo>
                    <a:lnTo>
                      <a:pt x="88103" y="42922"/>
                    </a:lnTo>
                    <a:lnTo>
                      <a:pt x="83585" y="42922"/>
                    </a:lnTo>
                    <a:lnTo>
                      <a:pt x="81326" y="40663"/>
                    </a:lnTo>
                    <a:lnTo>
                      <a:pt x="74549" y="40663"/>
                    </a:lnTo>
                    <a:lnTo>
                      <a:pt x="72290" y="38404"/>
                    </a:lnTo>
                    <a:lnTo>
                      <a:pt x="65513" y="38404"/>
                    </a:lnTo>
                    <a:lnTo>
                      <a:pt x="63254" y="36145"/>
                    </a:lnTo>
                    <a:lnTo>
                      <a:pt x="56477" y="36145"/>
                    </a:lnTo>
                    <a:lnTo>
                      <a:pt x="54218" y="33886"/>
                    </a:lnTo>
                    <a:lnTo>
                      <a:pt x="45181" y="33886"/>
                    </a:lnTo>
                    <a:lnTo>
                      <a:pt x="42922" y="31627"/>
                    </a:lnTo>
                    <a:lnTo>
                      <a:pt x="33886" y="31627"/>
                    </a:lnTo>
                    <a:close/>
                  </a:path>
                </a:pathLst>
              </a:custGeom>
              <a:solidFill>
                <a:srgbClr val="000000"/>
              </a:solidFill>
              <a:ln w="22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129" name="组合 1128">
              <a:extLst>
                <a:ext uri="{FF2B5EF4-FFF2-40B4-BE49-F238E27FC236}">
                  <a16:creationId xmlns:a16="http://schemas.microsoft.com/office/drawing/2014/main" id="{BA31636C-4A27-3B3D-BD61-222F6DCE877E}"/>
                </a:ext>
              </a:extLst>
            </p:cNvPr>
            <p:cNvGrpSpPr/>
            <p:nvPr/>
          </p:nvGrpSpPr>
          <p:grpSpPr>
            <a:xfrm>
              <a:off x="2852442" y="5661962"/>
              <a:ext cx="794071" cy="599378"/>
              <a:chOff x="3081477" y="5459427"/>
              <a:chExt cx="342687" cy="356835"/>
            </a:xfrm>
          </p:grpSpPr>
          <p:sp>
            <p:nvSpPr>
              <p:cNvPr id="1134" name="任意形状 1133">
                <a:extLst>
                  <a:ext uri="{FF2B5EF4-FFF2-40B4-BE49-F238E27FC236}">
                    <a16:creationId xmlns:a16="http://schemas.microsoft.com/office/drawing/2014/main" id="{04C72B79-43F3-3DCD-3AD1-A5F7BCEC7051}"/>
                  </a:ext>
                </a:extLst>
              </p:cNvPr>
              <p:cNvSpPr/>
              <p:nvPr/>
            </p:nvSpPr>
            <p:spPr>
              <a:xfrm>
                <a:off x="3106628" y="5501870"/>
                <a:ext cx="289241" cy="290813"/>
              </a:xfrm>
              <a:custGeom>
                <a:avLst/>
                <a:gdLst>
                  <a:gd name="connsiteX0" fmla="*/ 300455 w 415667"/>
                  <a:gd name="connsiteY0" fmla="*/ 0 h 417926"/>
                  <a:gd name="connsiteX1" fmla="*/ 300455 w 415667"/>
                  <a:gd name="connsiteY1" fmla="*/ 60995 h 417926"/>
                  <a:gd name="connsiteX2" fmla="*/ 298196 w 415667"/>
                  <a:gd name="connsiteY2" fmla="*/ 63254 h 417926"/>
                  <a:gd name="connsiteX3" fmla="*/ 298196 w 415667"/>
                  <a:gd name="connsiteY3" fmla="*/ 65513 h 417926"/>
                  <a:gd name="connsiteX4" fmla="*/ 291419 w 415667"/>
                  <a:gd name="connsiteY4" fmla="*/ 72290 h 417926"/>
                  <a:gd name="connsiteX5" fmla="*/ 286901 w 415667"/>
                  <a:gd name="connsiteY5" fmla="*/ 72290 h 417926"/>
                  <a:gd name="connsiteX6" fmla="*/ 280124 w 415667"/>
                  <a:gd name="connsiteY6" fmla="*/ 76808 h 417926"/>
                  <a:gd name="connsiteX7" fmla="*/ 275606 w 415667"/>
                  <a:gd name="connsiteY7" fmla="*/ 76808 h 417926"/>
                  <a:gd name="connsiteX8" fmla="*/ 268828 w 415667"/>
                  <a:gd name="connsiteY8" fmla="*/ 81326 h 417926"/>
                  <a:gd name="connsiteX9" fmla="*/ 264310 w 415667"/>
                  <a:gd name="connsiteY9" fmla="*/ 81326 h 417926"/>
                  <a:gd name="connsiteX10" fmla="*/ 262051 w 415667"/>
                  <a:gd name="connsiteY10" fmla="*/ 83585 h 417926"/>
                  <a:gd name="connsiteX11" fmla="*/ 259792 w 415667"/>
                  <a:gd name="connsiteY11" fmla="*/ 83585 h 417926"/>
                  <a:gd name="connsiteX12" fmla="*/ 257533 w 415667"/>
                  <a:gd name="connsiteY12" fmla="*/ 85844 h 417926"/>
                  <a:gd name="connsiteX13" fmla="*/ 255274 w 415667"/>
                  <a:gd name="connsiteY13" fmla="*/ 85844 h 417926"/>
                  <a:gd name="connsiteX14" fmla="*/ 253015 w 415667"/>
                  <a:gd name="connsiteY14" fmla="*/ 88103 h 417926"/>
                  <a:gd name="connsiteX15" fmla="*/ 250756 w 415667"/>
                  <a:gd name="connsiteY15" fmla="*/ 88103 h 417926"/>
                  <a:gd name="connsiteX16" fmla="*/ 248497 w 415667"/>
                  <a:gd name="connsiteY16" fmla="*/ 90363 h 417926"/>
                  <a:gd name="connsiteX17" fmla="*/ 246238 w 415667"/>
                  <a:gd name="connsiteY17" fmla="*/ 90363 h 417926"/>
                  <a:gd name="connsiteX18" fmla="*/ 243979 w 415667"/>
                  <a:gd name="connsiteY18" fmla="*/ 92622 h 417926"/>
                  <a:gd name="connsiteX19" fmla="*/ 241720 w 415667"/>
                  <a:gd name="connsiteY19" fmla="*/ 92622 h 417926"/>
                  <a:gd name="connsiteX20" fmla="*/ 239461 w 415667"/>
                  <a:gd name="connsiteY20" fmla="*/ 94881 h 417926"/>
                  <a:gd name="connsiteX21" fmla="*/ 237202 w 415667"/>
                  <a:gd name="connsiteY21" fmla="*/ 94881 h 417926"/>
                  <a:gd name="connsiteX22" fmla="*/ 234943 w 415667"/>
                  <a:gd name="connsiteY22" fmla="*/ 97140 h 417926"/>
                  <a:gd name="connsiteX23" fmla="*/ 232683 w 415667"/>
                  <a:gd name="connsiteY23" fmla="*/ 97140 h 417926"/>
                  <a:gd name="connsiteX24" fmla="*/ 230424 w 415667"/>
                  <a:gd name="connsiteY24" fmla="*/ 99399 h 417926"/>
                  <a:gd name="connsiteX25" fmla="*/ 228165 w 415667"/>
                  <a:gd name="connsiteY25" fmla="*/ 99399 h 417926"/>
                  <a:gd name="connsiteX26" fmla="*/ 225906 w 415667"/>
                  <a:gd name="connsiteY26" fmla="*/ 101658 h 417926"/>
                  <a:gd name="connsiteX27" fmla="*/ 219129 w 415667"/>
                  <a:gd name="connsiteY27" fmla="*/ 103917 h 417926"/>
                  <a:gd name="connsiteX28" fmla="*/ 214611 w 415667"/>
                  <a:gd name="connsiteY28" fmla="*/ 108435 h 417926"/>
                  <a:gd name="connsiteX29" fmla="*/ 207834 w 415667"/>
                  <a:gd name="connsiteY29" fmla="*/ 110694 h 417926"/>
                  <a:gd name="connsiteX30" fmla="*/ 203316 w 415667"/>
                  <a:gd name="connsiteY30" fmla="*/ 115212 h 417926"/>
                  <a:gd name="connsiteX31" fmla="*/ 201057 w 415667"/>
                  <a:gd name="connsiteY31" fmla="*/ 115212 h 417926"/>
                  <a:gd name="connsiteX32" fmla="*/ 196538 w 415667"/>
                  <a:gd name="connsiteY32" fmla="*/ 119730 h 417926"/>
                  <a:gd name="connsiteX33" fmla="*/ 194279 w 415667"/>
                  <a:gd name="connsiteY33" fmla="*/ 119730 h 417926"/>
                  <a:gd name="connsiteX34" fmla="*/ 189761 w 415667"/>
                  <a:gd name="connsiteY34" fmla="*/ 124248 h 417926"/>
                  <a:gd name="connsiteX35" fmla="*/ 187502 w 415667"/>
                  <a:gd name="connsiteY35" fmla="*/ 124248 h 417926"/>
                  <a:gd name="connsiteX36" fmla="*/ 182984 w 415667"/>
                  <a:gd name="connsiteY36" fmla="*/ 128767 h 417926"/>
                  <a:gd name="connsiteX37" fmla="*/ 180725 w 415667"/>
                  <a:gd name="connsiteY37" fmla="*/ 128767 h 417926"/>
                  <a:gd name="connsiteX38" fmla="*/ 173948 w 415667"/>
                  <a:gd name="connsiteY38" fmla="*/ 135544 h 417926"/>
                  <a:gd name="connsiteX39" fmla="*/ 171689 w 415667"/>
                  <a:gd name="connsiteY39" fmla="*/ 135544 h 417926"/>
                  <a:gd name="connsiteX40" fmla="*/ 164912 w 415667"/>
                  <a:gd name="connsiteY40" fmla="*/ 142321 h 417926"/>
                  <a:gd name="connsiteX41" fmla="*/ 162653 w 415667"/>
                  <a:gd name="connsiteY41" fmla="*/ 142321 h 417926"/>
                  <a:gd name="connsiteX42" fmla="*/ 153616 w 415667"/>
                  <a:gd name="connsiteY42" fmla="*/ 151357 h 417926"/>
                  <a:gd name="connsiteX43" fmla="*/ 151357 w 415667"/>
                  <a:gd name="connsiteY43" fmla="*/ 151357 h 417926"/>
                  <a:gd name="connsiteX44" fmla="*/ 99399 w 415667"/>
                  <a:gd name="connsiteY44" fmla="*/ 203316 h 417926"/>
                  <a:gd name="connsiteX45" fmla="*/ 99399 w 415667"/>
                  <a:gd name="connsiteY45" fmla="*/ 205575 h 417926"/>
                  <a:gd name="connsiteX46" fmla="*/ 90363 w 415667"/>
                  <a:gd name="connsiteY46" fmla="*/ 214611 h 417926"/>
                  <a:gd name="connsiteX47" fmla="*/ 90363 w 415667"/>
                  <a:gd name="connsiteY47" fmla="*/ 216870 h 417926"/>
                  <a:gd name="connsiteX48" fmla="*/ 81326 w 415667"/>
                  <a:gd name="connsiteY48" fmla="*/ 225906 h 417926"/>
                  <a:gd name="connsiteX49" fmla="*/ 81326 w 415667"/>
                  <a:gd name="connsiteY49" fmla="*/ 228165 h 417926"/>
                  <a:gd name="connsiteX50" fmla="*/ 76808 w 415667"/>
                  <a:gd name="connsiteY50" fmla="*/ 232683 h 417926"/>
                  <a:gd name="connsiteX51" fmla="*/ 76808 w 415667"/>
                  <a:gd name="connsiteY51" fmla="*/ 234943 h 417926"/>
                  <a:gd name="connsiteX52" fmla="*/ 70031 w 415667"/>
                  <a:gd name="connsiteY52" fmla="*/ 241720 h 417926"/>
                  <a:gd name="connsiteX53" fmla="*/ 70031 w 415667"/>
                  <a:gd name="connsiteY53" fmla="*/ 243979 h 417926"/>
                  <a:gd name="connsiteX54" fmla="*/ 65513 w 415667"/>
                  <a:gd name="connsiteY54" fmla="*/ 248497 h 417926"/>
                  <a:gd name="connsiteX55" fmla="*/ 63254 w 415667"/>
                  <a:gd name="connsiteY55" fmla="*/ 255274 h 417926"/>
                  <a:gd name="connsiteX56" fmla="*/ 54218 w 415667"/>
                  <a:gd name="connsiteY56" fmla="*/ 266569 h 417926"/>
                  <a:gd name="connsiteX57" fmla="*/ 54218 w 415667"/>
                  <a:gd name="connsiteY57" fmla="*/ 268828 h 417926"/>
                  <a:gd name="connsiteX58" fmla="*/ 51958 w 415667"/>
                  <a:gd name="connsiteY58" fmla="*/ 271088 h 417926"/>
                  <a:gd name="connsiteX59" fmla="*/ 49699 w 415667"/>
                  <a:gd name="connsiteY59" fmla="*/ 277865 h 417926"/>
                  <a:gd name="connsiteX60" fmla="*/ 45181 w 415667"/>
                  <a:gd name="connsiteY60" fmla="*/ 282383 h 417926"/>
                  <a:gd name="connsiteX61" fmla="*/ 45181 w 415667"/>
                  <a:gd name="connsiteY61" fmla="*/ 284642 h 417926"/>
                  <a:gd name="connsiteX62" fmla="*/ 42922 w 415667"/>
                  <a:gd name="connsiteY62" fmla="*/ 286901 h 417926"/>
                  <a:gd name="connsiteX63" fmla="*/ 42922 w 415667"/>
                  <a:gd name="connsiteY63" fmla="*/ 289160 h 417926"/>
                  <a:gd name="connsiteX64" fmla="*/ 40663 w 415667"/>
                  <a:gd name="connsiteY64" fmla="*/ 291419 h 417926"/>
                  <a:gd name="connsiteX65" fmla="*/ 40663 w 415667"/>
                  <a:gd name="connsiteY65" fmla="*/ 293678 h 417926"/>
                  <a:gd name="connsiteX66" fmla="*/ 38404 w 415667"/>
                  <a:gd name="connsiteY66" fmla="*/ 295937 h 417926"/>
                  <a:gd name="connsiteX67" fmla="*/ 38404 w 415667"/>
                  <a:gd name="connsiteY67" fmla="*/ 298196 h 417926"/>
                  <a:gd name="connsiteX68" fmla="*/ 33886 w 415667"/>
                  <a:gd name="connsiteY68" fmla="*/ 304973 h 417926"/>
                  <a:gd name="connsiteX69" fmla="*/ 33886 w 415667"/>
                  <a:gd name="connsiteY69" fmla="*/ 309492 h 417926"/>
                  <a:gd name="connsiteX70" fmla="*/ 31627 w 415667"/>
                  <a:gd name="connsiteY70" fmla="*/ 311751 h 417926"/>
                  <a:gd name="connsiteX71" fmla="*/ 31627 w 415667"/>
                  <a:gd name="connsiteY71" fmla="*/ 314010 h 417926"/>
                  <a:gd name="connsiteX72" fmla="*/ 27109 w 415667"/>
                  <a:gd name="connsiteY72" fmla="*/ 320787 h 417926"/>
                  <a:gd name="connsiteX73" fmla="*/ 27109 w 415667"/>
                  <a:gd name="connsiteY73" fmla="*/ 325305 h 417926"/>
                  <a:gd name="connsiteX74" fmla="*/ 24850 w 415667"/>
                  <a:gd name="connsiteY74" fmla="*/ 327564 h 417926"/>
                  <a:gd name="connsiteX75" fmla="*/ 24850 w 415667"/>
                  <a:gd name="connsiteY75" fmla="*/ 329823 h 417926"/>
                  <a:gd name="connsiteX76" fmla="*/ 22591 w 415667"/>
                  <a:gd name="connsiteY76" fmla="*/ 332082 h 417926"/>
                  <a:gd name="connsiteX77" fmla="*/ 22591 w 415667"/>
                  <a:gd name="connsiteY77" fmla="*/ 336600 h 417926"/>
                  <a:gd name="connsiteX78" fmla="*/ 18073 w 415667"/>
                  <a:gd name="connsiteY78" fmla="*/ 343378 h 417926"/>
                  <a:gd name="connsiteX79" fmla="*/ 18073 w 415667"/>
                  <a:gd name="connsiteY79" fmla="*/ 347896 h 417926"/>
                  <a:gd name="connsiteX80" fmla="*/ 15813 w 415667"/>
                  <a:gd name="connsiteY80" fmla="*/ 350155 h 417926"/>
                  <a:gd name="connsiteX81" fmla="*/ 15813 w 415667"/>
                  <a:gd name="connsiteY81" fmla="*/ 354673 h 417926"/>
                  <a:gd name="connsiteX82" fmla="*/ 13554 w 415667"/>
                  <a:gd name="connsiteY82" fmla="*/ 356932 h 417926"/>
                  <a:gd name="connsiteX83" fmla="*/ 13554 w 415667"/>
                  <a:gd name="connsiteY83" fmla="*/ 361450 h 417926"/>
                  <a:gd name="connsiteX84" fmla="*/ 11295 w 415667"/>
                  <a:gd name="connsiteY84" fmla="*/ 363709 h 417926"/>
                  <a:gd name="connsiteX85" fmla="*/ 11295 w 415667"/>
                  <a:gd name="connsiteY85" fmla="*/ 370486 h 417926"/>
                  <a:gd name="connsiteX86" fmla="*/ 9036 w 415667"/>
                  <a:gd name="connsiteY86" fmla="*/ 372745 h 417926"/>
                  <a:gd name="connsiteX87" fmla="*/ 9036 w 415667"/>
                  <a:gd name="connsiteY87" fmla="*/ 377263 h 417926"/>
                  <a:gd name="connsiteX88" fmla="*/ 6777 w 415667"/>
                  <a:gd name="connsiteY88" fmla="*/ 379523 h 417926"/>
                  <a:gd name="connsiteX89" fmla="*/ 6777 w 415667"/>
                  <a:gd name="connsiteY89" fmla="*/ 386300 h 417926"/>
                  <a:gd name="connsiteX90" fmla="*/ 4518 w 415667"/>
                  <a:gd name="connsiteY90" fmla="*/ 388559 h 417926"/>
                  <a:gd name="connsiteX91" fmla="*/ 4518 w 415667"/>
                  <a:gd name="connsiteY91" fmla="*/ 395336 h 417926"/>
                  <a:gd name="connsiteX92" fmla="*/ 2259 w 415667"/>
                  <a:gd name="connsiteY92" fmla="*/ 397595 h 417926"/>
                  <a:gd name="connsiteX93" fmla="*/ 2259 w 415667"/>
                  <a:gd name="connsiteY93" fmla="*/ 406631 h 417926"/>
                  <a:gd name="connsiteX94" fmla="*/ 0 w 415667"/>
                  <a:gd name="connsiteY94" fmla="*/ 408890 h 417926"/>
                  <a:gd name="connsiteX95" fmla="*/ 0 w 415667"/>
                  <a:gd name="connsiteY95" fmla="*/ 417927 h 417926"/>
                  <a:gd name="connsiteX96" fmla="*/ 76808 w 415667"/>
                  <a:gd name="connsiteY96" fmla="*/ 417927 h 417926"/>
                  <a:gd name="connsiteX97" fmla="*/ 76808 w 415667"/>
                  <a:gd name="connsiteY97" fmla="*/ 415668 h 417926"/>
                  <a:gd name="connsiteX98" fmla="*/ 79067 w 415667"/>
                  <a:gd name="connsiteY98" fmla="*/ 413408 h 417926"/>
                  <a:gd name="connsiteX99" fmla="*/ 79067 w 415667"/>
                  <a:gd name="connsiteY99" fmla="*/ 406631 h 417926"/>
                  <a:gd name="connsiteX100" fmla="*/ 81326 w 415667"/>
                  <a:gd name="connsiteY100" fmla="*/ 404372 h 417926"/>
                  <a:gd name="connsiteX101" fmla="*/ 81326 w 415667"/>
                  <a:gd name="connsiteY101" fmla="*/ 397595 h 417926"/>
                  <a:gd name="connsiteX102" fmla="*/ 83585 w 415667"/>
                  <a:gd name="connsiteY102" fmla="*/ 395336 h 417926"/>
                  <a:gd name="connsiteX103" fmla="*/ 83585 w 415667"/>
                  <a:gd name="connsiteY103" fmla="*/ 388559 h 417926"/>
                  <a:gd name="connsiteX104" fmla="*/ 85844 w 415667"/>
                  <a:gd name="connsiteY104" fmla="*/ 386300 h 417926"/>
                  <a:gd name="connsiteX105" fmla="*/ 85844 w 415667"/>
                  <a:gd name="connsiteY105" fmla="*/ 381782 h 417926"/>
                  <a:gd name="connsiteX106" fmla="*/ 88103 w 415667"/>
                  <a:gd name="connsiteY106" fmla="*/ 379523 h 417926"/>
                  <a:gd name="connsiteX107" fmla="*/ 88103 w 415667"/>
                  <a:gd name="connsiteY107" fmla="*/ 375004 h 417926"/>
                  <a:gd name="connsiteX108" fmla="*/ 90363 w 415667"/>
                  <a:gd name="connsiteY108" fmla="*/ 372745 h 417926"/>
                  <a:gd name="connsiteX109" fmla="*/ 90363 w 415667"/>
                  <a:gd name="connsiteY109" fmla="*/ 368227 h 417926"/>
                  <a:gd name="connsiteX110" fmla="*/ 92622 w 415667"/>
                  <a:gd name="connsiteY110" fmla="*/ 365968 h 417926"/>
                  <a:gd name="connsiteX111" fmla="*/ 92622 w 415667"/>
                  <a:gd name="connsiteY111" fmla="*/ 361450 h 417926"/>
                  <a:gd name="connsiteX112" fmla="*/ 97140 w 415667"/>
                  <a:gd name="connsiteY112" fmla="*/ 354673 h 417926"/>
                  <a:gd name="connsiteX113" fmla="*/ 97140 w 415667"/>
                  <a:gd name="connsiteY113" fmla="*/ 350155 h 417926"/>
                  <a:gd name="connsiteX114" fmla="*/ 99399 w 415667"/>
                  <a:gd name="connsiteY114" fmla="*/ 347896 h 417926"/>
                  <a:gd name="connsiteX115" fmla="*/ 99399 w 415667"/>
                  <a:gd name="connsiteY115" fmla="*/ 345637 h 417926"/>
                  <a:gd name="connsiteX116" fmla="*/ 101658 w 415667"/>
                  <a:gd name="connsiteY116" fmla="*/ 343378 h 417926"/>
                  <a:gd name="connsiteX117" fmla="*/ 101658 w 415667"/>
                  <a:gd name="connsiteY117" fmla="*/ 341118 h 417926"/>
                  <a:gd name="connsiteX118" fmla="*/ 103917 w 415667"/>
                  <a:gd name="connsiteY118" fmla="*/ 338859 h 417926"/>
                  <a:gd name="connsiteX119" fmla="*/ 103917 w 415667"/>
                  <a:gd name="connsiteY119" fmla="*/ 336600 h 417926"/>
                  <a:gd name="connsiteX120" fmla="*/ 106176 w 415667"/>
                  <a:gd name="connsiteY120" fmla="*/ 334341 h 417926"/>
                  <a:gd name="connsiteX121" fmla="*/ 106176 w 415667"/>
                  <a:gd name="connsiteY121" fmla="*/ 332082 h 417926"/>
                  <a:gd name="connsiteX122" fmla="*/ 108435 w 415667"/>
                  <a:gd name="connsiteY122" fmla="*/ 329823 h 417926"/>
                  <a:gd name="connsiteX123" fmla="*/ 108435 w 415667"/>
                  <a:gd name="connsiteY123" fmla="*/ 327564 h 417926"/>
                  <a:gd name="connsiteX124" fmla="*/ 110694 w 415667"/>
                  <a:gd name="connsiteY124" fmla="*/ 325305 h 417926"/>
                  <a:gd name="connsiteX125" fmla="*/ 110694 w 415667"/>
                  <a:gd name="connsiteY125" fmla="*/ 323046 h 417926"/>
                  <a:gd name="connsiteX126" fmla="*/ 112953 w 415667"/>
                  <a:gd name="connsiteY126" fmla="*/ 320787 h 417926"/>
                  <a:gd name="connsiteX127" fmla="*/ 112953 w 415667"/>
                  <a:gd name="connsiteY127" fmla="*/ 318528 h 417926"/>
                  <a:gd name="connsiteX128" fmla="*/ 115212 w 415667"/>
                  <a:gd name="connsiteY128" fmla="*/ 316269 h 417926"/>
                  <a:gd name="connsiteX129" fmla="*/ 117471 w 415667"/>
                  <a:gd name="connsiteY129" fmla="*/ 309492 h 417926"/>
                  <a:gd name="connsiteX130" fmla="*/ 121989 w 415667"/>
                  <a:gd name="connsiteY130" fmla="*/ 304973 h 417926"/>
                  <a:gd name="connsiteX131" fmla="*/ 124248 w 415667"/>
                  <a:gd name="connsiteY131" fmla="*/ 298196 h 417926"/>
                  <a:gd name="connsiteX132" fmla="*/ 128767 w 415667"/>
                  <a:gd name="connsiteY132" fmla="*/ 293678 h 417926"/>
                  <a:gd name="connsiteX133" fmla="*/ 128767 w 415667"/>
                  <a:gd name="connsiteY133" fmla="*/ 291419 h 417926"/>
                  <a:gd name="connsiteX134" fmla="*/ 133285 w 415667"/>
                  <a:gd name="connsiteY134" fmla="*/ 286901 h 417926"/>
                  <a:gd name="connsiteX135" fmla="*/ 133285 w 415667"/>
                  <a:gd name="connsiteY135" fmla="*/ 284642 h 417926"/>
                  <a:gd name="connsiteX136" fmla="*/ 137803 w 415667"/>
                  <a:gd name="connsiteY136" fmla="*/ 280124 h 417926"/>
                  <a:gd name="connsiteX137" fmla="*/ 137803 w 415667"/>
                  <a:gd name="connsiteY137" fmla="*/ 277865 h 417926"/>
                  <a:gd name="connsiteX138" fmla="*/ 144580 w 415667"/>
                  <a:gd name="connsiteY138" fmla="*/ 271088 h 417926"/>
                  <a:gd name="connsiteX139" fmla="*/ 144580 w 415667"/>
                  <a:gd name="connsiteY139" fmla="*/ 268828 h 417926"/>
                  <a:gd name="connsiteX140" fmla="*/ 153616 w 415667"/>
                  <a:gd name="connsiteY140" fmla="*/ 259792 h 417926"/>
                  <a:gd name="connsiteX141" fmla="*/ 153616 w 415667"/>
                  <a:gd name="connsiteY141" fmla="*/ 257533 h 417926"/>
                  <a:gd name="connsiteX142" fmla="*/ 169430 w 415667"/>
                  <a:gd name="connsiteY142" fmla="*/ 241720 h 417926"/>
                  <a:gd name="connsiteX143" fmla="*/ 169430 w 415667"/>
                  <a:gd name="connsiteY143" fmla="*/ 239461 h 417926"/>
                  <a:gd name="connsiteX144" fmla="*/ 187502 w 415667"/>
                  <a:gd name="connsiteY144" fmla="*/ 221388 h 417926"/>
                  <a:gd name="connsiteX145" fmla="*/ 189761 w 415667"/>
                  <a:gd name="connsiteY145" fmla="*/ 221388 h 417926"/>
                  <a:gd name="connsiteX146" fmla="*/ 205575 w 415667"/>
                  <a:gd name="connsiteY146" fmla="*/ 205575 h 417926"/>
                  <a:gd name="connsiteX147" fmla="*/ 207834 w 415667"/>
                  <a:gd name="connsiteY147" fmla="*/ 205575 h 417926"/>
                  <a:gd name="connsiteX148" fmla="*/ 214611 w 415667"/>
                  <a:gd name="connsiteY148" fmla="*/ 198798 h 417926"/>
                  <a:gd name="connsiteX149" fmla="*/ 216870 w 415667"/>
                  <a:gd name="connsiteY149" fmla="*/ 198798 h 417926"/>
                  <a:gd name="connsiteX150" fmla="*/ 223647 w 415667"/>
                  <a:gd name="connsiteY150" fmla="*/ 192020 h 417926"/>
                  <a:gd name="connsiteX151" fmla="*/ 225906 w 415667"/>
                  <a:gd name="connsiteY151" fmla="*/ 192020 h 417926"/>
                  <a:gd name="connsiteX152" fmla="*/ 230424 w 415667"/>
                  <a:gd name="connsiteY152" fmla="*/ 187502 h 417926"/>
                  <a:gd name="connsiteX153" fmla="*/ 232683 w 415667"/>
                  <a:gd name="connsiteY153" fmla="*/ 187502 h 417926"/>
                  <a:gd name="connsiteX154" fmla="*/ 239461 w 415667"/>
                  <a:gd name="connsiteY154" fmla="*/ 180725 h 417926"/>
                  <a:gd name="connsiteX155" fmla="*/ 246238 w 415667"/>
                  <a:gd name="connsiteY155" fmla="*/ 178466 h 417926"/>
                  <a:gd name="connsiteX156" fmla="*/ 250756 w 415667"/>
                  <a:gd name="connsiteY156" fmla="*/ 173948 h 417926"/>
                  <a:gd name="connsiteX157" fmla="*/ 253015 w 415667"/>
                  <a:gd name="connsiteY157" fmla="*/ 173948 h 417926"/>
                  <a:gd name="connsiteX158" fmla="*/ 255274 w 415667"/>
                  <a:gd name="connsiteY158" fmla="*/ 171689 h 417926"/>
                  <a:gd name="connsiteX159" fmla="*/ 262051 w 415667"/>
                  <a:gd name="connsiteY159" fmla="*/ 169430 h 417926"/>
                  <a:gd name="connsiteX160" fmla="*/ 266569 w 415667"/>
                  <a:gd name="connsiteY160" fmla="*/ 164912 h 417926"/>
                  <a:gd name="connsiteX161" fmla="*/ 268828 w 415667"/>
                  <a:gd name="connsiteY161" fmla="*/ 164912 h 417926"/>
                  <a:gd name="connsiteX162" fmla="*/ 275606 w 415667"/>
                  <a:gd name="connsiteY162" fmla="*/ 160393 h 417926"/>
                  <a:gd name="connsiteX163" fmla="*/ 289160 w 415667"/>
                  <a:gd name="connsiteY163" fmla="*/ 160393 h 417926"/>
                  <a:gd name="connsiteX164" fmla="*/ 300455 w 415667"/>
                  <a:gd name="connsiteY164" fmla="*/ 171689 h 417926"/>
                  <a:gd name="connsiteX165" fmla="*/ 300455 w 415667"/>
                  <a:gd name="connsiteY165" fmla="*/ 246238 h 417926"/>
                  <a:gd name="connsiteX166" fmla="*/ 323046 w 415667"/>
                  <a:gd name="connsiteY166" fmla="*/ 223647 h 417926"/>
                  <a:gd name="connsiteX167" fmla="*/ 323046 w 415667"/>
                  <a:gd name="connsiteY167" fmla="*/ 221388 h 417926"/>
                  <a:gd name="connsiteX168" fmla="*/ 352414 w 415667"/>
                  <a:gd name="connsiteY168" fmla="*/ 192020 h 417926"/>
                  <a:gd name="connsiteX169" fmla="*/ 352414 w 415667"/>
                  <a:gd name="connsiteY169" fmla="*/ 189761 h 417926"/>
                  <a:gd name="connsiteX170" fmla="*/ 381782 w 415667"/>
                  <a:gd name="connsiteY170" fmla="*/ 160393 h 417926"/>
                  <a:gd name="connsiteX171" fmla="*/ 381782 w 415667"/>
                  <a:gd name="connsiteY171" fmla="*/ 158134 h 417926"/>
                  <a:gd name="connsiteX172" fmla="*/ 413408 w 415667"/>
                  <a:gd name="connsiteY172" fmla="*/ 126508 h 417926"/>
                  <a:gd name="connsiteX173" fmla="*/ 413408 w 415667"/>
                  <a:gd name="connsiteY173" fmla="*/ 124248 h 417926"/>
                  <a:gd name="connsiteX174" fmla="*/ 415668 w 415667"/>
                  <a:gd name="connsiteY174" fmla="*/ 121989 h 417926"/>
                  <a:gd name="connsiteX175" fmla="*/ 386300 w 415667"/>
                  <a:gd name="connsiteY175" fmla="*/ 92622 h 417926"/>
                  <a:gd name="connsiteX176" fmla="*/ 386300 w 415667"/>
                  <a:gd name="connsiteY176" fmla="*/ 90363 h 417926"/>
                  <a:gd name="connsiteX177" fmla="*/ 356932 w 415667"/>
                  <a:gd name="connsiteY177" fmla="*/ 60995 h 417926"/>
                  <a:gd name="connsiteX178" fmla="*/ 356932 w 415667"/>
                  <a:gd name="connsiteY178" fmla="*/ 58736 h 417926"/>
                  <a:gd name="connsiteX179" fmla="*/ 325305 w 415667"/>
                  <a:gd name="connsiteY179" fmla="*/ 27109 h 417926"/>
                  <a:gd name="connsiteX180" fmla="*/ 325305 w 415667"/>
                  <a:gd name="connsiteY180" fmla="*/ 24850 h 417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</a:cxnLst>
                <a:rect l="l" t="t" r="r" b="b"/>
                <a:pathLst>
                  <a:path w="415667" h="417926">
                    <a:moveTo>
                      <a:pt x="300455" y="0"/>
                    </a:moveTo>
                    <a:lnTo>
                      <a:pt x="300455" y="60995"/>
                    </a:lnTo>
                    <a:lnTo>
                      <a:pt x="298196" y="63254"/>
                    </a:lnTo>
                    <a:lnTo>
                      <a:pt x="298196" y="65513"/>
                    </a:lnTo>
                    <a:lnTo>
                      <a:pt x="291419" y="72290"/>
                    </a:lnTo>
                    <a:lnTo>
                      <a:pt x="286901" y="72290"/>
                    </a:lnTo>
                    <a:lnTo>
                      <a:pt x="280124" y="76808"/>
                    </a:lnTo>
                    <a:lnTo>
                      <a:pt x="275606" y="76808"/>
                    </a:lnTo>
                    <a:lnTo>
                      <a:pt x="268828" y="81326"/>
                    </a:lnTo>
                    <a:lnTo>
                      <a:pt x="264310" y="81326"/>
                    </a:lnTo>
                    <a:lnTo>
                      <a:pt x="262051" y="83585"/>
                    </a:lnTo>
                    <a:lnTo>
                      <a:pt x="259792" y="83585"/>
                    </a:lnTo>
                    <a:lnTo>
                      <a:pt x="257533" y="85844"/>
                    </a:lnTo>
                    <a:lnTo>
                      <a:pt x="255274" y="85844"/>
                    </a:lnTo>
                    <a:lnTo>
                      <a:pt x="253015" y="88103"/>
                    </a:lnTo>
                    <a:lnTo>
                      <a:pt x="250756" y="88103"/>
                    </a:lnTo>
                    <a:lnTo>
                      <a:pt x="248497" y="90363"/>
                    </a:lnTo>
                    <a:lnTo>
                      <a:pt x="246238" y="90363"/>
                    </a:lnTo>
                    <a:lnTo>
                      <a:pt x="243979" y="92622"/>
                    </a:lnTo>
                    <a:lnTo>
                      <a:pt x="241720" y="92622"/>
                    </a:lnTo>
                    <a:lnTo>
                      <a:pt x="239461" y="94881"/>
                    </a:lnTo>
                    <a:lnTo>
                      <a:pt x="237202" y="94881"/>
                    </a:lnTo>
                    <a:lnTo>
                      <a:pt x="234943" y="97140"/>
                    </a:lnTo>
                    <a:lnTo>
                      <a:pt x="232683" y="97140"/>
                    </a:lnTo>
                    <a:lnTo>
                      <a:pt x="230424" y="99399"/>
                    </a:lnTo>
                    <a:lnTo>
                      <a:pt x="228165" y="99399"/>
                    </a:lnTo>
                    <a:lnTo>
                      <a:pt x="225906" y="101658"/>
                    </a:lnTo>
                    <a:lnTo>
                      <a:pt x="219129" y="103917"/>
                    </a:lnTo>
                    <a:lnTo>
                      <a:pt x="214611" y="108435"/>
                    </a:lnTo>
                    <a:lnTo>
                      <a:pt x="207834" y="110694"/>
                    </a:lnTo>
                    <a:lnTo>
                      <a:pt x="203316" y="115212"/>
                    </a:lnTo>
                    <a:lnTo>
                      <a:pt x="201057" y="115212"/>
                    </a:lnTo>
                    <a:lnTo>
                      <a:pt x="196538" y="119730"/>
                    </a:lnTo>
                    <a:lnTo>
                      <a:pt x="194279" y="119730"/>
                    </a:lnTo>
                    <a:lnTo>
                      <a:pt x="189761" y="124248"/>
                    </a:lnTo>
                    <a:lnTo>
                      <a:pt x="187502" y="124248"/>
                    </a:lnTo>
                    <a:lnTo>
                      <a:pt x="182984" y="128767"/>
                    </a:lnTo>
                    <a:lnTo>
                      <a:pt x="180725" y="128767"/>
                    </a:lnTo>
                    <a:lnTo>
                      <a:pt x="173948" y="135544"/>
                    </a:lnTo>
                    <a:lnTo>
                      <a:pt x="171689" y="135544"/>
                    </a:lnTo>
                    <a:lnTo>
                      <a:pt x="164912" y="142321"/>
                    </a:lnTo>
                    <a:lnTo>
                      <a:pt x="162653" y="142321"/>
                    </a:lnTo>
                    <a:lnTo>
                      <a:pt x="153616" y="151357"/>
                    </a:lnTo>
                    <a:lnTo>
                      <a:pt x="151357" y="151357"/>
                    </a:lnTo>
                    <a:lnTo>
                      <a:pt x="99399" y="203316"/>
                    </a:lnTo>
                    <a:lnTo>
                      <a:pt x="99399" y="205575"/>
                    </a:lnTo>
                    <a:lnTo>
                      <a:pt x="90363" y="214611"/>
                    </a:lnTo>
                    <a:lnTo>
                      <a:pt x="90363" y="216870"/>
                    </a:lnTo>
                    <a:lnTo>
                      <a:pt x="81326" y="225906"/>
                    </a:lnTo>
                    <a:lnTo>
                      <a:pt x="81326" y="228165"/>
                    </a:lnTo>
                    <a:lnTo>
                      <a:pt x="76808" y="232683"/>
                    </a:lnTo>
                    <a:lnTo>
                      <a:pt x="76808" y="234943"/>
                    </a:lnTo>
                    <a:lnTo>
                      <a:pt x="70031" y="241720"/>
                    </a:lnTo>
                    <a:lnTo>
                      <a:pt x="70031" y="243979"/>
                    </a:lnTo>
                    <a:lnTo>
                      <a:pt x="65513" y="248497"/>
                    </a:lnTo>
                    <a:lnTo>
                      <a:pt x="63254" y="255274"/>
                    </a:lnTo>
                    <a:lnTo>
                      <a:pt x="54218" y="266569"/>
                    </a:lnTo>
                    <a:lnTo>
                      <a:pt x="54218" y="268828"/>
                    </a:lnTo>
                    <a:lnTo>
                      <a:pt x="51958" y="271088"/>
                    </a:lnTo>
                    <a:lnTo>
                      <a:pt x="49699" y="277865"/>
                    </a:lnTo>
                    <a:lnTo>
                      <a:pt x="45181" y="282383"/>
                    </a:lnTo>
                    <a:lnTo>
                      <a:pt x="45181" y="284642"/>
                    </a:lnTo>
                    <a:lnTo>
                      <a:pt x="42922" y="286901"/>
                    </a:lnTo>
                    <a:lnTo>
                      <a:pt x="42922" y="289160"/>
                    </a:lnTo>
                    <a:lnTo>
                      <a:pt x="40663" y="291419"/>
                    </a:lnTo>
                    <a:lnTo>
                      <a:pt x="40663" y="293678"/>
                    </a:lnTo>
                    <a:lnTo>
                      <a:pt x="38404" y="295937"/>
                    </a:lnTo>
                    <a:lnTo>
                      <a:pt x="38404" y="298196"/>
                    </a:lnTo>
                    <a:lnTo>
                      <a:pt x="33886" y="304973"/>
                    </a:lnTo>
                    <a:lnTo>
                      <a:pt x="33886" y="309492"/>
                    </a:lnTo>
                    <a:lnTo>
                      <a:pt x="31627" y="311751"/>
                    </a:lnTo>
                    <a:lnTo>
                      <a:pt x="31627" y="314010"/>
                    </a:lnTo>
                    <a:lnTo>
                      <a:pt x="27109" y="320787"/>
                    </a:lnTo>
                    <a:lnTo>
                      <a:pt x="27109" y="325305"/>
                    </a:lnTo>
                    <a:lnTo>
                      <a:pt x="24850" y="327564"/>
                    </a:lnTo>
                    <a:lnTo>
                      <a:pt x="24850" y="329823"/>
                    </a:lnTo>
                    <a:lnTo>
                      <a:pt x="22591" y="332082"/>
                    </a:lnTo>
                    <a:lnTo>
                      <a:pt x="22591" y="336600"/>
                    </a:lnTo>
                    <a:lnTo>
                      <a:pt x="18073" y="343378"/>
                    </a:lnTo>
                    <a:lnTo>
                      <a:pt x="18073" y="347896"/>
                    </a:lnTo>
                    <a:lnTo>
                      <a:pt x="15813" y="350155"/>
                    </a:lnTo>
                    <a:lnTo>
                      <a:pt x="15813" y="354673"/>
                    </a:lnTo>
                    <a:lnTo>
                      <a:pt x="13554" y="356932"/>
                    </a:lnTo>
                    <a:lnTo>
                      <a:pt x="13554" y="361450"/>
                    </a:lnTo>
                    <a:lnTo>
                      <a:pt x="11295" y="363709"/>
                    </a:lnTo>
                    <a:lnTo>
                      <a:pt x="11295" y="370486"/>
                    </a:lnTo>
                    <a:lnTo>
                      <a:pt x="9036" y="372745"/>
                    </a:lnTo>
                    <a:lnTo>
                      <a:pt x="9036" y="377263"/>
                    </a:lnTo>
                    <a:lnTo>
                      <a:pt x="6777" y="379523"/>
                    </a:lnTo>
                    <a:lnTo>
                      <a:pt x="6777" y="386300"/>
                    </a:lnTo>
                    <a:lnTo>
                      <a:pt x="4518" y="388559"/>
                    </a:lnTo>
                    <a:lnTo>
                      <a:pt x="4518" y="395336"/>
                    </a:lnTo>
                    <a:lnTo>
                      <a:pt x="2259" y="397595"/>
                    </a:lnTo>
                    <a:lnTo>
                      <a:pt x="2259" y="406631"/>
                    </a:lnTo>
                    <a:lnTo>
                      <a:pt x="0" y="408890"/>
                    </a:lnTo>
                    <a:lnTo>
                      <a:pt x="0" y="417927"/>
                    </a:lnTo>
                    <a:lnTo>
                      <a:pt x="76808" y="417927"/>
                    </a:lnTo>
                    <a:lnTo>
                      <a:pt x="76808" y="415668"/>
                    </a:lnTo>
                    <a:lnTo>
                      <a:pt x="79067" y="413408"/>
                    </a:lnTo>
                    <a:lnTo>
                      <a:pt x="79067" y="406631"/>
                    </a:lnTo>
                    <a:lnTo>
                      <a:pt x="81326" y="404372"/>
                    </a:lnTo>
                    <a:lnTo>
                      <a:pt x="81326" y="397595"/>
                    </a:lnTo>
                    <a:lnTo>
                      <a:pt x="83585" y="395336"/>
                    </a:lnTo>
                    <a:lnTo>
                      <a:pt x="83585" y="388559"/>
                    </a:lnTo>
                    <a:lnTo>
                      <a:pt x="85844" y="386300"/>
                    </a:lnTo>
                    <a:lnTo>
                      <a:pt x="85844" y="381782"/>
                    </a:lnTo>
                    <a:lnTo>
                      <a:pt x="88103" y="379523"/>
                    </a:lnTo>
                    <a:lnTo>
                      <a:pt x="88103" y="375004"/>
                    </a:lnTo>
                    <a:lnTo>
                      <a:pt x="90363" y="372745"/>
                    </a:lnTo>
                    <a:lnTo>
                      <a:pt x="90363" y="368227"/>
                    </a:lnTo>
                    <a:lnTo>
                      <a:pt x="92622" y="365968"/>
                    </a:lnTo>
                    <a:lnTo>
                      <a:pt x="92622" y="361450"/>
                    </a:lnTo>
                    <a:lnTo>
                      <a:pt x="97140" y="354673"/>
                    </a:lnTo>
                    <a:lnTo>
                      <a:pt x="97140" y="350155"/>
                    </a:lnTo>
                    <a:lnTo>
                      <a:pt x="99399" y="347896"/>
                    </a:lnTo>
                    <a:lnTo>
                      <a:pt x="99399" y="345637"/>
                    </a:lnTo>
                    <a:lnTo>
                      <a:pt x="101658" y="343378"/>
                    </a:lnTo>
                    <a:lnTo>
                      <a:pt x="101658" y="341118"/>
                    </a:lnTo>
                    <a:lnTo>
                      <a:pt x="103917" y="338859"/>
                    </a:lnTo>
                    <a:lnTo>
                      <a:pt x="103917" y="336600"/>
                    </a:lnTo>
                    <a:lnTo>
                      <a:pt x="106176" y="334341"/>
                    </a:lnTo>
                    <a:lnTo>
                      <a:pt x="106176" y="332082"/>
                    </a:lnTo>
                    <a:lnTo>
                      <a:pt x="108435" y="329823"/>
                    </a:lnTo>
                    <a:lnTo>
                      <a:pt x="108435" y="327564"/>
                    </a:lnTo>
                    <a:lnTo>
                      <a:pt x="110694" y="325305"/>
                    </a:lnTo>
                    <a:lnTo>
                      <a:pt x="110694" y="323046"/>
                    </a:lnTo>
                    <a:lnTo>
                      <a:pt x="112953" y="320787"/>
                    </a:lnTo>
                    <a:lnTo>
                      <a:pt x="112953" y="318528"/>
                    </a:lnTo>
                    <a:lnTo>
                      <a:pt x="115212" y="316269"/>
                    </a:lnTo>
                    <a:lnTo>
                      <a:pt x="117471" y="309492"/>
                    </a:lnTo>
                    <a:lnTo>
                      <a:pt x="121989" y="304973"/>
                    </a:lnTo>
                    <a:lnTo>
                      <a:pt x="124248" y="298196"/>
                    </a:lnTo>
                    <a:lnTo>
                      <a:pt x="128767" y="293678"/>
                    </a:lnTo>
                    <a:lnTo>
                      <a:pt x="128767" y="291419"/>
                    </a:lnTo>
                    <a:lnTo>
                      <a:pt x="133285" y="286901"/>
                    </a:lnTo>
                    <a:lnTo>
                      <a:pt x="133285" y="284642"/>
                    </a:lnTo>
                    <a:lnTo>
                      <a:pt x="137803" y="280124"/>
                    </a:lnTo>
                    <a:lnTo>
                      <a:pt x="137803" y="277865"/>
                    </a:lnTo>
                    <a:lnTo>
                      <a:pt x="144580" y="271088"/>
                    </a:lnTo>
                    <a:lnTo>
                      <a:pt x="144580" y="268828"/>
                    </a:lnTo>
                    <a:lnTo>
                      <a:pt x="153616" y="259792"/>
                    </a:lnTo>
                    <a:lnTo>
                      <a:pt x="153616" y="257533"/>
                    </a:lnTo>
                    <a:lnTo>
                      <a:pt x="169430" y="241720"/>
                    </a:lnTo>
                    <a:lnTo>
                      <a:pt x="169430" y="239461"/>
                    </a:lnTo>
                    <a:lnTo>
                      <a:pt x="187502" y="221388"/>
                    </a:lnTo>
                    <a:lnTo>
                      <a:pt x="189761" y="221388"/>
                    </a:lnTo>
                    <a:lnTo>
                      <a:pt x="205575" y="205575"/>
                    </a:lnTo>
                    <a:lnTo>
                      <a:pt x="207834" y="205575"/>
                    </a:lnTo>
                    <a:lnTo>
                      <a:pt x="214611" y="198798"/>
                    </a:lnTo>
                    <a:lnTo>
                      <a:pt x="216870" y="198798"/>
                    </a:lnTo>
                    <a:lnTo>
                      <a:pt x="223647" y="192020"/>
                    </a:lnTo>
                    <a:lnTo>
                      <a:pt x="225906" y="192020"/>
                    </a:lnTo>
                    <a:lnTo>
                      <a:pt x="230424" y="187502"/>
                    </a:lnTo>
                    <a:lnTo>
                      <a:pt x="232683" y="187502"/>
                    </a:lnTo>
                    <a:lnTo>
                      <a:pt x="239461" y="180725"/>
                    </a:lnTo>
                    <a:lnTo>
                      <a:pt x="246238" y="178466"/>
                    </a:lnTo>
                    <a:lnTo>
                      <a:pt x="250756" y="173948"/>
                    </a:lnTo>
                    <a:lnTo>
                      <a:pt x="253015" y="173948"/>
                    </a:lnTo>
                    <a:lnTo>
                      <a:pt x="255274" y="171689"/>
                    </a:lnTo>
                    <a:lnTo>
                      <a:pt x="262051" y="169430"/>
                    </a:lnTo>
                    <a:lnTo>
                      <a:pt x="266569" y="164912"/>
                    </a:lnTo>
                    <a:lnTo>
                      <a:pt x="268828" y="164912"/>
                    </a:lnTo>
                    <a:lnTo>
                      <a:pt x="275606" y="160393"/>
                    </a:lnTo>
                    <a:lnTo>
                      <a:pt x="289160" y="160393"/>
                    </a:lnTo>
                    <a:lnTo>
                      <a:pt x="300455" y="171689"/>
                    </a:lnTo>
                    <a:lnTo>
                      <a:pt x="300455" y="246238"/>
                    </a:lnTo>
                    <a:lnTo>
                      <a:pt x="323046" y="223647"/>
                    </a:lnTo>
                    <a:lnTo>
                      <a:pt x="323046" y="221388"/>
                    </a:lnTo>
                    <a:lnTo>
                      <a:pt x="352414" y="192020"/>
                    </a:lnTo>
                    <a:lnTo>
                      <a:pt x="352414" y="189761"/>
                    </a:lnTo>
                    <a:lnTo>
                      <a:pt x="381782" y="160393"/>
                    </a:lnTo>
                    <a:lnTo>
                      <a:pt x="381782" y="158134"/>
                    </a:lnTo>
                    <a:lnTo>
                      <a:pt x="413408" y="126508"/>
                    </a:lnTo>
                    <a:lnTo>
                      <a:pt x="413408" y="124248"/>
                    </a:lnTo>
                    <a:lnTo>
                      <a:pt x="415668" y="121989"/>
                    </a:lnTo>
                    <a:lnTo>
                      <a:pt x="386300" y="92622"/>
                    </a:lnTo>
                    <a:lnTo>
                      <a:pt x="386300" y="90363"/>
                    </a:lnTo>
                    <a:lnTo>
                      <a:pt x="356932" y="60995"/>
                    </a:lnTo>
                    <a:lnTo>
                      <a:pt x="356932" y="58736"/>
                    </a:lnTo>
                    <a:lnTo>
                      <a:pt x="325305" y="27109"/>
                    </a:lnTo>
                    <a:lnTo>
                      <a:pt x="325305" y="24850"/>
                    </a:lnTo>
                    <a:close/>
                  </a:path>
                </a:pathLst>
              </a:custGeom>
              <a:solidFill>
                <a:srgbClr val="FCCC55"/>
              </a:solidFill>
              <a:ln w="22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35" name="任意形状 1134">
                <a:extLst>
                  <a:ext uri="{FF2B5EF4-FFF2-40B4-BE49-F238E27FC236}">
                    <a16:creationId xmlns:a16="http://schemas.microsoft.com/office/drawing/2014/main" id="{4FBC42C8-2A16-E47A-51EE-B573C2D528B5}"/>
                  </a:ext>
                </a:extLst>
              </p:cNvPr>
              <p:cNvSpPr/>
              <p:nvPr/>
            </p:nvSpPr>
            <p:spPr>
              <a:xfrm>
                <a:off x="3081477" y="5459427"/>
                <a:ext cx="342687" cy="356835"/>
              </a:xfrm>
              <a:custGeom>
                <a:avLst/>
                <a:gdLst>
                  <a:gd name="connsiteX0" fmla="*/ 329823 w 492475"/>
                  <a:gd name="connsiteY0" fmla="*/ 2259 h 512807"/>
                  <a:gd name="connsiteX1" fmla="*/ 327564 w 492475"/>
                  <a:gd name="connsiteY1" fmla="*/ 2259 h 512807"/>
                  <a:gd name="connsiteX2" fmla="*/ 325305 w 492475"/>
                  <a:gd name="connsiteY2" fmla="*/ 0 h 512807"/>
                  <a:gd name="connsiteX3" fmla="*/ 311751 w 492475"/>
                  <a:gd name="connsiteY3" fmla="*/ 0 h 512807"/>
                  <a:gd name="connsiteX4" fmla="*/ 309492 w 492475"/>
                  <a:gd name="connsiteY4" fmla="*/ 2259 h 512807"/>
                  <a:gd name="connsiteX5" fmla="*/ 307233 w 492475"/>
                  <a:gd name="connsiteY5" fmla="*/ 2259 h 512807"/>
                  <a:gd name="connsiteX6" fmla="*/ 307233 w 492475"/>
                  <a:gd name="connsiteY6" fmla="*/ 4518 h 512807"/>
                  <a:gd name="connsiteX7" fmla="*/ 302714 w 492475"/>
                  <a:gd name="connsiteY7" fmla="*/ 11295 h 512807"/>
                  <a:gd name="connsiteX8" fmla="*/ 302714 w 492475"/>
                  <a:gd name="connsiteY8" fmla="*/ 103917 h 512807"/>
                  <a:gd name="connsiteX9" fmla="*/ 298196 w 492475"/>
                  <a:gd name="connsiteY9" fmla="*/ 108435 h 512807"/>
                  <a:gd name="connsiteX10" fmla="*/ 293678 w 492475"/>
                  <a:gd name="connsiteY10" fmla="*/ 108435 h 512807"/>
                  <a:gd name="connsiteX11" fmla="*/ 282383 w 492475"/>
                  <a:gd name="connsiteY11" fmla="*/ 115212 h 512807"/>
                  <a:gd name="connsiteX12" fmla="*/ 277865 w 492475"/>
                  <a:gd name="connsiteY12" fmla="*/ 115212 h 512807"/>
                  <a:gd name="connsiteX13" fmla="*/ 275606 w 492475"/>
                  <a:gd name="connsiteY13" fmla="*/ 117471 h 512807"/>
                  <a:gd name="connsiteX14" fmla="*/ 273347 w 492475"/>
                  <a:gd name="connsiteY14" fmla="*/ 117471 h 512807"/>
                  <a:gd name="connsiteX15" fmla="*/ 271088 w 492475"/>
                  <a:gd name="connsiteY15" fmla="*/ 119730 h 512807"/>
                  <a:gd name="connsiteX16" fmla="*/ 268828 w 492475"/>
                  <a:gd name="connsiteY16" fmla="*/ 119730 h 512807"/>
                  <a:gd name="connsiteX17" fmla="*/ 266569 w 492475"/>
                  <a:gd name="connsiteY17" fmla="*/ 121989 h 512807"/>
                  <a:gd name="connsiteX18" fmla="*/ 264310 w 492475"/>
                  <a:gd name="connsiteY18" fmla="*/ 121989 h 512807"/>
                  <a:gd name="connsiteX19" fmla="*/ 262051 w 492475"/>
                  <a:gd name="connsiteY19" fmla="*/ 124248 h 512807"/>
                  <a:gd name="connsiteX20" fmla="*/ 259792 w 492475"/>
                  <a:gd name="connsiteY20" fmla="*/ 124248 h 512807"/>
                  <a:gd name="connsiteX21" fmla="*/ 257533 w 492475"/>
                  <a:gd name="connsiteY21" fmla="*/ 126508 h 512807"/>
                  <a:gd name="connsiteX22" fmla="*/ 246238 w 492475"/>
                  <a:gd name="connsiteY22" fmla="*/ 131026 h 512807"/>
                  <a:gd name="connsiteX23" fmla="*/ 241720 w 492475"/>
                  <a:gd name="connsiteY23" fmla="*/ 135544 h 512807"/>
                  <a:gd name="connsiteX24" fmla="*/ 230424 w 492475"/>
                  <a:gd name="connsiteY24" fmla="*/ 140062 h 512807"/>
                  <a:gd name="connsiteX25" fmla="*/ 225906 w 492475"/>
                  <a:gd name="connsiteY25" fmla="*/ 144580 h 512807"/>
                  <a:gd name="connsiteX26" fmla="*/ 219129 w 492475"/>
                  <a:gd name="connsiteY26" fmla="*/ 146839 h 512807"/>
                  <a:gd name="connsiteX27" fmla="*/ 214611 w 492475"/>
                  <a:gd name="connsiteY27" fmla="*/ 151357 h 512807"/>
                  <a:gd name="connsiteX28" fmla="*/ 212352 w 492475"/>
                  <a:gd name="connsiteY28" fmla="*/ 151357 h 512807"/>
                  <a:gd name="connsiteX29" fmla="*/ 207834 w 492475"/>
                  <a:gd name="connsiteY29" fmla="*/ 155875 h 512807"/>
                  <a:gd name="connsiteX30" fmla="*/ 205575 w 492475"/>
                  <a:gd name="connsiteY30" fmla="*/ 155875 h 512807"/>
                  <a:gd name="connsiteX31" fmla="*/ 201057 w 492475"/>
                  <a:gd name="connsiteY31" fmla="*/ 160393 h 512807"/>
                  <a:gd name="connsiteX32" fmla="*/ 198798 w 492475"/>
                  <a:gd name="connsiteY32" fmla="*/ 160393 h 512807"/>
                  <a:gd name="connsiteX33" fmla="*/ 192020 w 492475"/>
                  <a:gd name="connsiteY33" fmla="*/ 167171 h 512807"/>
                  <a:gd name="connsiteX34" fmla="*/ 189761 w 492475"/>
                  <a:gd name="connsiteY34" fmla="*/ 167171 h 512807"/>
                  <a:gd name="connsiteX35" fmla="*/ 182984 w 492475"/>
                  <a:gd name="connsiteY35" fmla="*/ 173948 h 512807"/>
                  <a:gd name="connsiteX36" fmla="*/ 180725 w 492475"/>
                  <a:gd name="connsiteY36" fmla="*/ 173948 h 512807"/>
                  <a:gd name="connsiteX37" fmla="*/ 171689 w 492475"/>
                  <a:gd name="connsiteY37" fmla="*/ 182984 h 512807"/>
                  <a:gd name="connsiteX38" fmla="*/ 169430 w 492475"/>
                  <a:gd name="connsiteY38" fmla="*/ 182984 h 512807"/>
                  <a:gd name="connsiteX39" fmla="*/ 158134 w 492475"/>
                  <a:gd name="connsiteY39" fmla="*/ 194279 h 512807"/>
                  <a:gd name="connsiteX40" fmla="*/ 155875 w 492475"/>
                  <a:gd name="connsiteY40" fmla="*/ 194279 h 512807"/>
                  <a:gd name="connsiteX41" fmla="*/ 117471 w 492475"/>
                  <a:gd name="connsiteY41" fmla="*/ 232683 h 512807"/>
                  <a:gd name="connsiteX42" fmla="*/ 117471 w 492475"/>
                  <a:gd name="connsiteY42" fmla="*/ 234943 h 512807"/>
                  <a:gd name="connsiteX43" fmla="*/ 103917 w 492475"/>
                  <a:gd name="connsiteY43" fmla="*/ 248497 h 512807"/>
                  <a:gd name="connsiteX44" fmla="*/ 103917 w 492475"/>
                  <a:gd name="connsiteY44" fmla="*/ 250756 h 512807"/>
                  <a:gd name="connsiteX45" fmla="*/ 94881 w 492475"/>
                  <a:gd name="connsiteY45" fmla="*/ 259792 h 512807"/>
                  <a:gd name="connsiteX46" fmla="*/ 94881 w 492475"/>
                  <a:gd name="connsiteY46" fmla="*/ 262051 h 512807"/>
                  <a:gd name="connsiteX47" fmla="*/ 88103 w 492475"/>
                  <a:gd name="connsiteY47" fmla="*/ 268828 h 512807"/>
                  <a:gd name="connsiteX48" fmla="*/ 88103 w 492475"/>
                  <a:gd name="connsiteY48" fmla="*/ 271088 h 512807"/>
                  <a:gd name="connsiteX49" fmla="*/ 83585 w 492475"/>
                  <a:gd name="connsiteY49" fmla="*/ 275606 h 512807"/>
                  <a:gd name="connsiteX50" fmla="*/ 83585 w 492475"/>
                  <a:gd name="connsiteY50" fmla="*/ 277865 h 512807"/>
                  <a:gd name="connsiteX51" fmla="*/ 72290 w 492475"/>
                  <a:gd name="connsiteY51" fmla="*/ 291419 h 512807"/>
                  <a:gd name="connsiteX52" fmla="*/ 70031 w 492475"/>
                  <a:gd name="connsiteY52" fmla="*/ 298196 h 512807"/>
                  <a:gd name="connsiteX53" fmla="*/ 65513 w 492475"/>
                  <a:gd name="connsiteY53" fmla="*/ 302714 h 512807"/>
                  <a:gd name="connsiteX54" fmla="*/ 63254 w 492475"/>
                  <a:gd name="connsiteY54" fmla="*/ 309492 h 512807"/>
                  <a:gd name="connsiteX55" fmla="*/ 58736 w 492475"/>
                  <a:gd name="connsiteY55" fmla="*/ 314010 h 512807"/>
                  <a:gd name="connsiteX56" fmla="*/ 58736 w 492475"/>
                  <a:gd name="connsiteY56" fmla="*/ 316269 h 512807"/>
                  <a:gd name="connsiteX57" fmla="*/ 56477 w 492475"/>
                  <a:gd name="connsiteY57" fmla="*/ 318528 h 512807"/>
                  <a:gd name="connsiteX58" fmla="*/ 51958 w 492475"/>
                  <a:gd name="connsiteY58" fmla="*/ 329823 h 512807"/>
                  <a:gd name="connsiteX59" fmla="*/ 47440 w 492475"/>
                  <a:gd name="connsiteY59" fmla="*/ 334341 h 512807"/>
                  <a:gd name="connsiteX60" fmla="*/ 47440 w 492475"/>
                  <a:gd name="connsiteY60" fmla="*/ 336600 h 512807"/>
                  <a:gd name="connsiteX61" fmla="*/ 40663 w 492475"/>
                  <a:gd name="connsiteY61" fmla="*/ 347896 h 512807"/>
                  <a:gd name="connsiteX62" fmla="*/ 40663 w 492475"/>
                  <a:gd name="connsiteY62" fmla="*/ 352414 h 512807"/>
                  <a:gd name="connsiteX63" fmla="*/ 31627 w 492475"/>
                  <a:gd name="connsiteY63" fmla="*/ 368227 h 512807"/>
                  <a:gd name="connsiteX64" fmla="*/ 31627 w 492475"/>
                  <a:gd name="connsiteY64" fmla="*/ 372745 h 512807"/>
                  <a:gd name="connsiteX65" fmla="*/ 27109 w 492475"/>
                  <a:gd name="connsiteY65" fmla="*/ 379523 h 512807"/>
                  <a:gd name="connsiteX66" fmla="*/ 27109 w 492475"/>
                  <a:gd name="connsiteY66" fmla="*/ 384041 h 512807"/>
                  <a:gd name="connsiteX67" fmla="*/ 24850 w 492475"/>
                  <a:gd name="connsiteY67" fmla="*/ 386300 h 512807"/>
                  <a:gd name="connsiteX68" fmla="*/ 24850 w 492475"/>
                  <a:gd name="connsiteY68" fmla="*/ 390818 h 512807"/>
                  <a:gd name="connsiteX69" fmla="*/ 22591 w 492475"/>
                  <a:gd name="connsiteY69" fmla="*/ 393077 h 512807"/>
                  <a:gd name="connsiteX70" fmla="*/ 22591 w 492475"/>
                  <a:gd name="connsiteY70" fmla="*/ 397595 h 512807"/>
                  <a:gd name="connsiteX71" fmla="*/ 20332 w 492475"/>
                  <a:gd name="connsiteY71" fmla="*/ 399854 h 512807"/>
                  <a:gd name="connsiteX72" fmla="*/ 20332 w 492475"/>
                  <a:gd name="connsiteY72" fmla="*/ 404372 h 512807"/>
                  <a:gd name="connsiteX73" fmla="*/ 18073 w 492475"/>
                  <a:gd name="connsiteY73" fmla="*/ 406631 h 512807"/>
                  <a:gd name="connsiteX74" fmla="*/ 18073 w 492475"/>
                  <a:gd name="connsiteY74" fmla="*/ 411149 h 512807"/>
                  <a:gd name="connsiteX75" fmla="*/ 15813 w 492475"/>
                  <a:gd name="connsiteY75" fmla="*/ 413408 h 512807"/>
                  <a:gd name="connsiteX76" fmla="*/ 15813 w 492475"/>
                  <a:gd name="connsiteY76" fmla="*/ 417927 h 512807"/>
                  <a:gd name="connsiteX77" fmla="*/ 13554 w 492475"/>
                  <a:gd name="connsiteY77" fmla="*/ 420186 h 512807"/>
                  <a:gd name="connsiteX78" fmla="*/ 13554 w 492475"/>
                  <a:gd name="connsiteY78" fmla="*/ 426963 h 512807"/>
                  <a:gd name="connsiteX79" fmla="*/ 11295 w 492475"/>
                  <a:gd name="connsiteY79" fmla="*/ 429222 h 512807"/>
                  <a:gd name="connsiteX80" fmla="*/ 11295 w 492475"/>
                  <a:gd name="connsiteY80" fmla="*/ 433740 h 512807"/>
                  <a:gd name="connsiteX81" fmla="*/ 9036 w 492475"/>
                  <a:gd name="connsiteY81" fmla="*/ 435999 h 512807"/>
                  <a:gd name="connsiteX82" fmla="*/ 9036 w 492475"/>
                  <a:gd name="connsiteY82" fmla="*/ 442776 h 512807"/>
                  <a:gd name="connsiteX83" fmla="*/ 6777 w 492475"/>
                  <a:gd name="connsiteY83" fmla="*/ 445035 h 512807"/>
                  <a:gd name="connsiteX84" fmla="*/ 6777 w 492475"/>
                  <a:gd name="connsiteY84" fmla="*/ 454072 h 512807"/>
                  <a:gd name="connsiteX85" fmla="*/ 4518 w 492475"/>
                  <a:gd name="connsiteY85" fmla="*/ 456331 h 512807"/>
                  <a:gd name="connsiteX86" fmla="*/ 4518 w 492475"/>
                  <a:gd name="connsiteY86" fmla="*/ 465367 h 512807"/>
                  <a:gd name="connsiteX87" fmla="*/ 2259 w 492475"/>
                  <a:gd name="connsiteY87" fmla="*/ 467626 h 512807"/>
                  <a:gd name="connsiteX88" fmla="*/ 2259 w 492475"/>
                  <a:gd name="connsiteY88" fmla="*/ 478921 h 512807"/>
                  <a:gd name="connsiteX89" fmla="*/ 0 w 492475"/>
                  <a:gd name="connsiteY89" fmla="*/ 481180 h 512807"/>
                  <a:gd name="connsiteX90" fmla="*/ 0 w 492475"/>
                  <a:gd name="connsiteY90" fmla="*/ 503771 h 512807"/>
                  <a:gd name="connsiteX91" fmla="*/ 6777 w 492475"/>
                  <a:gd name="connsiteY91" fmla="*/ 510548 h 512807"/>
                  <a:gd name="connsiteX92" fmla="*/ 11295 w 492475"/>
                  <a:gd name="connsiteY92" fmla="*/ 510548 h 512807"/>
                  <a:gd name="connsiteX93" fmla="*/ 13554 w 492475"/>
                  <a:gd name="connsiteY93" fmla="*/ 512807 h 512807"/>
                  <a:gd name="connsiteX94" fmla="*/ 131026 w 492475"/>
                  <a:gd name="connsiteY94" fmla="*/ 512807 h 512807"/>
                  <a:gd name="connsiteX95" fmla="*/ 133285 w 492475"/>
                  <a:gd name="connsiteY95" fmla="*/ 510548 h 512807"/>
                  <a:gd name="connsiteX96" fmla="*/ 140062 w 492475"/>
                  <a:gd name="connsiteY96" fmla="*/ 508289 h 512807"/>
                  <a:gd name="connsiteX97" fmla="*/ 140062 w 492475"/>
                  <a:gd name="connsiteY97" fmla="*/ 506030 h 512807"/>
                  <a:gd name="connsiteX98" fmla="*/ 144580 w 492475"/>
                  <a:gd name="connsiteY98" fmla="*/ 499253 h 512807"/>
                  <a:gd name="connsiteX99" fmla="*/ 144580 w 492475"/>
                  <a:gd name="connsiteY99" fmla="*/ 490217 h 512807"/>
                  <a:gd name="connsiteX100" fmla="*/ 146839 w 492475"/>
                  <a:gd name="connsiteY100" fmla="*/ 487958 h 512807"/>
                  <a:gd name="connsiteX101" fmla="*/ 146839 w 492475"/>
                  <a:gd name="connsiteY101" fmla="*/ 478921 h 512807"/>
                  <a:gd name="connsiteX102" fmla="*/ 149098 w 492475"/>
                  <a:gd name="connsiteY102" fmla="*/ 476662 h 512807"/>
                  <a:gd name="connsiteX103" fmla="*/ 149098 w 492475"/>
                  <a:gd name="connsiteY103" fmla="*/ 469885 h 512807"/>
                  <a:gd name="connsiteX104" fmla="*/ 151357 w 492475"/>
                  <a:gd name="connsiteY104" fmla="*/ 467626 h 512807"/>
                  <a:gd name="connsiteX105" fmla="*/ 151357 w 492475"/>
                  <a:gd name="connsiteY105" fmla="*/ 460849 h 512807"/>
                  <a:gd name="connsiteX106" fmla="*/ 153616 w 492475"/>
                  <a:gd name="connsiteY106" fmla="*/ 458590 h 512807"/>
                  <a:gd name="connsiteX107" fmla="*/ 153616 w 492475"/>
                  <a:gd name="connsiteY107" fmla="*/ 454072 h 512807"/>
                  <a:gd name="connsiteX108" fmla="*/ 155875 w 492475"/>
                  <a:gd name="connsiteY108" fmla="*/ 451813 h 512807"/>
                  <a:gd name="connsiteX109" fmla="*/ 155875 w 492475"/>
                  <a:gd name="connsiteY109" fmla="*/ 447294 h 512807"/>
                  <a:gd name="connsiteX110" fmla="*/ 158134 w 492475"/>
                  <a:gd name="connsiteY110" fmla="*/ 445035 h 512807"/>
                  <a:gd name="connsiteX111" fmla="*/ 158134 w 492475"/>
                  <a:gd name="connsiteY111" fmla="*/ 440517 h 512807"/>
                  <a:gd name="connsiteX112" fmla="*/ 162653 w 492475"/>
                  <a:gd name="connsiteY112" fmla="*/ 433740 h 512807"/>
                  <a:gd name="connsiteX113" fmla="*/ 162653 w 492475"/>
                  <a:gd name="connsiteY113" fmla="*/ 429222 h 512807"/>
                  <a:gd name="connsiteX114" fmla="*/ 167171 w 492475"/>
                  <a:gd name="connsiteY114" fmla="*/ 422445 h 512807"/>
                  <a:gd name="connsiteX115" fmla="*/ 167171 w 492475"/>
                  <a:gd name="connsiteY115" fmla="*/ 417927 h 512807"/>
                  <a:gd name="connsiteX116" fmla="*/ 169430 w 492475"/>
                  <a:gd name="connsiteY116" fmla="*/ 415668 h 512807"/>
                  <a:gd name="connsiteX117" fmla="*/ 169430 w 492475"/>
                  <a:gd name="connsiteY117" fmla="*/ 413408 h 512807"/>
                  <a:gd name="connsiteX118" fmla="*/ 171689 w 492475"/>
                  <a:gd name="connsiteY118" fmla="*/ 411149 h 512807"/>
                  <a:gd name="connsiteX119" fmla="*/ 171689 w 492475"/>
                  <a:gd name="connsiteY119" fmla="*/ 408890 h 512807"/>
                  <a:gd name="connsiteX120" fmla="*/ 173948 w 492475"/>
                  <a:gd name="connsiteY120" fmla="*/ 406631 h 512807"/>
                  <a:gd name="connsiteX121" fmla="*/ 178466 w 492475"/>
                  <a:gd name="connsiteY121" fmla="*/ 395336 h 512807"/>
                  <a:gd name="connsiteX122" fmla="*/ 182984 w 492475"/>
                  <a:gd name="connsiteY122" fmla="*/ 390818 h 512807"/>
                  <a:gd name="connsiteX123" fmla="*/ 187502 w 492475"/>
                  <a:gd name="connsiteY123" fmla="*/ 379523 h 512807"/>
                  <a:gd name="connsiteX124" fmla="*/ 192020 w 492475"/>
                  <a:gd name="connsiteY124" fmla="*/ 375004 h 512807"/>
                  <a:gd name="connsiteX125" fmla="*/ 192020 w 492475"/>
                  <a:gd name="connsiteY125" fmla="*/ 372745 h 512807"/>
                  <a:gd name="connsiteX126" fmla="*/ 196538 w 492475"/>
                  <a:gd name="connsiteY126" fmla="*/ 368227 h 512807"/>
                  <a:gd name="connsiteX127" fmla="*/ 196538 w 492475"/>
                  <a:gd name="connsiteY127" fmla="*/ 365968 h 512807"/>
                  <a:gd name="connsiteX128" fmla="*/ 201057 w 492475"/>
                  <a:gd name="connsiteY128" fmla="*/ 361450 h 512807"/>
                  <a:gd name="connsiteX129" fmla="*/ 201057 w 492475"/>
                  <a:gd name="connsiteY129" fmla="*/ 359191 h 512807"/>
                  <a:gd name="connsiteX130" fmla="*/ 216870 w 492475"/>
                  <a:gd name="connsiteY130" fmla="*/ 341118 h 512807"/>
                  <a:gd name="connsiteX131" fmla="*/ 216870 w 492475"/>
                  <a:gd name="connsiteY131" fmla="*/ 338859 h 512807"/>
                  <a:gd name="connsiteX132" fmla="*/ 259792 w 492475"/>
                  <a:gd name="connsiteY132" fmla="*/ 295937 h 512807"/>
                  <a:gd name="connsiteX133" fmla="*/ 262051 w 492475"/>
                  <a:gd name="connsiteY133" fmla="*/ 295937 h 512807"/>
                  <a:gd name="connsiteX134" fmla="*/ 273347 w 492475"/>
                  <a:gd name="connsiteY134" fmla="*/ 284642 h 512807"/>
                  <a:gd name="connsiteX135" fmla="*/ 275606 w 492475"/>
                  <a:gd name="connsiteY135" fmla="*/ 284642 h 512807"/>
                  <a:gd name="connsiteX136" fmla="*/ 280124 w 492475"/>
                  <a:gd name="connsiteY136" fmla="*/ 280124 h 512807"/>
                  <a:gd name="connsiteX137" fmla="*/ 282383 w 492475"/>
                  <a:gd name="connsiteY137" fmla="*/ 280124 h 512807"/>
                  <a:gd name="connsiteX138" fmla="*/ 289160 w 492475"/>
                  <a:gd name="connsiteY138" fmla="*/ 273347 h 512807"/>
                  <a:gd name="connsiteX139" fmla="*/ 291419 w 492475"/>
                  <a:gd name="connsiteY139" fmla="*/ 273347 h 512807"/>
                  <a:gd name="connsiteX140" fmla="*/ 298196 w 492475"/>
                  <a:gd name="connsiteY140" fmla="*/ 268828 h 512807"/>
                  <a:gd name="connsiteX141" fmla="*/ 302714 w 492475"/>
                  <a:gd name="connsiteY141" fmla="*/ 273347 h 512807"/>
                  <a:gd name="connsiteX142" fmla="*/ 302714 w 492475"/>
                  <a:gd name="connsiteY142" fmla="*/ 356932 h 512807"/>
                  <a:gd name="connsiteX143" fmla="*/ 304973 w 492475"/>
                  <a:gd name="connsiteY143" fmla="*/ 359191 h 512807"/>
                  <a:gd name="connsiteX144" fmla="*/ 304973 w 492475"/>
                  <a:gd name="connsiteY144" fmla="*/ 361450 h 512807"/>
                  <a:gd name="connsiteX145" fmla="*/ 311751 w 492475"/>
                  <a:gd name="connsiteY145" fmla="*/ 368227 h 512807"/>
                  <a:gd name="connsiteX146" fmla="*/ 325305 w 492475"/>
                  <a:gd name="connsiteY146" fmla="*/ 368227 h 512807"/>
                  <a:gd name="connsiteX147" fmla="*/ 329823 w 492475"/>
                  <a:gd name="connsiteY147" fmla="*/ 363709 h 512807"/>
                  <a:gd name="connsiteX148" fmla="*/ 332082 w 492475"/>
                  <a:gd name="connsiteY148" fmla="*/ 363709 h 512807"/>
                  <a:gd name="connsiteX149" fmla="*/ 332082 w 492475"/>
                  <a:gd name="connsiteY149" fmla="*/ 361450 h 512807"/>
                  <a:gd name="connsiteX150" fmla="*/ 361450 w 492475"/>
                  <a:gd name="connsiteY150" fmla="*/ 332082 h 512807"/>
                  <a:gd name="connsiteX151" fmla="*/ 361450 w 492475"/>
                  <a:gd name="connsiteY151" fmla="*/ 329823 h 512807"/>
                  <a:gd name="connsiteX152" fmla="*/ 390818 w 492475"/>
                  <a:gd name="connsiteY152" fmla="*/ 300455 h 512807"/>
                  <a:gd name="connsiteX153" fmla="*/ 390818 w 492475"/>
                  <a:gd name="connsiteY153" fmla="*/ 298196 h 512807"/>
                  <a:gd name="connsiteX154" fmla="*/ 420186 w 492475"/>
                  <a:gd name="connsiteY154" fmla="*/ 268828 h 512807"/>
                  <a:gd name="connsiteX155" fmla="*/ 420186 w 492475"/>
                  <a:gd name="connsiteY155" fmla="*/ 266569 h 512807"/>
                  <a:gd name="connsiteX156" fmla="*/ 451813 w 492475"/>
                  <a:gd name="connsiteY156" fmla="*/ 234943 h 512807"/>
                  <a:gd name="connsiteX157" fmla="*/ 451813 w 492475"/>
                  <a:gd name="connsiteY157" fmla="*/ 232683 h 512807"/>
                  <a:gd name="connsiteX158" fmla="*/ 481180 w 492475"/>
                  <a:gd name="connsiteY158" fmla="*/ 203316 h 512807"/>
                  <a:gd name="connsiteX159" fmla="*/ 481180 w 492475"/>
                  <a:gd name="connsiteY159" fmla="*/ 201057 h 512807"/>
                  <a:gd name="connsiteX160" fmla="*/ 490217 w 492475"/>
                  <a:gd name="connsiteY160" fmla="*/ 192020 h 512807"/>
                  <a:gd name="connsiteX161" fmla="*/ 490217 w 492475"/>
                  <a:gd name="connsiteY161" fmla="*/ 189761 h 512807"/>
                  <a:gd name="connsiteX162" fmla="*/ 492476 w 492475"/>
                  <a:gd name="connsiteY162" fmla="*/ 187502 h 512807"/>
                  <a:gd name="connsiteX163" fmla="*/ 492476 w 492475"/>
                  <a:gd name="connsiteY163" fmla="*/ 180725 h 512807"/>
                  <a:gd name="connsiteX164" fmla="*/ 490217 w 492475"/>
                  <a:gd name="connsiteY164" fmla="*/ 178466 h 512807"/>
                  <a:gd name="connsiteX165" fmla="*/ 490217 w 492475"/>
                  <a:gd name="connsiteY165" fmla="*/ 176207 h 512807"/>
                  <a:gd name="connsiteX166" fmla="*/ 485698 w 492475"/>
                  <a:gd name="connsiteY166" fmla="*/ 171689 h 512807"/>
                  <a:gd name="connsiteX167" fmla="*/ 485698 w 492475"/>
                  <a:gd name="connsiteY167" fmla="*/ 169430 h 512807"/>
                  <a:gd name="connsiteX168" fmla="*/ 454072 w 492475"/>
                  <a:gd name="connsiteY168" fmla="*/ 137803 h 512807"/>
                  <a:gd name="connsiteX169" fmla="*/ 454072 w 492475"/>
                  <a:gd name="connsiteY169" fmla="*/ 135544 h 512807"/>
                  <a:gd name="connsiteX170" fmla="*/ 424704 w 492475"/>
                  <a:gd name="connsiteY170" fmla="*/ 106176 h 512807"/>
                  <a:gd name="connsiteX171" fmla="*/ 424704 w 492475"/>
                  <a:gd name="connsiteY171" fmla="*/ 103917 h 512807"/>
                  <a:gd name="connsiteX172" fmla="*/ 395336 w 492475"/>
                  <a:gd name="connsiteY172" fmla="*/ 74549 h 512807"/>
                  <a:gd name="connsiteX173" fmla="*/ 395336 w 492475"/>
                  <a:gd name="connsiteY173" fmla="*/ 72290 h 512807"/>
                  <a:gd name="connsiteX174" fmla="*/ 365968 w 492475"/>
                  <a:gd name="connsiteY174" fmla="*/ 42922 h 512807"/>
                  <a:gd name="connsiteX175" fmla="*/ 365968 w 492475"/>
                  <a:gd name="connsiteY175" fmla="*/ 40663 h 512807"/>
                  <a:gd name="connsiteX176" fmla="*/ 334341 w 492475"/>
                  <a:gd name="connsiteY176" fmla="*/ 9036 h 512807"/>
                  <a:gd name="connsiteX177" fmla="*/ 334341 w 492475"/>
                  <a:gd name="connsiteY177" fmla="*/ 6777 h 512807"/>
                  <a:gd name="connsiteX178" fmla="*/ 336600 w 492475"/>
                  <a:gd name="connsiteY178" fmla="*/ 54218 h 512807"/>
                  <a:gd name="connsiteX179" fmla="*/ 332082 w 492475"/>
                  <a:gd name="connsiteY179" fmla="*/ 58736 h 512807"/>
                  <a:gd name="connsiteX180" fmla="*/ 332082 w 492475"/>
                  <a:gd name="connsiteY180" fmla="*/ 121989 h 512807"/>
                  <a:gd name="connsiteX181" fmla="*/ 325305 w 492475"/>
                  <a:gd name="connsiteY181" fmla="*/ 128767 h 512807"/>
                  <a:gd name="connsiteX182" fmla="*/ 323046 w 492475"/>
                  <a:gd name="connsiteY182" fmla="*/ 128767 h 512807"/>
                  <a:gd name="connsiteX183" fmla="*/ 316269 w 492475"/>
                  <a:gd name="connsiteY183" fmla="*/ 133285 h 512807"/>
                  <a:gd name="connsiteX184" fmla="*/ 311751 w 492475"/>
                  <a:gd name="connsiteY184" fmla="*/ 133285 h 512807"/>
                  <a:gd name="connsiteX185" fmla="*/ 309492 w 492475"/>
                  <a:gd name="connsiteY185" fmla="*/ 135544 h 512807"/>
                  <a:gd name="connsiteX186" fmla="*/ 304973 w 492475"/>
                  <a:gd name="connsiteY186" fmla="*/ 135544 h 512807"/>
                  <a:gd name="connsiteX187" fmla="*/ 302714 w 492475"/>
                  <a:gd name="connsiteY187" fmla="*/ 137803 h 512807"/>
                  <a:gd name="connsiteX188" fmla="*/ 300455 w 492475"/>
                  <a:gd name="connsiteY188" fmla="*/ 137803 h 512807"/>
                  <a:gd name="connsiteX189" fmla="*/ 298196 w 492475"/>
                  <a:gd name="connsiteY189" fmla="*/ 140062 h 512807"/>
                  <a:gd name="connsiteX190" fmla="*/ 295937 w 492475"/>
                  <a:gd name="connsiteY190" fmla="*/ 140062 h 512807"/>
                  <a:gd name="connsiteX191" fmla="*/ 289160 w 492475"/>
                  <a:gd name="connsiteY191" fmla="*/ 144580 h 512807"/>
                  <a:gd name="connsiteX192" fmla="*/ 284642 w 492475"/>
                  <a:gd name="connsiteY192" fmla="*/ 144580 h 512807"/>
                  <a:gd name="connsiteX193" fmla="*/ 282383 w 492475"/>
                  <a:gd name="connsiteY193" fmla="*/ 146839 h 512807"/>
                  <a:gd name="connsiteX194" fmla="*/ 280124 w 492475"/>
                  <a:gd name="connsiteY194" fmla="*/ 146839 h 512807"/>
                  <a:gd name="connsiteX195" fmla="*/ 277865 w 492475"/>
                  <a:gd name="connsiteY195" fmla="*/ 149098 h 512807"/>
                  <a:gd name="connsiteX196" fmla="*/ 275606 w 492475"/>
                  <a:gd name="connsiteY196" fmla="*/ 149098 h 512807"/>
                  <a:gd name="connsiteX197" fmla="*/ 273347 w 492475"/>
                  <a:gd name="connsiteY197" fmla="*/ 151357 h 512807"/>
                  <a:gd name="connsiteX198" fmla="*/ 266569 w 492475"/>
                  <a:gd name="connsiteY198" fmla="*/ 153616 h 512807"/>
                  <a:gd name="connsiteX199" fmla="*/ 262051 w 492475"/>
                  <a:gd name="connsiteY199" fmla="*/ 158134 h 512807"/>
                  <a:gd name="connsiteX200" fmla="*/ 259792 w 492475"/>
                  <a:gd name="connsiteY200" fmla="*/ 158134 h 512807"/>
                  <a:gd name="connsiteX201" fmla="*/ 257533 w 492475"/>
                  <a:gd name="connsiteY201" fmla="*/ 160393 h 512807"/>
                  <a:gd name="connsiteX202" fmla="*/ 250756 w 492475"/>
                  <a:gd name="connsiteY202" fmla="*/ 162653 h 512807"/>
                  <a:gd name="connsiteX203" fmla="*/ 246238 w 492475"/>
                  <a:gd name="connsiteY203" fmla="*/ 167171 h 512807"/>
                  <a:gd name="connsiteX204" fmla="*/ 239461 w 492475"/>
                  <a:gd name="connsiteY204" fmla="*/ 169430 h 512807"/>
                  <a:gd name="connsiteX205" fmla="*/ 234943 w 492475"/>
                  <a:gd name="connsiteY205" fmla="*/ 173948 h 512807"/>
                  <a:gd name="connsiteX206" fmla="*/ 232683 w 492475"/>
                  <a:gd name="connsiteY206" fmla="*/ 173948 h 512807"/>
                  <a:gd name="connsiteX207" fmla="*/ 228165 w 492475"/>
                  <a:gd name="connsiteY207" fmla="*/ 178466 h 512807"/>
                  <a:gd name="connsiteX208" fmla="*/ 225906 w 492475"/>
                  <a:gd name="connsiteY208" fmla="*/ 178466 h 512807"/>
                  <a:gd name="connsiteX209" fmla="*/ 221388 w 492475"/>
                  <a:gd name="connsiteY209" fmla="*/ 182984 h 512807"/>
                  <a:gd name="connsiteX210" fmla="*/ 219129 w 492475"/>
                  <a:gd name="connsiteY210" fmla="*/ 182984 h 512807"/>
                  <a:gd name="connsiteX211" fmla="*/ 214611 w 492475"/>
                  <a:gd name="connsiteY211" fmla="*/ 187502 h 512807"/>
                  <a:gd name="connsiteX212" fmla="*/ 212352 w 492475"/>
                  <a:gd name="connsiteY212" fmla="*/ 187502 h 512807"/>
                  <a:gd name="connsiteX213" fmla="*/ 205575 w 492475"/>
                  <a:gd name="connsiteY213" fmla="*/ 194279 h 512807"/>
                  <a:gd name="connsiteX214" fmla="*/ 203316 w 492475"/>
                  <a:gd name="connsiteY214" fmla="*/ 194279 h 512807"/>
                  <a:gd name="connsiteX215" fmla="*/ 194279 w 492475"/>
                  <a:gd name="connsiteY215" fmla="*/ 203316 h 512807"/>
                  <a:gd name="connsiteX216" fmla="*/ 192020 w 492475"/>
                  <a:gd name="connsiteY216" fmla="*/ 203316 h 512807"/>
                  <a:gd name="connsiteX217" fmla="*/ 180725 w 492475"/>
                  <a:gd name="connsiteY217" fmla="*/ 214611 h 512807"/>
                  <a:gd name="connsiteX218" fmla="*/ 178466 w 492475"/>
                  <a:gd name="connsiteY218" fmla="*/ 214611 h 512807"/>
                  <a:gd name="connsiteX219" fmla="*/ 137803 w 492475"/>
                  <a:gd name="connsiteY219" fmla="*/ 255274 h 512807"/>
                  <a:gd name="connsiteX220" fmla="*/ 137803 w 492475"/>
                  <a:gd name="connsiteY220" fmla="*/ 257533 h 512807"/>
                  <a:gd name="connsiteX221" fmla="*/ 126508 w 492475"/>
                  <a:gd name="connsiteY221" fmla="*/ 268828 h 512807"/>
                  <a:gd name="connsiteX222" fmla="*/ 126508 w 492475"/>
                  <a:gd name="connsiteY222" fmla="*/ 271088 h 512807"/>
                  <a:gd name="connsiteX223" fmla="*/ 117471 w 492475"/>
                  <a:gd name="connsiteY223" fmla="*/ 280124 h 512807"/>
                  <a:gd name="connsiteX224" fmla="*/ 117471 w 492475"/>
                  <a:gd name="connsiteY224" fmla="*/ 282383 h 512807"/>
                  <a:gd name="connsiteX225" fmla="*/ 110694 w 492475"/>
                  <a:gd name="connsiteY225" fmla="*/ 289160 h 512807"/>
                  <a:gd name="connsiteX226" fmla="*/ 110694 w 492475"/>
                  <a:gd name="connsiteY226" fmla="*/ 291419 h 512807"/>
                  <a:gd name="connsiteX227" fmla="*/ 106176 w 492475"/>
                  <a:gd name="connsiteY227" fmla="*/ 295937 h 512807"/>
                  <a:gd name="connsiteX228" fmla="*/ 106176 w 492475"/>
                  <a:gd name="connsiteY228" fmla="*/ 298196 h 512807"/>
                  <a:gd name="connsiteX229" fmla="*/ 99399 w 492475"/>
                  <a:gd name="connsiteY229" fmla="*/ 304973 h 512807"/>
                  <a:gd name="connsiteX230" fmla="*/ 97140 w 492475"/>
                  <a:gd name="connsiteY230" fmla="*/ 311751 h 512807"/>
                  <a:gd name="connsiteX231" fmla="*/ 92622 w 492475"/>
                  <a:gd name="connsiteY231" fmla="*/ 316269 h 512807"/>
                  <a:gd name="connsiteX232" fmla="*/ 92622 w 492475"/>
                  <a:gd name="connsiteY232" fmla="*/ 318528 h 512807"/>
                  <a:gd name="connsiteX233" fmla="*/ 88103 w 492475"/>
                  <a:gd name="connsiteY233" fmla="*/ 323046 h 512807"/>
                  <a:gd name="connsiteX234" fmla="*/ 85844 w 492475"/>
                  <a:gd name="connsiteY234" fmla="*/ 329823 h 512807"/>
                  <a:gd name="connsiteX235" fmla="*/ 81326 w 492475"/>
                  <a:gd name="connsiteY235" fmla="*/ 334341 h 512807"/>
                  <a:gd name="connsiteX236" fmla="*/ 81326 w 492475"/>
                  <a:gd name="connsiteY236" fmla="*/ 336600 h 512807"/>
                  <a:gd name="connsiteX237" fmla="*/ 79067 w 492475"/>
                  <a:gd name="connsiteY237" fmla="*/ 338859 h 512807"/>
                  <a:gd name="connsiteX238" fmla="*/ 79067 w 492475"/>
                  <a:gd name="connsiteY238" fmla="*/ 341118 h 512807"/>
                  <a:gd name="connsiteX239" fmla="*/ 76808 w 492475"/>
                  <a:gd name="connsiteY239" fmla="*/ 343378 h 512807"/>
                  <a:gd name="connsiteX240" fmla="*/ 76808 w 492475"/>
                  <a:gd name="connsiteY240" fmla="*/ 345637 h 512807"/>
                  <a:gd name="connsiteX241" fmla="*/ 74549 w 492475"/>
                  <a:gd name="connsiteY241" fmla="*/ 347896 h 512807"/>
                  <a:gd name="connsiteX242" fmla="*/ 74549 w 492475"/>
                  <a:gd name="connsiteY242" fmla="*/ 350155 h 512807"/>
                  <a:gd name="connsiteX243" fmla="*/ 72290 w 492475"/>
                  <a:gd name="connsiteY243" fmla="*/ 352414 h 512807"/>
                  <a:gd name="connsiteX244" fmla="*/ 72290 w 492475"/>
                  <a:gd name="connsiteY244" fmla="*/ 354673 h 512807"/>
                  <a:gd name="connsiteX245" fmla="*/ 70031 w 492475"/>
                  <a:gd name="connsiteY245" fmla="*/ 356932 h 512807"/>
                  <a:gd name="connsiteX246" fmla="*/ 70031 w 492475"/>
                  <a:gd name="connsiteY246" fmla="*/ 359191 h 512807"/>
                  <a:gd name="connsiteX247" fmla="*/ 67772 w 492475"/>
                  <a:gd name="connsiteY247" fmla="*/ 361450 h 512807"/>
                  <a:gd name="connsiteX248" fmla="*/ 67772 w 492475"/>
                  <a:gd name="connsiteY248" fmla="*/ 363709 h 512807"/>
                  <a:gd name="connsiteX249" fmla="*/ 65513 w 492475"/>
                  <a:gd name="connsiteY249" fmla="*/ 365968 h 512807"/>
                  <a:gd name="connsiteX250" fmla="*/ 65513 w 492475"/>
                  <a:gd name="connsiteY250" fmla="*/ 368227 h 512807"/>
                  <a:gd name="connsiteX251" fmla="*/ 60995 w 492475"/>
                  <a:gd name="connsiteY251" fmla="*/ 375004 h 512807"/>
                  <a:gd name="connsiteX252" fmla="*/ 60995 w 492475"/>
                  <a:gd name="connsiteY252" fmla="*/ 379523 h 512807"/>
                  <a:gd name="connsiteX253" fmla="*/ 58736 w 492475"/>
                  <a:gd name="connsiteY253" fmla="*/ 381782 h 512807"/>
                  <a:gd name="connsiteX254" fmla="*/ 58736 w 492475"/>
                  <a:gd name="connsiteY254" fmla="*/ 384041 h 512807"/>
                  <a:gd name="connsiteX255" fmla="*/ 56477 w 492475"/>
                  <a:gd name="connsiteY255" fmla="*/ 386300 h 512807"/>
                  <a:gd name="connsiteX256" fmla="*/ 56477 w 492475"/>
                  <a:gd name="connsiteY256" fmla="*/ 390818 h 512807"/>
                  <a:gd name="connsiteX257" fmla="*/ 51958 w 492475"/>
                  <a:gd name="connsiteY257" fmla="*/ 397595 h 512807"/>
                  <a:gd name="connsiteX258" fmla="*/ 51958 w 492475"/>
                  <a:gd name="connsiteY258" fmla="*/ 402113 h 512807"/>
                  <a:gd name="connsiteX259" fmla="*/ 49699 w 492475"/>
                  <a:gd name="connsiteY259" fmla="*/ 404372 h 512807"/>
                  <a:gd name="connsiteX260" fmla="*/ 49699 w 492475"/>
                  <a:gd name="connsiteY260" fmla="*/ 408890 h 512807"/>
                  <a:gd name="connsiteX261" fmla="*/ 47440 w 492475"/>
                  <a:gd name="connsiteY261" fmla="*/ 411149 h 512807"/>
                  <a:gd name="connsiteX262" fmla="*/ 47440 w 492475"/>
                  <a:gd name="connsiteY262" fmla="*/ 415668 h 512807"/>
                  <a:gd name="connsiteX263" fmla="*/ 45181 w 492475"/>
                  <a:gd name="connsiteY263" fmla="*/ 417927 h 512807"/>
                  <a:gd name="connsiteX264" fmla="*/ 45181 w 492475"/>
                  <a:gd name="connsiteY264" fmla="*/ 422445 h 512807"/>
                  <a:gd name="connsiteX265" fmla="*/ 42922 w 492475"/>
                  <a:gd name="connsiteY265" fmla="*/ 424704 h 512807"/>
                  <a:gd name="connsiteX266" fmla="*/ 42922 w 492475"/>
                  <a:gd name="connsiteY266" fmla="*/ 429222 h 512807"/>
                  <a:gd name="connsiteX267" fmla="*/ 40663 w 492475"/>
                  <a:gd name="connsiteY267" fmla="*/ 431481 h 512807"/>
                  <a:gd name="connsiteX268" fmla="*/ 40663 w 492475"/>
                  <a:gd name="connsiteY268" fmla="*/ 438258 h 512807"/>
                  <a:gd name="connsiteX269" fmla="*/ 38404 w 492475"/>
                  <a:gd name="connsiteY269" fmla="*/ 440517 h 512807"/>
                  <a:gd name="connsiteX270" fmla="*/ 38404 w 492475"/>
                  <a:gd name="connsiteY270" fmla="*/ 447294 h 512807"/>
                  <a:gd name="connsiteX271" fmla="*/ 36145 w 492475"/>
                  <a:gd name="connsiteY271" fmla="*/ 449553 h 512807"/>
                  <a:gd name="connsiteX272" fmla="*/ 36145 w 492475"/>
                  <a:gd name="connsiteY272" fmla="*/ 456331 h 512807"/>
                  <a:gd name="connsiteX273" fmla="*/ 33886 w 492475"/>
                  <a:gd name="connsiteY273" fmla="*/ 458590 h 512807"/>
                  <a:gd name="connsiteX274" fmla="*/ 33886 w 492475"/>
                  <a:gd name="connsiteY274" fmla="*/ 467626 h 512807"/>
                  <a:gd name="connsiteX275" fmla="*/ 31627 w 492475"/>
                  <a:gd name="connsiteY275" fmla="*/ 469885 h 512807"/>
                  <a:gd name="connsiteX276" fmla="*/ 31627 w 492475"/>
                  <a:gd name="connsiteY276" fmla="*/ 478921 h 512807"/>
                  <a:gd name="connsiteX277" fmla="*/ 36145 w 492475"/>
                  <a:gd name="connsiteY277" fmla="*/ 483439 h 512807"/>
                  <a:gd name="connsiteX278" fmla="*/ 112953 w 492475"/>
                  <a:gd name="connsiteY278" fmla="*/ 483439 h 512807"/>
                  <a:gd name="connsiteX279" fmla="*/ 117471 w 492475"/>
                  <a:gd name="connsiteY279" fmla="*/ 478921 h 512807"/>
                  <a:gd name="connsiteX280" fmla="*/ 117471 w 492475"/>
                  <a:gd name="connsiteY280" fmla="*/ 476662 h 512807"/>
                  <a:gd name="connsiteX281" fmla="*/ 119730 w 492475"/>
                  <a:gd name="connsiteY281" fmla="*/ 474403 h 512807"/>
                  <a:gd name="connsiteX282" fmla="*/ 119730 w 492475"/>
                  <a:gd name="connsiteY282" fmla="*/ 467626 h 512807"/>
                  <a:gd name="connsiteX283" fmla="*/ 121989 w 492475"/>
                  <a:gd name="connsiteY283" fmla="*/ 465367 h 512807"/>
                  <a:gd name="connsiteX284" fmla="*/ 121989 w 492475"/>
                  <a:gd name="connsiteY284" fmla="*/ 458590 h 512807"/>
                  <a:gd name="connsiteX285" fmla="*/ 124248 w 492475"/>
                  <a:gd name="connsiteY285" fmla="*/ 456331 h 512807"/>
                  <a:gd name="connsiteX286" fmla="*/ 124248 w 492475"/>
                  <a:gd name="connsiteY286" fmla="*/ 449553 h 512807"/>
                  <a:gd name="connsiteX287" fmla="*/ 126508 w 492475"/>
                  <a:gd name="connsiteY287" fmla="*/ 447294 h 512807"/>
                  <a:gd name="connsiteX288" fmla="*/ 126508 w 492475"/>
                  <a:gd name="connsiteY288" fmla="*/ 442776 h 512807"/>
                  <a:gd name="connsiteX289" fmla="*/ 128767 w 492475"/>
                  <a:gd name="connsiteY289" fmla="*/ 440517 h 512807"/>
                  <a:gd name="connsiteX290" fmla="*/ 128767 w 492475"/>
                  <a:gd name="connsiteY290" fmla="*/ 435999 h 512807"/>
                  <a:gd name="connsiteX291" fmla="*/ 131026 w 492475"/>
                  <a:gd name="connsiteY291" fmla="*/ 433740 h 512807"/>
                  <a:gd name="connsiteX292" fmla="*/ 131026 w 492475"/>
                  <a:gd name="connsiteY292" fmla="*/ 429222 h 512807"/>
                  <a:gd name="connsiteX293" fmla="*/ 135544 w 492475"/>
                  <a:gd name="connsiteY293" fmla="*/ 422445 h 512807"/>
                  <a:gd name="connsiteX294" fmla="*/ 135544 w 492475"/>
                  <a:gd name="connsiteY294" fmla="*/ 417927 h 512807"/>
                  <a:gd name="connsiteX295" fmla="*/ 140062 w 492475"/>
                  <a:gd name="connsiteY295" fmla="*/ 411149 h 512807"/>
                  <a:gd name="connsiteX296" fmla="*/ 140062 w 492475"/>
                  <a:gd name="connsiteY296" fmla="*/ 406631 h 512807"/>
                  <a:gd name="connsiteX297" fmla="*/ 142321 w 492475"/>
                  <a:gd name="connsiteY297" fmla="*/ 404372 h 512807"/>
                  <a:gd name="connsiteX298" fmla="*/ 142321 w 492475"/>
                  <a:gd name="connsiteY298" fmla="*/ 402113 h 512807"/>
                  <a:gd name="connsiteX299" fmla="*/ 144580 w 492475"/>
                  <a:gd name="connsiteY299" fmla="*/ 399854 h 512807"/>
                  <a:gd name="connsiteX300" fmla="*/ 144580 w 492475"/>
                  <a:gd name="connsiteY300" fmla="*/ 397595 h 512807"/>
                  <a:gd name="connsiteX301" fmla="*/ 146839 w 492475"/>
                  <a:gd name="connsiteY301" fmla="*/ 395336 h 512807"/>
                  <a:gd name="connsiteX302" fmla="*/ 146839 w 492475"/>
                  <a:gd name="connsiteY302" fmla="*/ 393077 h 512807"/>
                  <a:gd name="connsiteX303" fmla="*/ 149098 w 492475"/>
                  <a:gd name="connsiteY303" fmla="*/ 390818 h 512807"/>
                  <a:gd name="connsiteX304" fmla="*/ 149098 w 492475"/>
                  <a:gd name="connsiteY304" fmla="*/ 388559 h 512807"/>
                  <a:gd name="connsiteX305" fmla="*/ 151357 w 492475"/>
                  <a:gd name="connsiteY305" fmla="*/ 386300 h 512807"/>
                  <a:gd name="connsiteX306" fmla="*/ 153616 w 492475"/>
                  <a:gd name="connsiteY306" fmla="*/ 379523 h 512807"/>
                  <a:gd name="connsiteX307" fmla="*/ 158134 w 492475"/>
                  <a:gd name="connsiteY307" fmla="*/ 375004 h 512807"/>
                  <a:gd name="connsiteX308" fmla="*/ 158134 w 492475"/>
                  <a:gd name="connsiteY308" fmla="*/ 372745 h 512807"/>
                  <a:gd name="connsiteX309" fmla="*/ 160393 w 492475"/>
                  <a:gd name="connsiteY309" fmla="*/ 370486 h 512807"/>
                  <a:gd name="connsiteX310" fmla="*/ 162653 w 492475"/>
                  <a:gd name="connsiteY310" fmla="*/ 363709 h 512807"/>
                  <a:gd name="connsiteX311" fmla="*/ 167171 w 492475"/>
                  <a:gd name="connsiteY311" fmla="*/ 359191 h 512807"/>
                  <a:gd name="connsiteX312" fmla="*/ 167171 w 492475"/>
                  <a:gd name="connsiteY312" fmla="*/ 356932 h 512807"/>
                  <a:gd name="connsiteX313" fmla="*/ 171689 w 492475"/>
                  <a:gd name="connsiteY313" fmla="*/ 352414 h 512807"/>
                  <a:gd name="connsiteX314" fmla="*/ 171689 w 492475"/>
                  <a:gd name="connsiteY314" fmla="*/ 350155 h 512807"/>
                  <a:gd name="connsiteX315" fmla="*/ 176207 w 492475"/>
                  <a:gd name="connsiteY315" fmla="*/ 345637 h 512807"/>
                  <a:gd name="connsiteX316" fmla="*/ 176207 w 492475"/>
                  <a:gd name="connsiteY316" fmla="*/ 343378 h 512807"/>
                  <a:gd name="connsiteX317" fmla="*/ 182984 w 492475"/>
                  <a:gd name="connsiteY317" fmla="*/ 336600 h 512807"/>
                  <a:gd name="connsiteX318" fmla="*/ 182984 w 492475"/>
                  <a:gd name="connsiteY318" fmla="*/ 334341 h 512807"/>
                  <a:gd name="connsiteX319" fmla="*/ 189761 w 492475"/>
                  <a:gd name="connsiteY319" fmla="*/ 327564 h 512807"/>
                  <a:gd name="connsiteX320" fmla="*/ 189761 w 492475"/>
                  <a:gd name="connsiteY320" fmla="*/ 325305 h 512807"/>
                  <a:gd name="connsiteX321" fmla="*/ 198798 w 492475"/>
                  <a:gd name="connsiteY321" fmla="*/ 316269 h 512807"/>
                  <a:gd name="connsiteX322" fmla="*/ 198798 w 492475"/>
                  <a:gd name="connsiteY322" fmla="*/ 314010 h 512807"/>
                  <a:gd name="connsiteX323" fmla="*/ 234943 w 492475"/>
                  <a:gd name="connsiteY323" fmla="*/ 277865 h 512807"/>
                  <a:gd name="connsiteX324" fmla="*/ 237202 w 492475"/>
                  <a:gd name="connsiteY324" fmla="*/ 277865 h 512807"/>
                  <a:gd name="connsiteX325" fmla="*/ 248497 w 492475"/>
                  <a:gd name="connsiteY325" fmla="*/ 266569 h 512807"/>
                  <a:gd name="connsiteX326" fmla="*/ 250756 w 492475"/>
                  <a:gd name="connsiteY326" fmla="*/ 266569 h 512807"/>
                  <a:gd name="connsiteX327" fmla="*/ 257533 w 492475"/>
                  <a:gd name="connsiteY327" fmla="*/ 259792 h 512807"/>
                  <a:gd name="connsiteX328" fmla="*/ 259792 w 492475"/>
                  <a:gd name="connsiteY328" fmla="*/ 259792 h 512807"/>
                  <a:gd name="connsiteX329" fmla="*/ 264310 w 492475"/>
                  <a:gd name="connsiteY329" fmla="*/ 255274 h 512807"/>
                  <a:gd name="connsiteX330" fmla="*/ 266569 w 492475"/>
                  <a:gd name="connsiteY330" fmla="*/ 255274 h 512807"/>
                  <a:gd name="connsiteX331" fmla="*/ 273347 w 492475"/>
                  <a:gd name="connsiteY331" fmla="*/ 248497 h 512807"/>
                  <a:gd name="connsiteX332" fmla="*/ 280124 w 492475"/>
                  <a:gd name="connsiteY332" fmla="*/ 246238 h 512807"/>
                  <a:gd name="connsiteX333" fmla="*/ 291419 w 492475"/>
                  <a:gd name="connsiteY333" fmla="*/ 237202 h 512807"/>
                  <a:gd name="connsiteX334" fmla="*/ 293678 w 492475"/>
                  <a:gd name="connsiteY334" fmla="*/ 237202 h 512807"/>
                  <a:gd name="connsiteX335" fmla="*/ 295937 w 492475"/>
                  <a:gd name="connsiteY335" fmla="*/ 234943 h 512807"/>
                  <a:gd name="connsiteX336" fmla="*/ 298196 w 492475"/>
                  <a:gd name="connsiteY336" fmla="*/ 234943 h 512807"/>
                  <a:gd name="connsiteX337" fmla="*/ 300455 w 492475"/>
                  <a:gd name="connsiteY337" fmla="*/ 232683 h 512807"/>
                  <a:gd name="connsiteX338" fmla="*/ 302714 w 492475"/>
                  <a:gd name="connsiteY338" fmla="*/ 232683 h 512807"/>
                  <a:gd name="connsiteX339" fmla="*/ 304973 w 492475"/>
                  <a:gd name="connsiteY339" fmla="*/ 230424 h 512807"/>
                  <a:gd name="connsiteX340" fmla="*/ 307233 w 492475"/>
                  <a:gd name="connsiteY340" fmla="*/ 230424 h 512807"/>
                  <a:gd name="connsiteX341" fmla="*/ 314010 w 492475"/>
                  <a:gd name="connsiteY341" fmla="*/ 225906 h 512807"/>
                  <a:gd name="connsiteX342" fmla="*/ 323046 w 492475"/>
                  <a:gd name="connsiteY342" fmla="*/ 225906 h 512807"/>
                  <a:gd name="connsiteX343" fmla="*/ 329823 w 492475"/>
                  <a:gd name="connsiteY343" fmla="*/ 230424 h 512807"/>
                  <a:gd name="connsiteX344" fmla="*/ 329823 w 492475"/>
                  <a:gd name="connsiteY344" fmla="*/ 232683 h 512807"/>
                  <a:gd name="connsiteX345" fmla="*/ 332082 w 492475"/>
                  <a:gd name="connsiteY345" fmla="*/ 234943 h 512807"/>
                  <a:gd name="connsiteX346" fmla="*/ 332082 w 492475"/>
                  <a:gd name="connsiteY346" fmla="*/ 309492 h 512807"/>
                  <a:gd name="connsiteX347" fmla="*/ 336600 w 492475"/>
                  <a:gd name="connsiteY347" fmla="*/ 314010 h 512807"/>
                  <a:gd name="connsiteX348" fmla="*/ 350155 w 492475"/>
                  <a:gd name="connsiteY348" fmla="*/ 300455 h 512807"/>
                  <a:gd name="connsiteX349" fmla="*/ 350155 w 492475"/>
                  <a:gd name="connsiteY349" fmla="*/ 298196 h 512807"/>
                  <a:gd name="connsiteX350" fmla="*/ 379523 w 492475"/>
                  <a:gd name="connsiteY350" fmla="*/ 268828 h 512807"/>
                  <a:gd name="connsiteX351" fmla="*/ 379523 w 492475"/>
                  <a:gd name="connsiteY351" fmla="*/ 266569 h 512807"/>
                  <a:gd name="connsiteX352" fmla="*/ 408890 w 492475"/>
                  <a:gd name="connsiteY352" fmla="*/ 237202 h 512807"/>
                  <a:gd name="connsiteX353" fmla="*/ 408890 w 492475"/>
                  <a:gd name="connsiteY353" fmla="*/ 234943 h 512807"/>
                  <a:gd name="connsiteX354" fmla="*/ 440517 w 492475"/>
                  <a:gd name="connsiteY354" fmla="*/ 203316 h 512807"/>
                  <a:gd name="connsiteX355" fmla="*/ 440517 w 492475"/>
                  <a:gd name="connsiteY355" fmla="*/ 201057 h 512807"/>
                  <a:gd name="connsiteX356" fmla="*/ 456331 w 492475"/>
                  <a:gd name="connsiteY356" fmla="*/ 185243 h 512807"/>
                  <a:gd name="connsiteX357" fmla="*/ 456331 w 492475"/>
                  <a:gd name="connsiteY357" fmla="*/ 182984 h 512807"/>
                  <a:gd name="connsiteX358" fmla="*/ 442776 w 492475"/>
                  <a:gd name="connsiteY358" fmla="*/ 169430 h 512807"/>
                  <a:gd name="connsiteX359" fmla="*/ 442776 w 492475"/>
                  <a:gd name="connsiteY359" fmla="*/ 167171 h 512807"/>
                  <a:gd name="connsiteX360" fmla="*/ 413408 w 492475"/>
                  <a:gd name="connsiteY360" fmla="*/ 137803 h 512807"/>
                  <a:gd name="connsiteX361" fmla="*/ 413408 w 492475"/>
                  <a:gd name="connsiteY361" fmla="*/ 135544 h 512807"/>
                  <a:gd name="connsiteX362" fmla="*/ 384041 w 492475"/>
                  <a:gd name="connsiteY362" fmla="*/ 106176 h 512807"/>
                  <a:gd name="connsiteX363" fmla="*/ 384041 w 492475"/>
                  <a:gd name="connsiteY363" fmla="*/ 103917 h 512807"/>
                  <a:gd name="connsiteX364" fmla="*/ 354673 w 492475"/>
                  <a:gd name="connsiteY364" fmla="*/ 74549 h 512807"/>
                  <a:gd name="connsiteX365" fmla="*/ 354673 w 492475"/>
                  <a:gd name="connsiteY365" fmla="*/ 72290 h 512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</a:cxnLst>
                <a:rect l="l" t="t" r="r" b="b"/>
                <a:pathLst>
                  <a:path w="492475" h="512807">
                    <a:moveTo>
                      <a:pt x="329823" y="2259"/>
                    </a:moveTo>
                    <a:lnTo>
                      <a:pt x="327564" y="2259"/>
                    </a:lnTo>
                    <a:lnTo>
                      <a:pt x="325305" y="0"/>
                    </a:lnTo>
                    <a:lnTo>
                      <a:pt x="311751" y="0"/>
                    </a:lnTo>
                    <a:lnTo>
                      <a:pt x="309492" y="2259"/>
                    </a:lnTo>
                    <a:lnTo>
                      <a:pt x="307233" y="2259"/>
                    </a:lnTo>
                    <a:lnTo>
                      <a:pt x="307233" y="4518"/>
                    </a:lnTo>
                    <a:lnTo>
                      <a:pt x="302714" y="11295"/>
                    </a:lnTo>
                    <a:lnTo>
                      <a:pt x="302714" y="103917"/>
                    </a:lnTo>
                    <a:lnTo>
                      <a:pt x="298196" y="108435"/>
                    </a:lnTo>
                    <a:lnTo>
                      <a:pt x="293678" y="108435"/>
                    </a:lnTo>
                    <a:lnTo>
                      <a:pt x="282383" y="115212"/>
                    </a:lnTo>
                    <a:lnTo>
                      <a:pt x="277865" y="115212"/>
                    </a:lnTo>
                    <a:lnTo>
                      <a:pt x="275606" y="117471"/>
                    </a:lnTo>
                    <a:lnTo>
                      <a:pt x="273347" y="117471"/>
                    </a:lnTo>
                    <a:lnTo>
                      <a:pt x="271088" y="119730"/>
                    </a:lnTo>
                    <a:lnTo>
                      <a:pt x="268828" y="119730"/>
                    </a:lnTo>
                    <a:lnTo>
                      <a:pt x="266569" y="121989"/>
                    </a:lnTo>
                    <a:lnTo>
                      <a:pt x="264310" y="121989"/>
                    </a:lnTo>
                    <a:lnTo>
                      <a:pt x="262051" y="124248"/>
                    </a:lnTo>
                    <a:lnTo>
                      <a:pt x="259792" y="124248"/>
                    </a:lnTo>
                    <a:lnTo>
                      <a:pt x="257533" y="126508"/>
                    </a:lnTo>
                    <a:lnTo>
                      <a:pt x="246238" y="131026"/>
                    </a:lnTo>
                    <a:lnTo>
                      <a:pt x="241720" y="135544"/>
                    </a:lnTo>
                    <a:lnTo>
                      <a:pt x="230424" y="140062"/>
                    </a:lnTo>
                    <a:lnTo>
                      <a:pt x="225906" y="144580"/>
                    </a:lnTo>
                    <a:lnTo>
                      <a:pt x="219129" y="146839"/>
                    </a:lnTo>
                    <a:lnTo>
                      <a:pt x="214611" y="151357"/>
                    </a:lnTo>
                    <a:lnTo>
                      <a:pt x="212352" y="151357"/>
                    </a:lnTo>
                    <a:lnTo>
                      <a:pt x="207834" y="155875"/>
                    </a:lnTo>
                    <a:lnTo>
                      <a:pt x="205575" y="155875"/>
                    </a:lnTo>
                    <a:lnTo>
                      <a:pt x="201057" y="160393"/>
                    </a:lnTo>
                    <a:lnTo>
                      <a:pt x="198798" y="160393"/>
                    </a:lnTo>
                    <a:lnTo>
                      <a:pt x="192020" y="167171"/>
                    </a:lnTo>
                    <a:lnTo>
                      <a:pt x="189761" y="167171"/>
                    </a:lnTo>
                    <a:lnTo>
                      <a:pt x="182984" y="173948"/>
                    </a:lnTo>
                    <a:lnTo>
                      <a:pt x="180725" y="173948"/>
                    </a:lnTo>
                    <a:lnTo>
                      <a:pt x="171689" y="182984"/>
                    </a:lnTo>
                    <a:lnTo>
                      <a:pt x="169430" y="182984"/>
                    </a:lnTo>
                    <a:lnTo>
                      <a:pt x="158134" y="194279"/>
                    </a:lnTo>
                    <a:lnTo>
                      <a:pt x="155875" y="194279"/>
                    </a:lnTo>
                    <a:lnTo>
                      <a:pt x="117471" y="232683"/>
                    </a:lnTo>
                    <a:lnTo>
                      <a:pt x="117471" y="234943"/>
                    </a:lnTo>
                    <a:lnTo>
                      <a:pt x="103917" y="248497"/>
                    </a:lnTo>
                    <a:lnTo>
                      <a:pt x="103917" y="250756"/>
                    </a:lnTo>
                    <a:lnTo>
                      <a:pt x="94881" y="259792"/>
                    </a:lnTo>
                    <a:lnTo>
                      <a:pt x="94881" y="262051"/>
                    </a:lnTo>
                    <a:lnTo>
                      <a:pt x="88103" y="268828"/>
                    </a:lnTo>
                    <a:lnTo>
                      <a:pt x="88103" y="271088"/>
                    </a:lnTo>
                    <a:lnTo>
                      <a:pt x="83585" y="275606"/>
                    </a:lnTo>
                    <a:lnTo>
                      <a:pt x="83585" y="277865"/>
                    </a:lnTo>
                    <a:lnTo>
                      <a:pt x="72290" y="291419"/>
                    </a:lnTo>
                    <a:lnTo>
                      <a:pt x="70031" y="298196"/>
                    </a:lnTo>
                    <a:lnTo>
                      <a:pt x="65513" y="302714"/>
                    </a:lnTo>
                    <a:lnTo>
                      <a:pt x="63254" y="309492"/>
                    </a:lnTo>
                    <a:lnTo>
                      <a:pt x="58736" y="314010"/>
                    </a:lnTo>
                    <a:lnTo>
                      <a:pt x="58736" y="316269"/>
                    </a:lnTo>
                    <a:lnTo>
                      <a:pt x="56477" y="318528"/>
                    </a:lnTo>
                    <a:lnTo>
                      <a:pt x="51958" y="329823"/>
                    </a:lnTo>
                    <a:lnTo>
                      <a:pt x="47440" y="334341"/>
                    </a:lnTo>
                    <a:lnTo>
                      <a:pt x="47440" y="336600"/>
                    </a:lnTo>
                    <a:lnTo>
                      <a:pt x="40663" y="347896"/>
                    </a:lnTo>
                    <a:lnTo>
                      <a:pt x="40663" y="352414"/>
                    </a:lnTo>
                    <a:lnTo>
                      <a:pt x="31627" y="368227"/>
                    </a:lnTo>
                    <a:lnTo>
                      <a:pt x="31627" y="372745"/>
                    </a:lnTo>
                    <a:lnTo>
                      <a:pt x="27109" y="379523"/>
                    </a:lnTo>
                    <a:lnTo>
                      <a:pt x="27109" y="384041"/>
                    </a:lnTo>
                    <a:lnTo>
                      <a:pt x="24850" y="386300"/>
                    </a:lnTo>
                    <a:lnTo>
                      <a:pt x="24850" y="390818"/>
                    </a:lnTo>
                    <a:lnTo>
                      <a:pt x="22591" y="393077"/>
                    </a:lnTo>
                    <a:lnTo>
                      <a:pt x="22591" y="397595"/>
                    </a:lnTo>
                    <a:lnTo>
                      <a:pt x="20332" y="399854"/>
                    </a:lnTo>
                    <a:lnTo>
                      <a:pt x="20332" y="404372"/>
                    </a:lnTo>
                    <a:lnTo>
                      <a:pt x="18073" y="406631"/>
                    </a:lnTo>
                    <a:lnTo>
                      <a:pt x="18073" y="411149"/>
                    </a:lnTo>
                    <a:lnTo>
                      <a:pt x="15813" y="413408"/>
                    </a:lnTo>
                    <a:lnTo>
                      <a:pt x="15813" y="417927"/>
                    </a:lnTo>
                    <a:lnTo>
                      <a:pt x="13554" y="420186"/>
                    </a:lnTo>
                    <a:lnTo>
                      <a:pt x="13554" y="426963"/>
                    </a:lnTo>
                    <a:lnTo>
                      <a:pt x="11295" y="429222"/>
                    </a:lnTo>
                    <a:lnTo>
                      <a:pt x="11295" y="433740"/>
                    </a:lnTo>
                    <a:lnTo>
                      <a:pt x="9036" y="435999"/>
                    </a:lnTo>
                    <a:lnTo>
                      <a:pt x="9036" y="442776"/>
                    </a:lnTo>
                    <a:lnTo>
                      <a:pt x="6777" y="445035"/>
                    </a:lnTo>
                    <a:lnTo>
                      <a:pt x="6777" y="454072"/>
                    </a:lnTo>
                    <a:lnTo>
                      <a:pt x="4518" y="456331"/>
                    </a:lnTo>
                    <a:lnTo>
                      <a:pt x="4518" y="465367"/>
                    </a:lnTo>
                    <a:lnTo>
                      <a:pt x="2259" y="467626"/>
                    </a:lnTo>
                    <a:lnTo>
                      <a:pt x="2259" y="478921"/>
                    </a:lnTo>
                    <a:lnTo>
                      <a:pt x="0" y="481180"/>
                    </a:lnTo>
                    <a:lnTo>
                      <a:pt x="0" y="503771"/>
                    </a:lnTo>
                    <a:lnTo>
                      <a:pt x="6777" y="510548"/>
                    </a:lnTo>
                    <a:lnTo>
                      <a:pt x="11295" y="510548"/>
                    </a:lnTo>
                    <a:lnTo>
                      <a:pt x="13554" y="512807"/>
                    </a:lnTo>
                    <a:lnTo>
                      <a:pt x="131026" y="512807"/>
                    </a:lnTo>
                    <a:lnTo>
                      <a:pt x="133285" y="510548"/>
                    </a:lnTo>
                    <a:lnTo>
                      <a:pt x="140062" y="508289"/>
                    </a:lnTo>
                    <a:lnTo>
                      <a:pt x="140062" y="506030"/>
                    </a:lnTo>
                    <a:lnTo>
                      <a:pt x="144580" y="499253"/>
                    </a:lnTo>
                    <a:lnTo>
                      <a:pt x="144580" y="490217"/>
                    </a:lnTo>
                    <a:lnTo>
                      <a:pt x="146839" y="487958"/>
                    </a:lnTo>
                    <a:lnTo>
                      <a:pt x="146839" y="478921"/>
                    </a:lnTo>
                    <a:lnTo>
                      <a:pt x="149098" y="476662"/>
                    </a:lnTo>
                    <a:lnTo>
                      <a:pt x="149098" y="469885"/>
                    </a:lnTo>
                    <a:lnTo>
                      <a:pt x="151357" y="467626"/>
                    </a:lnTo>
                    <a:lnTo>
                      <a:pt x="151357" y="460849"/>
                    </a:lnTo>
                    <a:lnTo>
                      <a:pt x="153616" y="458590"/>
                    </a:lnTo>
                    <a:lnTo>
                      <a:pt x="153616" y="454072"/>
                    </a:lnTo>
                    <a:lnTo>
                      <a:pt x="155875" y="451813"/>
                    </a:lnTo>
                    <a:lnTo>
                      <a:pt x="155875" y="447294"/>
                    </a:lnTo>
                    <a:lnTo>
                      <a:pt x="158134" y="445035"/>
                    </a:lnTo>
                    <a:lnTo>
                      <a:pt x="158134" y="440517"/>
                    </a:lnTo>
                    <a:lnTo>
                      <a:pt x="162653" y="433740"/>
                    </a:lnTo>
                    <a:lnTo>
                      <a:pt x="162653" y="429222"/>
                    </a:lnTo>
                    <a:lnTo>
                      <a:pt x="167171" y="422445"/>
                    </a:lnTo>
                    <a:lnTo>
                      <a:pt x="167171" y="417927"/>
                    </a:lnTo>
                    <a:lnTo>
                      <a:pt x="169430" y="415668"/>
                    </a:lnTo>
                    <a:lnTo>
                      <a:pt x="169430" y="413408"/>
                    </a:lnTo>
                    <a:lnTo>
                      <a:pt x="171689" y="411149"/>
                    </a:lnTo>
                    <a:lnTo>
                      <a:pt x="171689" y="408890"/>
                    </a:lnTo>
                    <a:lnTo>
                      <a:pt x="173948" y="406631"/>
                    </a:lnTo>
                    <a:lnTo>
                      <a:pt x="178466" y="395336"/>
                    </a:lnTo>
                    <a:lnTo>
                      <a:pt x="182984" y="390818"/>
                    </a:lnTo>
                    <a:lnTo>
                      <a:pt x="187502" y="379523"/>
                    </a:lnTo>
                    <a:lnTo>
                      <a:pt x="192020" y="375004"/>
                    </a:lnTo>
                    <a:lnTo>
                      <a:pt x="192020" y="372745"/>
                    </a:lnTo>
                    <a:lnTo>
                      <a:pt x="196538" y="368227"/>
                    </a:lnTo>
                    <a:lnTo>
                      <a:pt x="196538" y="365968"/>
                    </a:lnTo>
                    <a:lnTo>
                      <a:pt x="201057" y="361450"/>
                    </a:lnTo>
                    <a:lnTo>
                      <a:pt x="201057" y="359191"/>
                    </a:lnTo>
                    <a:lnTo>
                      <a:pt x="216870" y="341118"/>
                    </a:lnTo>
                    <a:lnTo>
                      <a:pt x="216870" y="338859"/>
                    </a:lnTo>
                    <a:lnTo>
                      <a:pt x="259792" y="295937"/>
                    </a:lnTo>
                    <a:lnTo>
                      <a:pt x="262051" y="295937"/>
                    </a:lnTo>
                    <a:lnTo>
                      <a:pt x="273347" y="284642"/>
                    </a:lnTo>
                    <a:lnTo>
                      <a:pt x="275606" y="284642"/>
                    </a:lnTo>
                    <a:lnTo>
                      <a:pt x="280124" y="280124"/>
                    </a:lnTo>
                    <a:lnTo>
                      <a:pt x="282383" y="280124"/>
                    </a:lnTo>
                    <a:lnTo>
                      <a:pt x="289160" y="273347"/>
                    </a:lnTo>
                    <a:lnTo>
                      <a:pt x="291419" y="273347"/>
                    </a:lnTo>
                    <a:lnTo>
                      <a:pt x="298196" y="268828"/>
                    </a:lnTo>
                    <a:lnTo>
                      <a:pt x="302714" y="273347"/>
                    </a:lnTo>
                    <a:lnTo>
                      <a:pt x="302714" y="356932"/>
                    </a:lnTo>
                    <a:lnTo>
                      <a:pt x="304973" y="359191"/>
                    </a:lnTo>
                    <a:lnTo>
                      <a:pt x="304973" y="361450"/>
                    </a:lnTo>
                    <a:lnTo>
                      <a:pt x="311751" y="368227"/>
                    </a:lnTo>
                    <a:lnTo>
                      <a:pt x="325305" y="368227"/>
                    </a:lnTo>
                    <a:lnTo>
                      <a:pt x="329823" y="363709"/>
                    </a:lnTo>
                    <a:lnTo>
                      <a:pt x="332082" y="363709"/>
                    </a:lnTo>
                    <a:lnTo>
                      <a:pt x="332082" y="361450"/>
                    </a:lnTo>
                    <a:lnTo>
                      <a:pt x="361450" y="332082"/>
                    </a:lnTo>
                    <a:lnTo>
                      <a:pt x="361450" y="329823"/>
                    </a:lnTo>
                    <a:lnTo>
                      <a:pt x="390818" y="300455"/>
                    </a:lnTo>
                    <a:lnTo>
                      <a:pt x="390818" y="298196"/>
                    </a:lnTo>
                    <a:lnTo>
                      <a:pt x="420186" y="268828"/>
                    </a:lnTo>
                    <a:lnTo>
                      <a:pt x="420186" y="266569"/>
                    </a:lnTo>
                    <a:lnTo>
                      <a:pt x="451813" y="234943"/>
                    </a:lnTo>
                    <a:lnTo>
                      <a:pt x="451813" y="232683"/>
                    </a:lnTo>
                    <a:lnTo>
                      <a:pt x="481180" y="203316"/>
                    </a:lnTo>
                    <a:lnTo>
                      <a:pt x="481180" y="201057"/>
                    </a:lnTo>
                    <a:lnTo>
                      <a:pt x="490217" y="192020"/>
                    </a:lnTo>
                    <a:lnTo>
                      <a:pt x="490217" y="189761"/>
                    </a:lnTo>
                    <a:lnTo>
                      <a:pt x="492476" y="187502"/>
                    </a:lnTo>
                    <a:lnTo>
                      <a:pt x="492476" y="180725"/>
                    </a:lnTo>
                    <a:lnTo>
                      <a:pt x="490217" y="178466"/>
                    </a:lnTo>
                    <a:lnTo>
                      <a:pt x="490217" y="176207"/>
                    </a:lnTo>
                    <a:lnTo>
                      <a:pt x="485698" y="171689"/>
                    </a:lnTo>
                    <a:lnTo>
                      <a:pt x="485698" y="169430"/>
                    </a:lnTo>
                    <a:lnTo>
                      <a:pt x="454072" y="137803"/>
                    </a:lnTo>
                    <a:lnTo>
                      <a:pt x="454072" y="135544"/>
                    </a:lnTo>
                    <a:lnTo>
                      <a:pt x="424704" y="106176"/>
                    </a:lnTo>
                    <a:lnTo>
                      <a:pt x="424704" y="103917"/>
                    </a:lnTo>
                    <a:lnTo>
                      <a:pt x="395336" y="74549"/>
                    </a:lnTo>
                    <a:lnTo>
                      <a:pt x="395336" y="72290"/>
                    </a:lnTo>
                    <a:lnTo>
                      <a:pt x="365968" y="42922"/>
                    </a:lnTo>
                    <a:lnTo>
                      <a:pt x="365968" y="40663"/>
                    </a:lnTo>
                    <a:lnTo>
                      <a:pt x="334341" y="9036"/>
                    </a:lnTo>
                    <a:lnTo>
                      <a:pt x="334341" y="6777"/>
                    </a:lnTo>
                    <a:close/>
                    <a:moveTo>
                      <a:pt x="336600" y="54218"/>
                    </a:moveTo>
                    <a:lnTo>
                      <a:pt x="332082" y="58736"/>
                    </a:lnTo>
                    <a:lnTo>
                      <a:pt x="332082" y="121989"/>
                    </a:lnTo>
                    <a:lnTo>
                      <a:pt x="325305" y="128767"/>
                    </a:lnTo>
                    <a:lnTo>
                      <a:pt x="323046" y="128767"/>
                    </a:lnTo>
                    <a:lnTo>
                      <a:pt x="316269" y="133285"/>
                    </a:lnTo>
                    <a:lnTo>
                      <a:pt x="311751" y="133285"/>
                    </a:lnTo>
                    <a:lnTo>
                      <a:pt x="309492" y="135544"/>
                    </a:lnTo>
                    <a:lnTo>
                      <a:pt x="304973" y="135544"/>
                    </a:lnTo>
                    <a:lnTo>
                      <a:pt x="302714" y="137803"/>
                    </a:lnTo>
                    <a:lnTo>
                      <a:pt x="300455" y="137803"/>
                    </a:lnTo>
                    <a:lnTo>
                      <a:pt x="298196" y="140062"/>
                    </a:lnTo>
                    <a:lnTo>
                      <a:pt x="295937" y="140062"/>
                    </a:lnTo>
                    <a:lnTo>
                      <a:pt x="289160" y="144580"/>
                    </a:lnTo>
                    <a:lnTo>
                      <a:pt x="284642" y="144580"/>
                    </a:lnTo>
                    <a:lnTo>
                      <a:pt x="282383" y="146839"/>
                    </a:lnTo>
                    <a:lnTo>
                      <a:pt x="280124" y="146839"/>
                    </a:lnTo>
                    <a:lnTo>
                      <a:pt x="277865" y="149098"/>
                    </a:lnTo>
                    <a:lnTo>
                      <a:pt x="275606" y="149098"/>
                    </a:lnTo>
                    <a:lnTo>
                      <a:pt x="273347" y="151357"/>
                    </a:lnTo>
                    <a:lnTo>
                      <a:pt x="266569" y="153616"/>
                    </a:lnTo>
                    <a:lnTo>
                      <a:pt x="262051" y="158134"/>
                    </a:lnTo>
                    <a:lnTo>
                      <a:pt x="259792" y="158134"/>
                    </a:lnTo>
                    <a:lnTo>
                      <a:pt x="257533" y="160393"/>
                    </a:lnTo>
                    <a:lnTo>
                      <a:pt x="250756" y="162653"/>
                    </a:lnTo>
                    <a:lnTo>
                      <a:pt x="246238" y="167171"/>
                    </a:lnTo>
                    <a:lnTo>
                      <a:pt x="239461" y="169430"/>
                    </a:lnTo>
                    <a:lnTo>
                      <a:pt x="234943" y="173948"/>
                    </a:lnTo>
                    <a:lnTo>
                      <a:pt x="232683" y="173948"/>
                    </a:lnTo>
                    <a:lnTo>
                      <a:pt x="228165" y="178466"/>
                    </a:lnTo>
                    <a:lnTo>
                      <a:pt x="225906" y="178466"/>
                    </a:lnTo>
                    <a:lnTo>
                      <a:pt x="221388" y="182984"/>
                    </a:lnTo>
                    <a:lnTo>
                      <a:pt x="219129" y="182984"/>
                    </a:lnTo>
                    <a:lnTo>
                      <a:pt x="214611" y="187502"/>
                    </a:lnTo>
                    <a:lnTo>
                      <a:pt x="212352" y="187502"/>
                    </a:lnTo>
                    <a:lnTo>
                      <a:pt x="205575" y="194279"/>
                    </a:lnTo>
                    <a:lnTo>
                      <a:pt x="203316" y="194279"/>
                    </a:lnTo>
                    <a:lnTo>
                      <a:pt x="194279" y="203316"/>
                    </a:lnTo>
                    <a:lnTo>
                      <a:pt x="192020" y="203316"/>
                    </a:lnTo>
                    <a:lnTo>
                      <a:pt x="180725" y="214611"/>
                    </a:lnTo>
                    <a:lnTo>
                      <a:pt x="178466" y="214611"/>
                    </a:lnTo>
                    <a:lnTo>
                      <a:pt x="137803" y="255274"/>
                    </a:lnTo>
                    <a:lnTo>
                      <a:pt x="137803" y="257533"/>
                    </a:lnTo>
                    <a:lnTo>
                      <a:pt x="126508" y="268828"/>
                    </a:lnTo>
                    <a:lnTo>
                      <a:pt x="126508" y="271088"/>
                    </a:lnTo>
                    <a:lnTo>
                      <a:pt x="117471" y="280124"/>
                    </a:lnTo>
                    <a:lnTo>
                      <a:pt x="117471" y="282383"/>
                    </a:lnTo>
                    <a:lnTo>
                      <a:pt x="110694" y="289160"/>
                    </a:lnTo>
                    <a:lnTo>
                      <a:pt x="110694" y="291419"/>
                    </a:lnTo>
                    <a:lnTo>
                      <a:pt x="106176" y="295937"/>
                    </a:lnTo>
                    <a:lnTo>
                      <a:pt x="106176" y="298196"/>
                    </a:lnTo>
                    <a:lnTo>
                      <a:pt x="99399" y="304973"/>
                    </a:lnTo>
                    <a:lnTo>
                      <a:pt x="97140" y="311751"/>
                    </a:lnTo>
                    <a:lnTo>
                      <a:pt x="92622" y="316269"/>
                    </a:lnTo>
                    <a:lnTo>
                      <a:pt x="92622" y="318528"/>
                    </a:lnTo>
                    <a:lnTo>
                      <a:pt x="88103" y="323046"/>
                    </a:lnTo>
                    <a:lnTo>
                      <a:pt x="85844" y="329823"/>
                    </a:lnTo>
                    <a:lnTo>
                      <a:pt x="81326" y="334341"/>
                    </a:lnTo>
                    <a:lnTo>
                      <a:pt x="81326" y="336600"/>
                    </a:lnTo>
                    <a:lnTo>
                      <a:pt x="79067" y="338859"/>
                    </a:lnTo>
                    <a:lnTo>
                      <a:pt x="79067" y="341118"/>
                    </a:lnTo>
                    <a:lnTo>
                      <a:pt x="76808" y="343378"/>
                    </a:lnTo>
                    <a:lnTo>
                      <a:pt x="76808" y="345637"/>
                    </a:lnTo>
                    <a:lnTo>
                      <a:pt x="74549" y="347896"/>
                    </a:lnTo>
                    <a:lnTo>
                      <a:pt x="74549" y="350155"/>
                    </a:lnTo>
                    <a:lnTo>
                      <a:pt x="72290" y="352414"/>
                    </a:lnTo>
                    <a:lnTo>
                      <a:pt x="72290" y="354673"/>
                    </a:lnTo>
                    <a:lnTo>
                      <a:pt x="70031" y="356932"/>
                    </a:lnTo>
                    <a:lnTo>
                      <a:pt x="70031" y="359191"/>
                    </a:lnTo>
                    <a:lnTo>
                      <a:pt x="67772" y="361450"/>
                    </a:lnTo>
                    <a:lnTo>
                      <a:pt x="67772" y="363709"/>
                    </a:lnTo>
                    <a:lnTo>
                      <a:pt x="65513" y="365968"/>
                    </a:lnTo>
                    <a:lnTo>
                      <a:pt x="65513" y="368227"/>
                    </a:lnTo>
                    <a:lnTo>
                      <a:pt x="60995" y="375004"/>
                    </a:lnTo>
                    <a:lnTo>
                      <a:pt x="60995" y="379523"/>
                    </a:lnTo>
                    <a:lnTo>
                      <a:pt x="58736" y="381782"/>
                    </a:lnTo>
                    <a:lnTo>
                      <a:pt x="58736" y="384041"/>
                    </a:lnTo>
                    <a:lnTo>
                      <a:pt x="56477" y="386300"/>
                    </a:lnTo>
                    <a:lnTo>
                      <a:pt x="56477" y="390818"/>
                    </a:lnTo>
                    <a:lnTo>
                      <a:pt x="51958" y="397595"/>
                    </a:lnTo>
                    <a:lnTo>
                      <a:pt x="51958" y="402113"/>
                    </a:lnTo>
                    <a:lnTo>
                      <a:pt x="49699" y="404372"/>
                    </a:lnTo>
                    <a:lnTo>
                      <a:pt x="49699" y="408890"/>
                    </a:lnTo>
                    <a:lnTo>
                      <a:pt x="47440" y="411149"/>
                    </a:lnTo>
                    <a:lnTo>
                      <a:pt x="47440" y="415668"/>
                    </a:lnTo>
                    <a:lnTo>
                      <a:pt x="45181" y="417927"/>
                    </a:lnTo>
                    <a:lnTo>
                      <a:pt x="45181" y="422445"/>
                    </a:lnTo>
                    <a:lnTo>
                      <a:pt x="42922" y="424704"/>
                    </a:lnTo>
                    <a:lnTo>
                      <a:pt x="42922" y="429222"/>
                    </a:lnTo>
                    <a:lnTo>
                      <a:pt x="40663" y="431481"/>
                    </a:lnTo>
                    <a:lnTo>
                      <a:pt x="40663" y="438258"/>
                    </a:lnTo>
                    <a:lnTo>
                      <a:pt x="38404" y="440517"/>
                    </a:lnTo>
                    <a:lnTo>
                      <a:pt x="38404" y="447294"/>
                    </a:lnTo>
                    <a:lnTo>
                      <a:pt x="36145" y="449553"/>
                    </a:lnTo>
                    <a:lnTo>
                      <a:pt x="36145" y="456331"/>
                    </a:lnTo>
                    <a:lnTo>
                      <a:pt x="33886" y="458590"/>
                    </a:lnTo>
                    <a:lnTo>
                      <a:pt x="33886" y="467626"/>
                    </a:lnTo>
                    <a:lnTo>
                      <a:pt x="31627" y="469885"/>
                    </a:lnTo>
                    <a:lnTo>
                      <a:pt x="31627" y="478921"/>
                    </a:lnTo>
                    <a:lnTo>
                      <a:pt x="36145" y="483439"/>
                    </a:lnTo>
                    <a:lnTo>
                      <a:pt x="112953" y="483439"/>
                    </a:lnTo>
                    <a:lnTo>
                      <a:pt x="117471" y="478921"/>
                    </a:lnTo>
                    <a:lnTo>
                      <a:pt x="117471" y="476662"/>
                    </a:lnTo>
                    <a:lnTo>
                      <a:pt x="119730" y="474403"/>
                    </a:lnTo>
                    <a:lnTo>
                      <a:pt x="119730" y="467626"/>
                    </a:lnTo>
                    <a:lnTo>
                      <a:pt x="121989" y="465367"/>
                    </a:lnTo>
                    <a:lnTo>
                      <a:pt x="121989" y="458590"/>
                    </a:lnTo>
                    <a:lnTo>
                      <a:pt x="124248" y="456331"/>
                    </a:lnTo>
                    <a:lnTo>
                      <a:pt x="124248" y="449553"/>
                    </a:lnTo>
                    <a:lnTo>
                      <a:pt x="126508" y="447294"/>
                    </a:lnTo>
                    <a:lnTo>
                      <a:pt x="126508" y="442776"/>
                    </a:lnTo>
                    <a:lnTo>
                      <a:pt x="128767" y="440517"/>
                    </a:lnTo>
                    <a:lnTo>
                      <a:pt x="128767" y="435999"/>
                    </a:lnTo>
                    <a:lnTo>
                      <a:pt x="131026" y="433740"/>
                    </a:lnTo>
                    <a:lnTo>
                      <a:pt x="131026" y="429222"/>
                    </a:lnTo>
                    <a:lnTo>
                      <a:pt x="135544" y="422445"/>
                    </a:lnTo>
                    <a:lnTo>
                      <a:pt x="135544" y="417927"/>
                    </a:lnTo>
                    <a:lnTo>
                      <a:pt x="140062" y="411149"/>
                    </a:lnTo>
                    <a:lnTo>
                      <a:pt x="140062" y="406631"/>
                    </a:lnTo>
                    <a:lnTo>
                      <a:pt x="142321" y="404372"/>
                    </a:lnTo>
                    <a:lnTo>
                      <a:pt x="142321" y="402113"/>
                    </a:lnTo>
                    <a:lnTo>
                      <a:pt x="144580" y="399854"/>
                    </a:lnTo>
                    <a:lnTo>
                      <a:pt x="144580" y="397595"/>
                    </a:lnTo>
                    <a:lnTo>
                      <a:pt x="146839" y="395336"/>
                    </a:lnTo>
                    <a:lnTo>
                      <a:pt x="146839" y="393077"/>
                    </a:lnTo>
                    <a:lnTo>
                      <a:pt x="149098" y="390818"/>
                    </a:lnTo>
                    <a:lnTo>
                      <a:pt x="149098" y="388559"/>
                    </a:lnTo>
                    <a:lnTo>
                      <a:pt x="151357" y="386300"/>
                    </a:lnTo>
                    <a:lnTo>
                      <a:pt x="153616" y="379523"/>
                    </a:lnTo>
                    <a:lnTo>
                      <a:pt x="158134" y="375004"/>
                    </a:lnTo>
                    <a:lnTo>
                      <a:pt x="158134" y="372745"/>
                    </a:lnTo>
                    <a:lnTo>
                      <a:pt x="160393" y="370486"/>
                    </a:lnTo>
                    <a:lnTo>
                      <a:pt x="162653" y="363709"/>
                    </a:lnTo>
                    <a:lnTo>
                      <a:pt x="167171" y="359191"/>
                    </a:lnTo>
                    <a:lnTo>
                      <a:pt x="167171" y="356932"/>
                    </a:lnTo>
                    <a:lnTo>
                      <a:pt x="171689" y="352414"/>
                    </a:lnTo>
                    <a:lnTo>
                      <a:pt x="171689" y="350155"/>
                    </a:lnTo>
                    <a:lnTo>
                      <a:pt x="176207" y="345637"/>
                    </a:lnTo>
                    <a:lnTo>
                      <a:pt x="176207" y="343378"/>
                    </a:lnTo>
                    <a:lnTo>
                      <a:pt x="182984" y="336600"/>
                    </a:lnTo>
                    <a:lnTo>
                      <a:pt x="182984" y="334341"/>
                    </a:lnTo>
                    <a:lnTo>
                      <a:pt x="189761" y="327564"/>
                    </a:lnTo>
                    <a:lnTo>
                      <a:pt x="189761" y="325305"/>
                    </a:lnTo>
                    <a:lnTo>
                      <a:pt x="198798" y="316269"/>
                    </a:lnTo>
                    <a:lnTo>
                      <a:pt x="198798" y="314010"/>
                    </a:lnTo>
                    <a:lnTo>
                      <a:pt x="234943" y="277865"/>
                    </a:lnTo>
                    <a:lnTo>
                      <a:pt x="237202" y="277865"/>
                    </a:lnTo>
                    <a:lnTo>
                      <a:pt x="248497" y="266569"/>
                    </a:lnTo>
                    <a:lnTo>
                      <a:pt x="250756" y="266569"/>
                    </a:lnTo>
                    <a:lnTo>
                      <a:pt x="257533" y="259792"/>
                    </a:lnTo>
                    <a:lnTo>
                      <a:pt x="259792" y="259792"/>
                    </a:lnTo>
                    <a:lnTo>
                      <a:pt x="264310" y="255274"/>
                    </a:lnTo>
                    <a:lnTo>
                      <a:pt x="266569" y="255274"/>
                    </a:lnTo>
                    <a:lnTo>
                      <a:pt x="273347" y="248497"/>
                    </a:lnTo>
                    <a:lnTo>
                      <a:pt x="280124" y="246238"/>
                    </a:lnTo>
                    <a:lnTo>
                      <a:pt x="291419" y="237202"/>
                    </a:lnTo>
                    <a:lnTo>
                      <a:pt x="293678" y="237202"/>
                    </a:lnTo>
                    <a:lnTo>
                      <a:pt x="295937" y="234943"/>
                    </a:lnTo>
                    <a:lnTo>
                      <a:pt x="298196" y="234943"/>
                    </a:lnTo>
                    <a:lnTo>
                      <a:pt x="300455" y="232683"/>
                    </a:lnTo>
                    <a:lnTo>
                      <a:pt x="302714" y="232683"/>
                    </a:lnTo>
                    <a:lnTo>
                      <a:pt x="304973" y="230424"/>
                    </a:lnTo>
                    <a:lnTo>
                      <a:pt x="307233" y="230424"/>
                    </a:lnTo>
                    <a:lnTo>
                      <a:pt x="314010" y="225906"/>
                    </a:lnTo>
                    <a:lnTo>
                      <a:pt x="323046" y="225906"/>
                    </a:lnTo>
                    <a:lnTo>
                      <a:pt x="329823" y="230424"/>
                    </a:lnTo>
                    <a:lnTo>
                      <a:pt x="329823" y="232683"/>
                    </a:lnTo>
                    <a:lnTo>
                      <a:pt x="332082" y="234943"/>
                    </a:lnTo>
                    <a:lnTo>
                      <a:pt x="332082" y="309492"/>
                    </a:lnTo>
                    <a:lnTo>
                      <a:pt x="336600" y="314010"/>
                    </a:lnTo>
                    <a:lnTo>
                      <a:pt x="350155" y="300455"/>
                    </a:lnTo>
                    <a:lnTo>
                      <a:pt x="350155" y="298196"/>
                    </a:lnTo>
                    <a:lnTo>
                      <a:pt x="379523" y="268828"/>
                    </a:lnTo>
                    <a:lnTo>
                      <a:pt x="379523" y="266569"/>
                    </a:lnTo>
                    <a:lnTo>
                      <a:pt x="408890" y="237202"/>
                    </a:lnTo>
                    <a:lnTo>
                      <a:pt x="408890" y="234943"/>
                    </a:lnTo>
                    <a:lnTo>
                      <a:pt x="440517" y="203316"/>
                    </a:lnTo>
                    <a:lnTo>
                      <a:pt x="440517" y="201057"/>
                    </a:lnTo>
                    <a:lnTo>
                      <a:pt x="456331" y="185243"/>
                    </a:lnTo>
                    <a:lnTo>
                      <a:pt x="456331" y="182984"/>
                    </a:lnTo>
                    <a:lnTo>
                      <a:pt x="442776" y="169430"/>
                    </a:lnTo>
                    <a:lnTo>
                      <a:pt x="442776" y="167171"/>
                    </a:lnTo>
                    <a:lnTo>
                      <a:pt x="413408" y="137803"/>
                    </a:lnTo>
                    <a:lnTo>
                      <a:pt x="413408" y="135544"/>
                    </a:lnTo>
                    <a:lnTo>
                      <a:pt x="384041" y="106176"/>
                    </a:lnTo>
                    <a:lnTo>
                      <a:pt x="384041" y="103917"/>
                    </a:lnTo>
                    <a:lnTo>
                      <a:pt x="354673" y="74549"/>
                    </a:lnTo>
                    <a:lnTo>
                      <a:pt x="354673" y="72290"/>
                    </a:lnTo>
                    <a:close/>
                  </a:path>
                </a:pathLst>
              </a:custGeom>
              <a:solidFill>
                <a:srgbClr val="000000"/>
              </a:solidFill>
              <a:ln w="22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130" name="组合 1129">
              <a:extLst>
                <a:ext uri="{FF2B5EF4-FFF2-40B4-BE49-F238E27FC236}">
                  <a16:creationId xmlns:a16="http://schemas.microsoft.com/office/drawing/2014/main" id="{1CE9A685-7338-7299-7948-6C0837BC5562}"/>
                </a:ext>
              </a:extLst>
            </p:cNvPr>
            <p:cNvGrpSpPr/>
            <p:nvPr/>
          </p:nvGrpSpPr>
          <p:grpSpPr>
            <a:xfrm>
              <a:off x="2725972" y="6515108"/>
              <a:ext cx="925341" cy="710684"/>
              <a:chOff x="2116281" y="7093879"/>
              <a:chExt cx="356835" cy="342687"/>
            </a:xfrm>
          </p:grpSpPr>
          <p:sp>
            <p:nvSpPr>
              <p:cNvPr id="1132" name="任意形状 1131">
                <a:extLst>
                  <a:ext uri="{FF2B5EF4-FFF2-40B4-BE49-F238E27FC236}">
                    <a16:creationId xmlns:a16="http://schemas.microsoft.com/office/drawing/2014/main" id="{05541883-40D5-4B8D-A8A7-03B8EE1FDFD8}"/>
                  </a:ext>
                </a:extLst>
              </p:cNvPr>
              <p:cNvSpPr/>
              <p:nvPr/>
            </p:nvSpPr>
            <p:spPr>
              <a:xfrm>
                <a:off x="2116281" y="7093879"/>
                <a:ext cx="356835" cy="342687"/>
              </a:xfrm>
              <a:custGeom>
                <a:avLst/>
                <a:gdLst>
                  <a:gd name="connsiteX0" fmla="*/ 2259 w 512807"/>
                  <a:gd name="connsiteY0" fmla="*/ 162653 h 492475"/>
                  <a:gd name="connsiteX1" fmla="*/ 2259 w 512807"/>
                  <a:gd name="connsiteY1" fmla="*/ 164912 h 492475"/>
                  <a:gd name="connsiteX2" fmla="*/ 0 w 512807"/>
                  <a:gd name="connsiteY2" fmla="*/ 167171 h 492475"/>
                  <a:gd name="connsiteX3" fmla="*/ 0 w 512807"/>
                  <a:gd name="connsiteY3" fmla="*/ 180725 h 492475"/>
                  <a:gd name="connsiteX4" fmla="*/ 6777 w 512807"/>
                  <a:gd name="connsiteY4" fmla="*/ 187502 h 492475"/>
                  <a:gd name="connsiteX5" fmla="*/ 9036 w 512807"/>
                  <a:gd name="connsiteY5" fmla="*/ 187502 h 492475"/>
                  <a:gd name="connsiteX6" fmla="*/ 11295 w 512807"/>
                  <a:gd name="connsiteY6" fmla="*/ 189761 h 492475"/>
                  <a:gd name="connsiteX7" fmla="*/ 103917 w 512807"/>
                  <a:gd name="connsiteY7" fmla="*/ 189761 h 492475"/>
                  <a:gd name="connsiteX8" fmla="*/ 108435 w 512807"/>
                  <a:gd name="connsiteY8" fmla="*/ 194279 h 492475"/>
                  <a:gd name="connsiteX9" fmla="*/ 108435 w 512807"/>
                  <a:gd name="connsiteY9" fmla="*/ 198798 h 492475"/>
                  <a:gd name="connsiteX10" fmla="*/ 115212 w 512807"/>
                  <a:gd name="connsiteY10" fmla="*/ 210093 h 492475"/>
                  <a:gd name="connsiteX11" fmla="*/ 115212 w 512807"/>
                  <a:gd name="connsiteY11" fmla="*/ 214611 h 492475"/>
                  <a:gd name="connsiteX12" fmla="*/ 117471 w 512807"/>
                  <a:gd name="connsiteY12" fmla="*/ 216870 h 492475"/>
                  <a:gd name="connsiteX13" fmla="*/ 117471 w 512807"/>
                  <a:gd name="connsiteY13" fmla="*/ 219129 h 492475"/>
                  <a:gd name="connsiteX14" fmla="*/ 119730 w 512807"/>
                  <a:gd name="connsiteY14" fmla="*/ 221388 h 492475"/>
                  <a:gd name="connsiteX15" fmla="*/ 119730 w 512807"/>
                  <a:gd name="connsiteY15" fmla="*/ 223647 h 492475"/>
                  <a:gd name="connsiteX16" fmla="*/ 121989 w 512807"/>
                  <a:gd name="connsiteY16" fmla="*/ 225906 h 492475"/>
                  <a:gd name="connsiteX17" fmla="*/ 121989 w 512807"/>
                  <a:gd name="connsiteY17" fmla="*/ 228165 h 492475"/>
                  <a:gd name="connsiteX18" fmla="*/ 124248 w 512807"/>
                  <a:gd name="connsiteY18" fmla="*/ 230424 h 492475"/>
                  <a:gd name="connsiteX19" fmla="*/ 124248 w 512807"/>
                  <a:gd name="connsiteY19" fmla="*/ 232683 h 492475"/>
                  <a:gd name="connsiteX20" fmla="*/ 126508 w 512807"/>
                  <a:gd name="connsiteY20" fmla="*/ 234943 h 492475"/>
                  <a:gd name="connsiteX21" fmla="*/ 131026 w 512807"/>
                  <a:gd name="connsiteY21" fmla="*/ 246238 h 492475"/>
                  <a:gd name="connsiteX22" fmla="*/ 135544 w 512807"/>
                  <a:gd name="connsiteY22" fmla="*/ 250756 h 492475"/>
                  <a:gd name="connsiteX23" fmla="*/ 140062 w 512807"/>
                  <a:gd name="connsiteY23" fmla="*/ 262051 h 492475"/>
                  <a:gd name="connsiteX24" fmla="*/ 144580 w 512807"/>
                  <a:gd name="connsiteY24" fmla="*/ 266569 h 492475"/>
                  <a:gd name="connsiteX25" fmla="*/ 146839 w 512807"/>
                  <a:gd name="connsiteY25" fmla="*/ 273347 h 492475"/>
                  <a:gd name="connsiteX26" fmla="*/ 151357 w 512807"/>
                  <a:gd name="connsiteY26" fmla="*/ 277865 h 492475"/>
                  <a:gd name="connsiteX27" fmla="*/ 151357 w 512807"/>
                  <a:gd name="connsiteY27" fmla="*/ 280124 h 492475"/>
                  <a:gd name="connsiteX28" fmla="*/ 155875 w 512807"/>
                  <a:gd name="connsiteY28" fmla="*/ 284642 h 492475"/>
                  <a:gd name="connsiteX29" fmla="*/ 155875 w 512807"/>
                  <a:gd name="connsiteY29" fmla="*/ 286901 h 492475"/>
                  <a:gd name="connsiteX30" fmla="*/ 160393 w 512807"/>
                  <a:gd name="connsiteY30" fmla="*/ 291419 h 492475"/>
                  <a:gd name="connsiteX31" fmla="*/ 160393 w 512807"/>
                  <a:gd name="connsiteY31" fmla="*/ 293678 h 492475"/>
                  <a:gd name="connsiteX32" fmla="*/ 167171 w 512807"/>
                  <a:gd name="connsiteY32" fmla="*/ 300455 h 492475"/>
                  <a:gd name="connsiteX33" fmla="*/ 167171 w 512807"/>
                  <a:gd name="connsiteY33" fmla="*/ 302714 h 492475"/>
                  <a:gd name="connsiteX34" fmla="*/ 173948 w 512807"/>
                  <a:gd name="connsiteY34" fmla="*/ 309492 h 492475"/>
                  <a:gd name="connsiteX35" fmla="*/ 173948 w 512807"/>
                  <a:gd name="connsiteY35" fmla="*/ 311751 h 492475"/>
                  <a:gd name="connsiteX36" fmla="*/ 182984 w 512807"/>
                  <a:gd name="connsiteY36" fmla="*/ 320787 h 492475"/>
                  <a:gd name="connsiteX37" fmla="*/ 182984 w 512807"/>
                  <a:gd name="connsiteY37" fmla="*/ 323046 h 492475"/>
                  <a:gd name="connsiteX38" fmla="*/ 196538 w 512807"/>
                  <a:gd name="connsiteY38" fmla="*/ 336600 h 492475"/>
                  <a:gd name="connsiteX39" fmla="*/ 196538 w 512807"/>
                  <a:gd name="connsiteY39" fmla="*/ 338859 h 492475"/>
                  <a:gd name="connsiteX40" fmla="*/ 232683 w 512807"/>
                  <a:gd name="connsiteY40" fmla="*/ 375004 h 492475"/>
                  <a:gd name="connsiteX41" fmla="*/ 234943 w 512807"/>
                  <a:gd name="connsiteY41" fmla="*/ 375004 h 492475"/>
                  <a:gd name="connsiteX42" fmla="*/ 248497 w 512807"/>
                  <a:gd name="connsiteY42" fmla="*/ 388559 h 492475"/>
                  <a:gd name="connsiteX43" fmla="*/ 250756 w 512807"/>
                  <a:gd name="connsiteY43" fmla="*/ 388559 h 492475"/>
                  <a:gd name="connsiteX44" fmla="*/ 268828 w 512807"/>
                  <a:gd name="connsiteY44" fmla="*/ 404372 h 492475"/>
                  <a:gd name="connsiteX45" fmla="*/ 271088 w 512807"/>
                  <a:gd name="connsiteY45" fmla="*/ 404372 h 492475"/>
                  <a:gd name="connsiteX46" fmla="*/ 275606 w 512807"/>
                  <a:gd name="connsiteY46" fmla="*/ 408890 h 492475"/>
                  <a:gd name="connsiteX47" fmla="*/ 277865 w 512807"/>
                  <a:gd name="connsiteY47" fmla="*/ 408890 h 492475"/>
                  <a:gd name="connsiteX48" fmla="*/ 282383 w 512807"/>
                  <a:gd name="connsiteY48" fmla="*/ 413408 h 492475"/>
                  <a:gd name="connsiteX49" fmla="*/ 284642 w 512807"/>
                  <a:gd name="connsiteY49" fmla="*/ 413408 h 492475"/>
                  <a:gd name="connsiteX50" fmla="*/ 291419 w 512807"/>
                  <a:gd name="connsiteY50" fmla="*/ 420186 h 492475"/>
                  <a:gd name="connsiteX51" fmla="*/ 298196 w 512807"/>
                  <a:gd name="connsiteY51" fmla="*/ 422445 h 492475"/>
                  <a:gd name="connsiteX52" fmla="*/ 302714 w 512807"/>
                  <a:gd name="connsiteY52" fmla="*/ 426963 h 492475"/>
                  <a:gd name="connsiteX53" fmla="*/ 309492 w 512807"/>
                  <a:gd name="connsiteY53" fmla="*/ 429222 h 492475"/>
                  <a:gd name="connsiteX54" fmla="*/ 314010 w 512807"/>
                  <a:gd name="connsiteY54" fmla="*/ 433740 h 492475"/>
                  <a:gd name="connsiteX55" fmla="*/ 316269 w 512807"/>
                  <a:gd name="connsiteY55" fmla="*/ 433740 h 492475"/>
                  <a:gd name="connsiteX56" fmla="*/ 318528 w 512807"/>
                  <a:gd name="connsiteY56" fmla="*/ 435999 h 492475"/>
                  <a:gd name="connsiteX57" fmla="*/ 329823 w 512807"/>
                  <a:gd name="connsiteY57" fmla="*/ 440517 h 492475"/>
                  <a:gd name="connsiteX58" fmla="*/ 334341 w 512807"/>
                  <a:gd name="connsiteY58" fmla="*/ 445035 h 492475"/>
                  <a:gd name="connsiteX59" fmla="*/ 336600 w 512807"/>
                  <a:gd name="connsiteY59" fmla="*/ 445035 h 492475"/>
                  <a:gd name="connsiteX60" fmla="*/ 347896 w 512807"/>
                  <a:gd name="connsiteY60" fmla="*/ 451813 h 492475"/>
                  <a:gd name="connsiteX61" fmla="*/ 352414 w 512807"/>
                  <a:gd name="connsiteY61" fmla="*/ 451813 h 492475"/>
                  <a:gd name="connsiteX62" fmla="*/ 368227 w 512807"/>
                  <a:gd name="connsiteY62" fmla="*/ 460849 h 492475"/>
                  <a:gd name="connsiteX63" fmla="*/ 372745 w 512807"/>
                  <a:gd name="connsiteY63" fmla="*/ 460849 h 492475"/>
                  <a:gd name="connsiteX64" fmla="*/ 379523 w 512807"/>
                  <a:gd name="connsiteY64" fmla="*/ 465367 h 492475"/>
                  <a:gd name="connsiteX65" fmla="*/ 384041 w 512807"/>
                  <a:gd name="connsiteY65" fmla="*/ 465367 h 492475"/>
                  <a:gd name="connsiteX66" fmla="*/ 386300 w 512807"/>
                  <a:gd name="connsiteY66" fmla="*/ 467626 h 492475"/>
                  <a:gd name="connsiteX67" fmla="*/ 390818 w 512807"/>
                  <a:gd name="connsiteY67" fmla="*/ 467626 h 492475"/>
                  <a:gd name="connsiteX68" fmla="*/ 393077 w 512807"/>
                  <a:gd name="connsiteY68" fmla="*/ 469885 h 492475"/>
                  <a:gd name="connsiteX69" fmla="*/ 397595 w 512807"/>
                  <a:gd name="connsiteY69" fmla="*/ 469885 h 492475"/>
                  <a:gd name="connsiteX70" fmla="*/ 399854 w 512807"/>
                  <a:gd name="connsiteY70" fmla="*/ 472144 h 492475"/>
                  <a:gd name="connsiteX71" fmla="*/ 404372 w 512807"/>
                  <a:gd name="connsiteY71" fmla="*/ 472144 h 492475"/>
                  <a:gd name="connsiteX72" fmla="*/ 406631 w 512807"/>
                  <a:gd name="connsiteY72" fmla="*/ 474403 h 492475"/>
                  <a:gd name="connsiteX73" fmla="*/ 411149 w 512807"/>
                  <a:gd name="connsiteY73" fmla="*/ 474403 h 492475"/>
                  <a:gd name="connsiteX74" fmla="*/ 413408 w 512807"/>
                  <a:gd name="connsiteY74" fmla="*/ 476662 h 492475"/>
                  <a:gd name="connsiteX75" fmla="*/ 417927 w 512807"/>
                  <a:gd name="connsiteY75" fmla="*/ 476662 h 492475"/>
                  <a:gd name="connsiteX76" fmla="*/ 420186 w 512807"/>
                  <a:gd name="connsiteY76" fmla="*/ 478921 h 492475"/>
                  <a:gd name="connsiteX77" fmla="*/ 426963 w 512807"/>
                  <a:gd name="connsiteY77" fmla="*/ 478921 h 492475"/>
                  <a:gd name="connsiteX78" fmla="*/ 429222 w 512807"/>
                  <a:gd name="connsiteY78" fmla="*/ 481180 h 492475"/>
                  <a:gd name="connsiteX79" fmla="*/ 433740 w 512807"/>
                  <a:gd name="connsiteY79" fmla="*/ 481180 h 492475"/>
                  <a:gd name="connsiteX80" fmla="*/ 435999 w 512807"/>
                  <a:gd name="connsiteY80" fmla="*/ 483439 h 492475"/>
                  <a:gd name="connsiteX81" fmla="*/ 442776 w 512807"/>
                  <a:gd name="connsiteY81" fmla="*/ 483439 h 492475"/>
                  <a:gd name="connsiteX82" fmla="*/ 445035 w 512807"/>
                  <a:gd name="connsiteY82" fmla="*/ 485698 h 492475"/>
                  <a:gd name="connsiteX83" fmla="*/ 454072 w 512807"/>
                  <a:gd name="connsiteY83" fmla="*/ 485698 h 492475"/>
                  <a:gd name="connsiteX84" fmla="*/ 456331 w 512807"/>
                  <a:gd name="connsiteY84" fmla="*/ 487958 h 492475"/>
                  <a:gd name="connsiteX85" fmla="*/ 465367 w 512807"/>
                  <a:gd name="connsiteY85" fmla="*/ 487958 h 492475"/>
                  <a:gd name="connsiteX86" fmla="*/ 467626 w 512807"/>
                  <a:gd name="connsiteY86" fmla="*/ 490217 h 492475"/>
                  <a:gd name="connsiteX87" fmla="*/ 478921 w 512807"/>
                  <a:gd name="connsiteY87" fmla="*/ 490217 h 492475"/>
                  <a:gd name="connsiteX88" fmla="*/ 481180 w 512807"/>
                  <a:gd name="connsiteY88" fmla="*/ 492476 h 492475"/>
                  <a:gd name="connsiteX89" fmla="*/ 503771 w 512807"/>
                  <a:gd name="connsiteY89" fmla="*/ 492476 h 492475"/>
                  <a:gd name="connsiteX90" fmla="*/ 510548 w 512807"/>
                  <a:gd name="connsiteY90" fmla="*/ 485698 h 492475"/>
                  <a:gd name="connsiteX91" fmla="*/ 510548 w 512807"/>
                  <a:gd name="connsiteY91" fmla="*/ 481180 h 492475"/>
                  <a:gd name="connsiteX92" fmla="*/ 512807 w 512807"/>
                  <a:gd name="connsiteY92" fmla="*/ 478921 h 492475"/>
                  <a:gd name="connsiteX93" fmla="*/ 512807 w 512807"/>
                  <a:gd name="connsiteY93" fmla="*/ 361450 h 492475"/>
                  <a:gd name="connsiteX94" fmla="*/ 510548 w 512807"/>
                  <a:gd name="connsiteY94" fmla="*/ 359191 h 492475"/>
                  <a:gd name="connsiteX95" fmla="*/ 508289 w 512807"/>
                  <a:gd name="connsiteY95" fmla="*/ 352414 h 492475"/>
                  <a:gd name="connsiteX96" fmla="*/ 506030 w 512807"/>
                  <a:gd name="connsiteY96" fmla="*/ 352414 h 492475"/>
                  <a:gd name="connsiteX97" fmla="*/ 499253 w 512807"/>
                  <a:gd name="connsiteY97" fmla="*/ 347896 h 492475"/>
                  <a:gd name="connsiteX98" fmla="*/ 490217 w 512807"/>
                  <a:gd name="connsiteY98" fmla="*/ 347896 h 492475"/>
                  <a:gd name="connsiteX99" fmla="*/ 487958 w 512807"/>
                  <a:gd name="connsiteY99" fmla="*/ 345637 h 492475"/>
                  <a:gd name="connsiteX100" fmla="*/ 478921 w 512807"/>
                  <a:gd name="connsiteY100" fmla="*/ 345637 h 492475"/>
                  <a:gd name="connsiteX101" fmla="*/ 476662 w 512807"/>
                  <a:gd name="connsiteY101" fmla="*/ 343378 h 492475"/>
                  <a:gd name="connsiteX102" fmla="*/ 469885 w 512807"/>
                  <a:gd name="connsiteY102" fmla="*/ 343378 h 492475"/>
                  <a:gd name="connsiteX103" fmla="*/ 467626 w 512807"/>
                  <a:gd name="connsiteY103" fmla="*/ 341118 h 492475"/>
                  <a:gd name="connsiteX104" fmla="*/ 463108 w 512807"/>
                  <a:gd name="connsiteY104" fmla="*/ 341118 h 492475"/>
                  <a:gd name="connsiteX105" fmla="*/ 460849 w 512807"/>
                  <a:gd name="connsiteY105" fmla="*/ 338859 h 492475"/>
                  <a:gd name="connsiteX106" fmla="*/ 454072 w 512807"/>
                  <a:gd name="connsiteY106" fmla="*/ 338859 h 492475"/>
                  <a:gd name="connsiteX107" fmla="*/ 451813 w 512807"/>
                  <a:gd name="connsiteY107" fmla="*/ 336600 h 492475"/>
                  <a:gd name="connsiteX108" fmla="*/ 447294 w 512807"/>
                  <a:gd name="connsiteY108" fmla="*/ 336600 h 492475"/>
                  <a:gd name="connsiteX109" fmla="*/ 445035 w 512807"/>
                  <a:gd name="connsiteY109" fmla="*/ 334341 h 492475"/>
                  <a:gd name="connsiteX110" fmla="*/ 440517 w 512807"/>
                  <a:gd name="connsiteY110" fmla="*/ 334341 h 492475"/>
                  <a:gd name="connsiteX111" fmla="*/ 433740 w 512807"/>
                  <a:gd name="connsiteY111" fmla="*/ 329823 h 492475"/>
                  <a:gd name="connsiteX112" fmla="*/ 429222 w 512807"/>
                  <a:gd name="connsiteY112" fmla="*/ 329823 h 492475"/>
                  <a:gd name="connsiteX113" fmla="*/ 417927 w 512807"/>
                  <a:gd name="connsiteY113" fmla="*/ 323046 h 492475"/>
                  <a:gd name="connsiteX114" fmla="*/ 413408 w 512807"/>
                  <a:gd name="connsiteY114" fmla="*/ 323046 h 492475"/>
                  <a:gd name="connsiteX115" fmla="*/ 411149 w 512807"/>
                  <a:gd name="connsiteY115" fmla="*/ 320787 h 492475"/>
                  <a:gd name="connsiteX116" fmla="*/ 408890 w 512807"/>
                  <a:gd name="connsiteY116" fmla="*/ 320787 h 492475"/>
                  <a:gd name="connsiteX117" fmla="*/ 406631 w 512807"/>
                  <a:gd name="connsiteY117" fmla="*/ 318528 h 492475"/>
                  <a:gd name="connsiteX118" fmla="*/ 395336 w 512807"/>
                  <a:gd name="connsiteY118" fmla="*/ 314010 h 492475"/>
                  <a:gd name="connsiteX119" fmla="*/ 390818 w 512807"/>
                  <a:gd name="connsiteY119" fmla="*/ 309492 h 492475"/>
                  <a:gd name="connsiteX120" fmla="*/ 379523 w 512807"/>
                  <a:gd name="connsiteY120" fmla="*/ 304973 h 492475"/>
                  <a:gd name="connsiteX121" fmla="*/ 375004 w 512807"/>
                  <a:gd name="connsiteY121" fmla="*/ 300455 h 492475"/>
                  <a:gd name="connsiteX122" fmla="*/ 372745 w 512807"/>
                  <a:gd name="connsiteY122" fmla="*/ 300455 h 492475"/>
                  <a:gd name="connsiteX123" fmla="*/ 368227 w 512807"/>
                  <a:gd name="connsiteY123" fmla="*/ 295937 h 492475"/>
                  <a:gd name="connsiteX124" fmla="*/ 365968 w 512807"/>
                  <a:gd name="connsiteY124" fmla="*/ 295937 h 492475"/>
                  <a:gd name="connsiteX125" fmla="*/ 361450 w 512807"/>
                  <a:gd name="connsiteY125" fmla="*/ 291419 h 492475"/>
                  <a:gd name="connsiteX126" fmla="*/ 359191 w 512807"/>
                  <a:gd name="connsiteY126" fmla="*/ 291419 h 492475"/>
                  <a:gd name="connsiteX127" fmla="*/ 341118 w 512807"/>
                  <a:gd name="connsiteY127" fmla="*/ 275606 h 492475"/>
                  <a:gd name="connsiteX128" fmla="*/ 338859 w 512807"/>
                  <a:gd name="connsiteY128" fmla="*/ 275606 h 492475"/>
                  <a:gd name="connsiteX129" fmla="*/ 295937 w 512807"/>
                  <a:gd name="connsiteY129" fmla="*/ 232683 h 492475"/>
                  <a:gd name="connsiteX130" fmla="*/ 295937 w 512807"/>
                  <a:gd name="connsiteY130" fmla="*/ 230424 h 492475"/>
                  <a:gd name="connsiteX131" fmla="*/ 284642 w 512807"/>
                  <a:gd name="connsiteY131" fmla="*/ 219129 h 492475"/>
                  <a:gd name="connsiteX132" fmla="*/ 284642 w 512807"/>
                  <a:gd name="connsiteY132" fmla="*/ 216870 h 492475"/>
                  <a:gd name="connsiteX133" fmla="*/ 280124 w 512807"/>
                  <a:gd name="connsiteY133" fmla="*/ 212352 h 492475"/>
                  <a:gd name="connsiteX134" fmla="*/ 280124 w 512807"/>
                  <a:gd name="connsiteY134" fmla="*/ 210093 h 492475"/>
                  <a:gd name="connsiteX135" fmla="*/ 271088 w 512807"/>
                  <a:gd name="connsiteY135" fmla="*/ 198798 h 492475"/>
                  <a:gd name="connsiteX136" fmla="*/ 271088 w 512807"/>
                  <a:gd name="connsiteY136" fmla="*/ 196538 h 492475"/>
                  <a:gd name="connsiteX137" fmla="*/ 268828 w 512807"/>
                  <a:gd name="connsiteY137" fmla="*/ 194279 h 492475"/>
                  <a:gd name="connsiteX138" fmla="*/ 273347 w 512807"/>
                  <a:gd name="connsiteY138" fmla="*/ 189761 h 492475"/>
                  <a:gd name="connsiteX139" fmla="*/ 356932 w 512807"/>
                  <a:gd name="connsiteY139" fmla="*/ 189761 h 492475"/>
                  <a:gd name="connsiteX140" fmla="*/ 359191 w 512807"/>
                  <a:gd name="connsiteY140" fmla="*/ 187502 h 492475"/>
                  <a:gd name="connsiteX141" fmla="*/ 361450 w 512807"/>
                  <a:gd name="connsiteY141" fmla="*/ 187502 h 492475"/>
                  <a:gd name="connsiteX142" fmla="*/ 368227 w 512807"/>
                  <a:gd name="connsiteY142" fmla="*/ 180725 h 492475"/>
                  <a:gd name="connsiteX143" fmla="*/ 368227 w 512807"/>
                  <a:gd name="connsiteY143" fmla="*/ 167171 h 492475"/>
                  <a:gd name="connsiteX144" fmla="*/ 363709 w 512807"/>
                  <a:gd name="connsiteY144" fmla="*/ 160393 h 492475"/>
                  <a:gd name="connsiteX145" fmla="*/ 361450 w 512807"/>
                  <a:gd name="connsiteY145" fmla="*/ 160393 h 492475"/>
                  <a:gd name="connsiteX146" fmla="*/ 329823 w 512807"/>
                  <a:gd name="connsiteY146" fmla="*/ 128767 h 492475"/>
                  <a:gd name="connsiteX147" fmla="*/ 327564 w 512807"/>
                  <a:gd name="connsiteY147" fmla="*/ 128767 h 492475"/>
                  <a:gd name="connsiteX148" fmla="*/ 298196 w 512807"/>
                  <a:gd name="connsiteY148" fmla="*/ 99399 h 492475"/>
                  <a:gd name="connsiteX149" fmla="*/ 295937 w 512807"/>
                  <a:gd name="connsiteY149" fmla="*/ 99399 h 492475"/>
                  <a:gd name="connsiteX150" fmla="*/ 266569 w 512807"/>
                  <a:gd name="connsiteY150" fmla="*/ 70031 h 492475"/>
                  <a:gd name="connsiteX151" fmla="*/ 264310 w 512807"/>
                  <a:gd name="connsiteY151" fmla="*/ 70031 h 492475"/>
                  <a:gd name="connsiteX152" fmla="*/ 234943 w 512807"/>
                  <a:gd name="connsiteY152" fmla="*/ 40663 h 492475"/>
                  <a:gd name="connsiteX153" fmla="*/ 232683 w 512807"/>
                  <a:gd name="connsiteY153" fmla="*/ 40663 h 492475"/>
                  <a:gd name="connsiteX154" fmla="*/ 203316 w 512807"/>
                  <a:gd name="connsiteY154" fmla="*/ 11295 h 492475"/>
                  <a:gd name="connsiteX155" fmla="*/ 201057 w 512807"/>
                  <a:gd name="connsiteY155" fmla="*/ 11295 h 492475"/>
                  <a:gd name="connsiteX156" fmla="*/ 192020 w 512807"/>
                  <a:gd name="connsiteY156" fmla="*/ 2259 h 492475"/>
                  <a:gd name="connsiteX157" fmla="*/ 189761 w 512807"/>
                  <a:gd name="connsiteY157" fmla="*/ 2259 h 492475"/>
                  <a:gd name="connsiteX158" fmla="*/ 187502 w 512807"/>
                  <a:gd name="connsiteY158" fmla="*/ 0 h 492475"/>
                  <a:gd name="connsiteX159" fmla="*/ 180725 w 512807"/>
                  <a:gd name="connsiteY159" fmla="*/ 0 h 492475"/>
                  <a:gd name="connsiteX160" fmla="*/ 178466 w 512807"/>
                  <a:gd name="connsiteY160" fmla="*/ 2259 h 492475"/>
                  <a:gd name="connsiteX161" fmla="*/ 176207 w 512807"/>
                  <a:gd name="connsiteY161" fmla="*/ 2259 h 492475"/>
                  <a:gd name="connsiteX162" fmla="*/ 171689 w 512807"/>
                  <a:gd name="connsiteY162" fmla="*/ 6777 h 492475"/>
                  <a:gd name="connsiteX163" fmla="*/ 169430 w 512807"/>
                  <a:gd name="connsiteY163" fmla="*/ 6777 h 492475"/>
                  <a:gd name="connsiteX164" fmla="*/ 106176 w 512807"/>
                  <a:gd name="connsiteY164" fmla="*/ 67772 h 492475"/>
                  <a:gd name="connsiteX165" fmla="*/ 103917 w 512807"/>
                  <a:gd name="connsiteY165" fmla="*/ 67772 h 492475"/>
                  <a:gd name="connsiteX166" fmla="*/ 74549 w 512807"/>
                  <a:gd name="connsiteY166" fmla="*/ 97140 h 492475"/>
                  <a:gd name="connsiteX167" fmla="*/ 72290 w 512807"/>
                  <a:gd name="connsiteY167" fmla="*/ 97140 h 492475"/>
                  <a:gd name="connsiteX168" fmla="*/ 42922 w 512807"/>
                  <a:gd name="connsiteY168" fmla="*/ 126508 h 492475"/>
                  <a:gd name="connsiteX169" fmla="*/ 40663 w 512807"/>
                  <a:gd name="connsiteY169" fmla="*/ 126508 h 492475"/>
                  <a:gd name="connsiteX170" fmla="*/ 9036 w 512807"/>
                  <a:gd name="connsiteY170" fmla="*/ 158134 h 492475"/>
                  <a:gd name="connsiteX171" fmla="*/ 6777 w 512807"/>
                  <a:gd name="connsiteY171" fmla="*/ 158134 h 492475"/>
                  <a:gd name="connsiteX172" fmla="*/ 54218 w 512807"/>
                  <a:gd name="connsiteY172" fmla="*/ 155875 h 492475"/>
                  <a:gd name="connsiteX173" fmla="*/ 58736 w 512807"/>
                  <a:gd name="connsiteY173" fmla="*/ 160393 h 492475"/>
                  <a:gd name="connsiteX174" fmla="*/ 121989 w 512807"/>
                  <a:gd name="connsiteY174" fmla="*/ 160393 h 492475"/>
                  <a:gd name="connsiteX175" fmla="*/ 128767 w 512807"/>
                  <a:gd name="connsiteY175" fmla="*/ 167171 h 492475"/>
                  <a:gd name="connsiteX176" fmla="*/ 128767 w 512807"/>
                  <a:gd name="connsiteY176" fmla="*/ 169430 h 492475"/>
                  <a:gd name="connsiteX177" fmla="*/ 133285 w 512807"/>
                  <a:gd name="connsiteY177" fmla="*/ 176207 h 492475"/>
                  <a:gd name="connsiteX178" fmla="*/ 133285 w 512807"/>
                  <a:gd name="connsiteY178" fmla="*/ 180725 h 492475"/>
                  <a:gd name="connsiteX179" fmla="*/ 135544 w 512807"/>
                  <a:gd name="connsiteY179" fmla="*/ 182984 h 492475"/>
                  <a:gd name="connsiteX180" fmla="*/ 135544 w 512807"/>
                  <a:gd name="connsiteY180" fmla="*/ 187502 h 492475"/>
                  <a:gd name="connsiteX181" fmla="*/ 137803 w 512807"/>
                  <a:gd name="connsiteY181" fmla="*/ 189761 h 492475"/>
                  <a:gd name="connsiteX182" fmla="*/ 137803 w 512807"/>
                  <a:gd name="connsiteY182" fmla="*/ 192020 h 492475"/>
                  <a:gd name="connsiteX183" fmla="*/ 140062 w 512807"/>
                  <a:gd name="connsiteY183" fmla="*/ 194279 h 492475"/>
                  <a:gd name="connsiteX184" fmla="*/ 140062 w 512807"/>
                  <a:gd name="connsiteY184" fmla="*/ 196538 h 492475"/>
                  <a:gd name="connsiteX185" fmla="*/ 144580 w 512807"/>
                  <a:gd name="connsiteY185" fmla="*/ 203316 h 492475"/>
                  <a:gd name="connsiteX186" fmla="*/ 144580 w 512807"/>
                  <a:gd name="connsiteY186" fmla="*/ 207834 h 492475"/>
                  <a:gd name="connsiteX187" fmla="*/ 146839 w 512807"/>
                  <a:gd name="connsiteY187" fmla="*/ 210093 h 492475"/>
                  <a:gd name="connsiteX188" fmla="*/ 146839 w 512807"/>
                  <a:gd name="connsiteY188" fmla="*/ 212352 h 492475"/>
                  <a:gd name="connsiteX189" fmla="*/ 149098 w 512807"/>
                  <a:gd name="connsiteY189" fmla="*/ 214611 h 492475"/>
                  <a:gd name="connsiteX190" fmla="*/ 149098 w 512807"/>
                  <a:gd name="connsiteY190" fmla="*/ 216870 h 492475"/>
                  <a:gd name="connsiteX191" fmla="*/ 151357 w 512807"/>
                  <a:gd name="connsiteY191" fmla="*/ 219129 h 492475"/>
                  <a:gd name="connsiteX192" fmla="*/ 153616 w 512807"/>
                  <a:gd name="connsiteY192" fmla="*/ 225906 h 492475"/>
                  <a:gd name="connsiteX193" fmla="*/ 158134 w 512807"/>
                  <a:gd name="connsiteY193" fmla="*/ 230424 h 492475"/>
                  <a:gd name="connsiteX194" fmla="*/ 158134 w 512807"/>
                  <a:gd name="connsiteY194" fmla="*/ 232683 h 492475"/>
                  <a:gd name="connsiteX195" fmla="*/ 160393 w 512807"/>
                  <a:gd name="connsiteY195" fmla="*/ 234943 h 492475"/>
                  <a:gd name="connsiteX196" fmla="*/ 162653 w 512807"/>
                  <a:gd name="connsiteY196" fmla="*/ 241720 h 492475"/>
                  <a:gd name="connsiteX197" fmla="*/ 167171 w 512807"/>
                  <a:gd name="connsiteY197" fmla="*/ 246238 h 492475"/>
                  <a:gd name="connsiteX198" fmla="*/ 169430 w 512807"/>
                  <a:gd name="connsiteY198" fmla="*/ 253015 h 492475"/>
                  <a:gd name="connsiteX199" fmla="*/ 173948 w 512807"/>
                  <a:gd name="connsiteY199" fmla="*/ 257533 h 492475"/>
                  <a:gd name="connsiteX200" fmla="*/ 173948 w 512807"/>
                  <a:gd name="connsiteY200" fmla="*/ 259792 h 492475"/>
                  <a:gd name="connsiteX201" fmla="*/ 178466 w 512807"/>
                  <a:gd name="connsiteY201" fmla="*/ 264310 h 492475"/>
                  <a:gd name="connsiteX202" fmla="*/ 178466 w 512807"/>
                  <a:gd name="connsiteY202" fmla="*/ 266569 h 492475"/>
                  <a:gd name="connsiteX203" fmla="*/ 182984 w 512807"/>
                  <a:gd name="connsiteY203" fmla="*/ 271088 h 492475"/>
                  <a:gd name="connsiteX204" fmla="*/ 182984 w 512807"/>
                  <a:gd name="connsiteY204" fmla="*/ 273347 h 492475"/>
                  <a:gd name="connsiteX205" fmla="*/ 187502 w 512807"/>
                  <a:gd name="connsiteY205" fmla="*/ 277865 h 492475"/>
                  <a:gd name="connsiteX206" fmla="*/ 187502 w 512807"/>
                  <a:gd name="connsiteY206" fmla="*/ 280124 h 492475"/>
                  <a:gd name="connsiteX207" fmla="*/ 194279 w 512807"/>
                  <a:gd name="connsiteY207" fmla="*/ 286901 h 492475"/>
                  <a:gd name="connsiteX208" fmla="*/ 194279 w 512807"/>
                  <a:gd name="connsiteY208" fmla="*/ 289160 h 492475"/>
                  <a:gd name="connsiteX209" fmla="*/ 203316 w 512807"/>
                  <a:gd name="connsiteY209" fmla="*/ 298196 h 492475"/>
                  <a:gd name="connsiteX210" fmla="*/ 203316 w 512807"/>
                  <a:gd name="connsiteY210" fmla="*/ 300455 h 492475"/>
                  <a:gd name="connsiteX211" fmla="*/ 216870 w 512807"/>
                  <a:gd name="connsiteY211" fmla="*/ 314010 h 492475"/>
                  <a:gd name="connsiteX212" fmla="*/ 216870 w 512807"/>
                  <a:gd name="connsiteY212" fmla="*/ 316269 h 492475"/>
                  <a:gd name="connsiteX213" fmla="*/ 255274 w 512807"/>
                  <a:gd name="connsiteY213" fmla="*/ 354673 h 492475"/>
                  <a:gd name="connsiteX214" fmla="*/ 257533 w 512807"/>
                  <a:gd name="connsiteY214" fmla="*/ 354673 h 492475"/>
                  <a:gd name="connsiteX215" fmla="*/ 268828 w 512807"/>
                  <a:gd name="connsiteY215" fmla="*/ 365968 h 492475"/>
                  <a:gd name="connsiteX216" fmla="*/ 271088 w 512807"/>
                  <a:gd name="connsiteY216" fmla="*/ 365968 h 492475"/>
                  <a:gd name="connsiteX217" fmla="*/ 280124 w 512807"/>
                  <a:gd name="connsiteY217" fmla="*/ 375004 h 492475"/>
                  <a:gd name="connsiteX218" fmla="*/ 282383 w 512807"/>
                  <a:gd name="connsiteY218" fmla="*/ 375004 h 492475"/>
                  <a:gd name="connsiteX219" fmla="*/ 289160 w 512807"/>
                  <a:gd name="connsiteY219" fmla="*/ 381782 h 492475"/>
                  <a:gd name="connsiteX220" fmla="*/ 291419 w 512807"/>
                  <a:gd name="connsiteY220" fmla="*/ 381782 h 492475"/>
                  <a:gd name="connsiteX221" fmla="*/ 295937 w 512807"/>
                  <a:gd name="connsiteY221" fmla="*/ 386300 h 492475"/>
                  <a:gd name="connsiteX222" fmla="*/ 298196 w 512807"/>
                  <a:gd name="connsiteY222" fmla="*/ 386300 h 492475"/>
                  <a:gd name="connsiteX223" fmla="*/ 304973 w 512807"/>
                  <a:gd name="connsiteY223" fmla="*/ 393077 h 492475"/>
                  <a:gd name="connsiteX224" fmla="*/ 311751 w 512807"/>
                  <a:gd name="connsiteY224" fmla="*/ 395336 h 492475"/>
                  <a:gd name="connsiteX225" fmla="*/ 316269 w 512807"/>
                  <a:gd name="connsiteY225" fmla="*/ 399854 h 492475"/>
                  <a:gd name="connsiteX226" fmla="*/ 318528 w 512807"/>
                  <a:gd name="connsiteY226" fmla="*/ 399854 h 492475"/>
                  <a:gd name="connsiteX227" fmla="*/ 323046 w 512807"/>
                  <a:gd name="connsiteY227" fmla="*/ 404372 h 492475"/>
                  <a:gd name="connsiteX228" fmla="*/ 325305 w 512807"/>
                  <a:gd name="connsiteY228" fmla="*/ 404372 h 492475"/>
                  <a:gd name="connsiteX229" fmla="*/ 327564 w 512807"/>
                  <a:gd name="connsiteY229" fmla="*/ 406631 h 492475"/>
                  <a:gd name="connsiteX230" fmla="*/ 334341 w 512807"/>
                  <a:gd name="connsiteY230" fmla="*/ 408890 h 492475"/>
                  <a:gd name="connsiteX231" fmla="*/ 338859 w 512807"/>
                  <a:gd name="connsiteY231" fmla="*/ 413408 h 492475"/>
                  <a:gd name="connsiteX232" fmla="*/ 341118 w 512807"/>
                  <a:gd name="connsiteY232" fmla="*/ 413408 h 492475"/>
                  <a:gd name="connsiteX233" fmla="*/ 343378 w 512807"/>
                  <a:gd name="connsiteY233" fmla="*/ 415668 h 492475"/>
                  <a:gd name="connsiteX234" fmla="*/ 345637 w 512807"/>
                  <a:gd name="connsiteY234" fmla="*/ 415668 h 492475"/>
                  <a:gd name="connsiteX235" fmla="*/ 347896 w 512807"/>
                  <a:gd name="connsiteY235" fmla="*/ 417927 h 492475"/>
                  <a:gd name="connsiteX236" fmla="*/ 350155 w 512807"/>
                  <a:gd name="connsiteY236" fmla="*/ 417927 h 492475"/>
                  <a:gd name="connsiteX237" fmla="*/ 352414 w 512807"/>
                  <a:gd name="connsiteY237" fmla="*/ 420186 h 492475"/>
                  <a:gd name="connsiteX238" fmla="*/ 354673 w 512807"/>
                  <a:gd name="connsiteY238" fmla="*/ 420186 h 492475"/>
                  <a:gd name="connsiteX239" fmla="*/ 356932 w 512807"/>
                  <a:gd name="connsiteY239" fmla="*/ 422445 h 492475"/>
                  <a:gd name="connsiteX240" fmla="*/ 359191 w 512807"/>
                  <a:gd name="connsiteY240" fmla="*/ 422445 h 492475"/>
                  <a:gd name="connsiteX241" fmla="*/ 361450 w 512807"/>
                  <a:gd name="connsiteY241" fmla="*/ 424704 h 492475"/>
                  <a:gd name="connsiteX242" fmla="*/ 363709 w 512807"/>
                  <a:gd name="connsiteY242" fmla="*/ 424704 h 492475"/>
                  <a:gd name="connsiteX243" fmla="*/ 370486 w 512807"/>
                  <a:gd name="connsiteY243" fmla="*/ 429222 h 492475"/>
                  <a:gd name="connsiteX244" fmla="*/ 375004 w 512807"/>
                  <a:gd name="connsiteY244" fmla="*/ 429222 h 492475"/>
                  <a:gd name="connsiteX245" fmla="*/ 377263 w 512807"/>
                  <a:gd name="connsiteY245" fmla="*/ 431481 h 492475"/>
                  <a:gd name="connsiteX246" fmla="*/ 379523 w 512807"/>
                  <a:gd name="connsiteY246" fmla="*/ 431481 h 492475"/>
                  <a:gd name="connsiteX247" fmla="*/ 386300 w 512807"/>
                  <a:gd name="connsiteY247" fmla="*/ 435999 h 492475"/>
                  <a:gd name="connsiteX248" fmla="*/ 390818 w 512807"/>
                  <a:gd name="connsiteY248" fmla="*/ 435999 h 492475"/>
                  <a:gd name="connsiteX249" fmla="*/ 397595 w 512807"/>
                  <a:gd name="connsiteY249" fmla="*/ 440517 h 492475"/>
                  <a:gd name="connsiteX250" fmla="*/ 402113 w 512807"/>
                  <a:gd name="connsiteY250" fmla="*/ 440517 h 492475"/>
                  <a:gd name="connsiteX251" fmla="*/ 404372 w 512807"/>
                  <a:gd name="connsiteY251" fmla="*/ 442776 h 492475"/>
                  <a:gd name="connsiteX252" fmla="*/ 408890 w 512807"/>
                  <a:gd name="connsiteY252" fmla="*/ 442776 h 492475"/>
                  <a:gd name="connsiteX253" fmla="*/ 411149 w 512807"/>
                  <a:gd name="connsiteY253" fmla="*/ 445035 h 492475"/>
                  <a:gd name="connsiteX254" fmla="*/ 415668 w 512807"/>
                  <a:gd name="connsiteY254" fmla="*/ 445035 h 492475"/>
                  <a:gd name="connsiteX255" fmla="*/ 417927 w 512807"/>
                  <a:gd name="connsiteY255" fmla="*/ 447294 h 492475"/>
                  <a:gd name="connsiteX256" fmla="*/ 422445 w 512807"/>
                  <a:gd name="connsiteY256" fmla="*/ 447294 h 492475"/>
                  <a:gd name="connsiteX257" fmla="*/ 424704 w 512807"/>
                  <a:gd name="connsiteY257" fmla="*/ 449553 h 492475"/>
                  <a:gd name="connsiteX258" fmla="*/ 431481 w 512807"/>
                  <a:gd name="connsiteY258" fmla="*/ 449553 h 492475"/>
                  <a:gd name="connsiteX259" fmla="*/ 433740 w 512807"/>
                  <a:gd name="connsiteY259" fmla="*/ 451813 h 492475"/>
                  <a:gd name="connsiteX260" fmla="*/ 438258 w 512807"/>
                  <a:gd name="connsiteY260" fmla="*/ 451813 h 492475"/>
                  <a:gd name="connsiteX261" fmla="*/ 440517 w 512807"/>
                  <a:gd name="connsiteY261" fmla="*/ 454072 h 492475"/>
                  <a:gd name="connsiteX262" fmla="*/ 447294 w 512807"/>
                  <a:gd name="connsiteY262" fmla="*/ 454072 h 492475"/>
                  <a:gd name="connsiteX263" fmla="*/ 449553 w 512807"/>
                  <a:gd name="connsiteY263" fmla="*/ 456331 h 492475"/>
                  <a:gd name="connsiteX264" fmla="*/ 456331 w 512807"/>
                  <a:gd name="connsiteY264" fmla="*/ 456331 h 492475"/>
                  <a:gd name="connsiteX265" fmla="*/ 458590 w 512807"/>
                  <a:gd name="connsiteY265" fmla="*/ 458590 h 492475"/>
                  <a:gd name="connsiteX266" fmla="*/ 467626 w 512807"/>
                  <a:gd name="connsiteY266" fmla="*/ 458590 h 492475"/>
                  <a:gd name="connsiteX267" fmla="*/ 469885 w 512807"/>
                  <a:gd name="connsiteY267" fmla="*/ 460849 h 492475"/>
                  <a:gd name="connsiteX268" fmla="*/ 478921 w 512807"/>
                  <a:gd name="connsiteY268" fmla="*/ 460849 h 492475"/>
                  <a:gd name="connsiteX269" fmla="*/ 483439 w 512807"/>
                  <a:gd name="connsiteY269" fmla="*/ 456331 h 492475"/>
                  <a:gd name="connsiteX270" fmla="*/ 483439 w 512807"/>
                  <a:gd name="connsiteY270" fmla="*/ 379523 h 492475"/>
                  <a:gd name="connsiteX271" fmla="*/ 478921 w 512807"/>
                  <a:gd name="connsiteY271" fmla="*/ 375004 h 492475"/>
                  <a:gd name="connsiteX272" fmla="*/ 476662 w 512807"/>
                  <a:gd name="connsiteY272" fmla="*/ 375004 h 492475"/>
                  <a:gd name="connsiteX273" fmla="*/ 474403 w 512807"/>
                  <a:gd name="connsiteY273" fmla="*/ 372745 h 492475"/>
                  <a:gd name="connsiteX274" fmla="*/ 467626 w 512807"/>
                  <a:gd name="connsiteY274" fmla="*/ 372745 h 492475"/>
                  <a:gd name="connsiteX275" fmla="*/ 465367 w 512807"/>
                  <a:gd name="connsiteY275" fmla="*/ 370486 h 492475"/>
                  <a:gd name="connsiteX276" fmla="*/ 458590 w 512807"/>
                  <a:gd name="connsiteY276" fmla="*/ 370486 h 492475"/>
                  <a:gd name="connsiteX277" fmla="*/ 456331 w 512807"/>
                  <a:gd name="connsiteY277" fmla="*/ 368227 h 492475"/>
                  <a:gd name="connsiteX278" fmla="*/ 451813 w 512807"/>
                  <a:gd name="connsiteY278" fmla="*/ 368227 h 492475"/>
                  <a:gd name="connsiteX279" fmla="*/ 449553 w 512807"/>
                  <a:gd name="connsiteY279" fmla="*/ 365968 h 492475"/>
                  <a:gd name="connsiteX280" fmla="*/ 442776 w 512807"/>
                  <a:gd name="connsiteY280" fmla="*/ 365968 h 492475"/>
                  <a:gd name="connsiteX281" fmla="*/ 440517 w 512807"/>
                  <a:gd name="connsiteY281" fmla="*/ 363709 h 492475"/>
                  <a:gd name="connsiteX282" fmla="*/ 435999 w 512807"/>
                  <a:gd name="connsiteY282" fmla="*/ 363709 h 492475"/>
                  <a:gd name="connsiteX283" fmla="*/ 433740 w 512807"/>
                  <a:gd name="connsiteY283" fmla="*/ 361450 h 492475"/>
                  <a:gd name="connsiteX284" fmla="*/ 429222 w 512807"/>
                  <a:gd name="connsiteY284" fmla="*/ 361450 h 492475"/>
                  <a:gd name="connsiteX285" fmla="*/ 422445 w 512807"/>
                  <a:gd name="connsiteY285" fmla="*/ 356932 h 492475"/>
                  <a:gd name="connsiteX286" fmla="*/ 417927 w 512807"/>
                  <a:gd name="connsiteY286" fmla="*/ 356932 h 492475"/>
                  <a:gd name="connsiteX287" fmla="*/ 415668 w 512807"/>
                  <a:gd name="connsiteY287" fmla="*/ 354673 h 492475"/>
                  <a:gd name="connsiteX288" fmla="*/ 413408 w 512807"/>
                  <a:gd name="connsiteY288" fmla="*/ 354673 h 492475"/>
                  <a:gd name="connsiteX289" fmla="*/ 406631 w 512807"/>
                  <a:gd name="connsiteY289" fmla="*/ 350155 h 492475"/>
                  <a:gd name="connsiteX290" fmla="*/ 402113 w 512807"/>
                  <a:gd name="connsiteY290" fmla="*/ 350155 h 492475"/>
                  <a:gd name="connsiteX291" fmla="*/ 399854 w 512807"/>
                  <a:gd name="connsiteY291" fmla="*/ 347896 h 492475"/>
                  <a:gd name="connsiteX292" fmla="*/ 397595 w 512807"/>
                  <a:gd name="connsiteY292" fmla="*/ 347896 h 492475"/>
                  <a:gd name="connsiteX293" fmla="*/ 395336 w 512807"/>
                  <a:gd name="connsiteY293" fmla="*/ 345637 h 492475"/>
                  <a:gd name="connsiteX294" fmla="*/ 393077 w 512807"/>
                  <a:gd name="connsiteY294" fmla="*/ 345637 h 492475"/>
                  <a:gd name="connsiteX295" fmla="*/ 390818 w 512807"/>
                  <a:gd name="connsiteY295" fmla="*/ 343378 h 492475"/>
                  <a:gd name="connsiteX296" fmla="*/ 388559 w 512807"/>
                  <a:gd name="connsiteY296" fmla="*/ 343378 h 492475"/>
                  <a:gd name="connsiteX297" fmla="*/ 386300 w 512807"/>
                  <a:gd name="connsiteY297" fmla="*/ 341118 h 492475"/>
                  <a:gd name="connsiteX298" fmla="*/ 379523 w 512807"/>
                  <a:gd name="connsiteY298" fmla="*/ 338859 h 492475"/>
                  <a:gd name="connsiteX299" fmla="*/ 375004 w 512807"/>
                  <a:gd name="connsiteY299" fmla="*/ 334341 h 492475"/>
                  <a:gd name="connsiteX300" fmla="*/ 372745 w 512807"/>
                  <a:gd name="connsiteY300" fmla="*/ 334341 h 492475"/>
                  <a:gd name="connsiteX301" fmla="*/ 370486 w 512807"/>
                  <a:gd name="connsiteY301" fmla="*/ 332082 h 492475"/>
                  <a:gd name="connsiteX302" fmla="*/ 363709 w 512807"/>
                  <a:gd name="connsiteY302" fmla="*/ 329823 h 492475"/>
                  <a:gd name="connsiteX303" fmla="*/ 359191 w 512807"/>
                  <a:gd name="connsiteY303" fmla="*/ 325305 h 492475"/>
                  <a:gd name="connsiteX304" fmla="*/ 356932 w 512807"/>
                  <a:gd name="connsiteY304" fmla="*/ 325305 h 492475"/>
                  <a:gd name="connsiteX305" fmla="*/ 352414 w 512807"/>
                  <a:gd name="connsiteY305" fmla="*/ 320787 h 492475"/>
                  <a:gd name="connsiteX306" fmla="*/ 350155 w 512807"/>
                  <a:gd name="connsiteY306" fmla="*/ 320787 h 492475"/>
                  <a:gd name="connsiteX307" fmla="*/ 345637 w 512807"/>
                  <a:gd name="connsiteY307" fmla="*/ 316269 h 492475"/>
                  <a:gd name="connsiteX308" fmla="*/ 343378 w 512807"/>
                  <a:gd name="connsiteY308" fmla="*/ 316269 h 492475"/>
                  <a:gd name="connsiteX309" fmla="*/ 336600 w 512807"/>
                  <a:gd name="connsiteY309" fmla="*/ 309492 h 492475"/>
                  <a:gd name="connsiteX310" fmla="*/ 334341 w 512807"/>
                  <a:gd name="connsiteY310" fmla="*/ 309492 h 492475"/>
                  <a:gd name="connsiteX311" fmla="*/ 327564 w 512807"/>
                  <a:gd name="connsiteY311" fmla="*/ 302714 h 492475"/>
                  <a:gd name="connsiteX312" fmla="*/ 325305 w 512807"/>
                  <a:gd name="connsiteY312" fmla="*/ 302714 h 492475"/>
                  <a:gd name="connsiteX313" fmla="*/ 316269 w 512807"/>
                  <a:gd name="connsiteY313" fmla="*/ 293678 h 492475"/>
                  <a:gd name="connsiteX314" fmla="*/ 314010 w 512807"/>
                  <a:gd name="connsiteY314" fmla="*/ 293678 h 492475"/>
                  <a:gd name="connsiteX315" fmla="*/ 277865 w 512807"/>
                  <a:gd name="connsiteY315" fmla="*/ 257533 h 492475"/>
                  <a:gd name="connsiteX316" fmla="*/ 277865 w 512807"/>
                  <a:gd name="connsiteY316" fmla="*/ 255274 h 492475"/>
                  <a:gd name="connsiteX317" fmla="*/ 268828 w 512807"/>
                  <a:gd name="connsiteY317" fmla="*/ 246238 h 492475"/>
                  <a:gd name="connsiteX318" fmla="*/ 268828 w 512807"/>
                  <a:gd name="connsiteY318" fmla="*/ 243979 h 492475"/>
                  <a:gd name="connsiteX319" fmla="*/ 259792 w 512807"/>
                  <a:gd name="connsiteY319" fmla="*/ 234943 h 492475"/>
                  <a:gd name="connsiteX320" fmla="*/ 259792 w 512807"/>
                  <a:gd name="connsiteY320" fmla="*/ 232683 h 492475"/>
                  <a:gd name="connsiteX321" fmla="*/ 255274 w 512807"/>
                  <a:gd name="connsiteY321" fmla="*/ 228165 h 492475"/>
                  <a:gd name="connsiteX322" fmla="*/ 255274 w 512807"/>
                  <a:gd name="connsiteY322" fmla="*/ 225906 h 492475"/>
                  <a:gd name="connsiteX323" fmla="*/ 248497 w 512807"/>
                  <a:gd name="connsiteY323" fmla="*/ 219129 h 492475"/>
                  <a:gd name="connsiteX324" fmla="*/ 246238 w 512807"/>
                  <a:gd name="connsiteY324" fmla="*/ 212352 h 492475"/>
                  <a:gd name="connsiteX325" fmla="*/ 237202 w 512807"/>
                  <a:gd name="connsiteY325" fmla="*/ 201057 h 492475"/>
                  <a:gd name="connsiteX326" fmla="*/ 237202 w 512807"/>
                  <a:gd name="connsiteY326" fmla="*/ 198798 h 492475"/>
                  <a:gd name="connsiteX327" fmla="*/ 234943 w 512807"/>
                  <a:gd name="connsiteY327" fmla="*/ 196538 h 492475"/>
                  <a:gd name="connsiteX328" fmla="*/ 234943 w 512807"/>
                  <a:gd name="connsiteY328" fmla="*/ 194279 h 492475"/>
                  <a:gd name="connsiteX329" fmla="*/ 232683 w 512807"/>
                  <a:gd name="connsiteY329" fmla="*/ 192020 h 492475"/>
                  <a:gd name="connsiteX330" fmla="*/ 232683 w 512807"/>
                  <a:gd name="connsiteY330" fmla="*/ 189761 h 492475"/>
                  <a:gd name="connsiteX331" fmla="*/ 230424 w 512807"/>
                  <a:gd name="connsiteY331" fmla="*/ 187502 h 492475"/>
                  <a:gd name="connsiteX332" fmla="*/ 230424 w 512807"/>
                  <a:gd name="connsiteY332" fmla="*/ 185243 h 492475"/>
                  <a:gd name="connsiteX333" fmla="*/ 225906 w 512807"/>
                  <a:gd name="connsiteY333" fmla="*/ 178466 h 492475"/>
                  <a:gd name="connsiteX334" fmla="*/ 225906 w 512807"/>
                  <a:gd name="connsiteY334" fmla="*/ 169430 h 492475"/>
                  <a:gd name="connsiteX335" fmla="*/ 230424 w 512807"/>
                  <a:gd name="connsiteY335" fmla="*/ 162653 h 492475"/>
                  <a:gd name="connsiteX336" fmla="*/ 232683 w 512807"/>
                  <a:gd name="connsiteY336" fmla="*/ 162653 h 492475"/>
                  <a:gd name="connsiteX337" fmla="*/ 234943 w 512807"/>
                  <a:gd name="connsiteY337" fmla="*/ 160393 h 492475"/>
                  <a:gd name="connsiteX338" fmla="*/ 309492 w 512807"/>
                  <a:gd name="connsiteY338" fmla="*/ 160393 h 492475"/>
                  <a:gd name="connsiteX339" fmla="*/ 314010 w 512807"/>
                  <a:gd name="connsiteY339" fmla="*/ 155875 h 492475"/>
                  <a:gd name="connsiteX340" fmla="*/ 300455 w 512807"/>
                  <a:gd name="connsiteY340" fmla="*/ 142321 h 492475"/>
                  <a:gd name="connsiteX341" fmla="*/ 298196 w 512807"/>
                  <a:gd name="connsiteY341" fmla="*/ 142321 h 492475"/>
                  <a:gd name="connsiteX342" fmla="*/ 268828 w 512807"/>
                  <a:gd name="connsiteY342" fmla="*/ 112953 h 492475"/>
                  <a:gd name="connsiteX343" fmla="*/ 266569 w 512807"/>
                  <a:gd name="connsiteY343" fmla="*/ 112953 h 492475"/>
                  <a:gd name="connsiteX344" fmla="*/ 234943 w 512807"/>
                  <a:gd name="connsiteY344" fmla="*/ 81326 h 492475"/>
                  <a:gd name="connsiteX345" fmla="*/ 232683 w 512807"/>
                  <a:gd name="connsiteY345" fmla="*/ 81326 h 492475"/>
                  <a:gd name="connsiteX346" fmla="*/ 203316 w 512807"/>
                  <a:gd name="connsiteY346" fmla="*/ 51958 h 492475"/>
                  <a:gd name="connsiteX347" fmla="*/ 201057 w 512807"/>
                  <a:gd name="connsiteY347" fmla="*/ 51958 h 492475"/>
                  <a:gd name="connsiteX348" fmla="*/ 185243 w 512807"/>
                  <a:gd name="connsiteY348" fmla="*/ 36145 h 492475"/>
                  <a:gd name="connsiteX349" fmla="*/ 182984 w 512807"/>
                  <a:gd name="connsiteY349" fmla="*/ 36145 h 492475"/>
                  <a:gd name="connsiteX350" fmla="*/ 169430 w 512807"/>
                  <a:gd name="connsiteY350" fmla="*/ 49699 h 492475"/>
                  <a:gd name="connsiteX351" fmla="*/ 167171 w 512807"/>
                  <a:gd name="connsiteY351" fmla="*/ 49699 h 492475"/>
                  <a:gd name="connsiteX352" fmla="*/ 137803 w 512807"/>
                  <a:gd name="connsiteY352" fmla="*/ 79067 h 492475"/>
                  <a:gd name="connsiteX353" fmla="*/ 135544 w 512807"/>
                  <a:gd name="connsiteY353" fmla="*/ 79067 h 492475"/>
                  <a:gd name="connsiteX354" fmla="*/ 106176 w 512807"/>
                  <a:gd name="connsiteY354" fmla="*/ 108435 h 492475"/>
                  <a:gd name="connsiteX355" fmla="*/ 103917 w 512807"/>
                  <a:gd name="connsiteY355" fmla="*/ 108435 h 492475"/>
                  <a:gd name="connsiteX356" fmla="*/ 74549 w 512807"/>
                  <a:gd name="connsiteY356" fmla="*/ 137803 h 492475"/>
                  <a:gd name="connsiteX357" fmla="*/ 72290 w 512807"/>
                  <a:gd name="connsiteY357" fmla="*/ 137803 h 492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</a:cxnLst>
                <a:rect l="l" t="t" r="r" b="b"/>
                <a:pathLst>
                  <a:path w="512807" h="492475">
                    <a:moveTo>
                      <a:pt x="2259" y="162653"/>
                    </a:moveTo>
                    <a:lnTo>
                      <a:pt x="2259" y="164912"/>
                    </a:lnTo>
                    <a:lnTo>
                      <a:pt x="0" y="167171"/>
                    </a:lnTo>
                    <a:lnTo>
                      <a:pt x="0" y="180725"/>
                    </a:lnTo>
                    <a:lnTo>
                      <a:pt x="6777" y="187502"/>
                    </a:lnTo>
                    <a:lnTo>
                      <a:pt x="9036" y="187502"/>
                    </a:lnTo>
                    <a:lnTo>
                      <a:pt x="11295" y="189761"/>
                    </a:lnTo>
                    <a:lnTo>
                      <a:pt x="103917" y="189761"/>
                    </a:lnTo>
                    <a:lnTo>
                      <a:pt x="108435" y="194279"/>
                    </a:lnTo>
                    <a:lnTo>
                      <a:pt x="108435" y="198798"/>
                    </a:lnTo>
                    <a:lnTo>
                      <a:pt x="115212" y="210093"/>
                    </a:lnTo>
                    <a:lnTo>
                      <a:pt x="115212" y="214611"/>
                    </a:lnTo>
                    <a:lnTo>
                      <a:pt x="117471" y="216870"/>
                    </a:lnTo>
                    <a:lnTo>
                      <a:pt x="117471" y="219129"/>
                    </a:lnTo>
                    <a:lnTo>
                      <a:pt x="119730" y="221388"/>
                    </a:lnTo>
                    <a:lnTo>
                      <a:pt x="119730" y="223647"/>
                    </a:lnTo>
                    <a:lnTo>
                      <a:pt x="121989" y="225906"/>
                    </a:lnTo>
                    <a:lnTo>
                      <a:pt x="121989" y="228165"/>
                    </a:lnTo>
                    <a:lnTo>
                      <a:pt x="124248" y="230424"/>
                    </a:lnTo>
                    <a:lnTo>
                      <a:pt x="124248" y="232683"/>
                    </a:lnTo>
                    <a:lnTo>
                      <a:pt x="126508" y="234943"/>
                    </a:lnTo>
                    <a:lnTo>
                      <a:pt x="131026" y="246238"/>
                    </a:lnTo>
                    <a:lnTo>
                      <a:pt x="135544" y="250756"/>
                    </a:lnTo>
                    <a:lnTo>
                      <a:pt x="140062" y="262051"/>
                    </a:lnTo>
                    <a:lnTo>
                      <a:pt x="144580" y="266569"/>
                    </a:lnTo>
                    <a:lnTo>
                      <a:pt x="146839" y="273347"/>
                    </a:lnTo>
                    <a:lnTo>
                      <a:pt x="151357" y="277865"/>
                    </a:lnTo>
                    <a:lnTo>
                      <a:pt x="151357" y="280124"/>
                    </a:lnTo>
                    <a:lnTo>
                      <a:pt x="155875" y="284642"/>
                    </a:lnTo>
                    <a:lnTo>
                      <a:pt x="155875" y="286901"/>
                    </a:lnTo>
                    <a:lnTo>
                      <a:pt x="160393" y="291419"/>
                    </a:lnTo>
                    <a:lnTo>
                      <a:pt x="160393" y="293678"/>
                    </a:lnTo>
                    <a:lnTo>
                      <a:pt x="167171" y="300455"/>
                    </a:lnTo>
                    <a:lnTo>
                      <a:pt x="167171" y="302714"/>
                    </a:lnTo>
                    <a:lnTo>
                      <a:pt x="173948" y="309492"/>
                    </a:lnTo>
                    <a:lnTo>
                      <a:pt x="173948" y="311751"/>
                    </a:lnTo>
                    <a:lnTo>
                      <a:pt x="182984" y="320787"/>
                    </a:lnTo>
                    <a:lnTo>
                      <a:pt x="182984" y="323046"/>
                    </a:lnTo>
                    <a:lnTo>
                      <a:pt x="196538" y="336600"/>
                    </a:lnTo>
                    <a:lnTo>
                      <a:pt x="196538" y="338859"/>
                    </a:lnTo>
                    <a:lnTo>
                      <a:pt x="232683" y="375004"/>
                    </a:lnTo>
                    <a:lnTo>
                      <a:pt x="234943" y="375004"/>
                    </a:lnTo>
                    <a:lnTo>
                      <a:pt x="248497" y="388559"/>
                    </a:lnTo>
                    <a:lnTo>
                      <a:pt x="250756" y="388559"/>
                    </a:lnTo>
                    <a:lnTo>
                      <a:pt x="268828" y="404372"/>
                    </a:lnTo>
                    <a:lnTo>
                      <a:pt x="271088" y="404372"/>
                    </a:lnTo>
                    <a:lnTo>
                      <a:pt x="275606" y="408890"/>
                    </a:lnTo>
                    <a:lnTo>
                      <a:pt x="277865" y="408890"/>
                    </a:lnTo>
                    <a:lnTo>
                      <a:pt x="282383" y="413408"/>
                    </a:lnTo>
                    <a:lnTo>
                      <a:pt x="284642" y="413408"/>
                    </a:lnTo>
                    <a:lnTo>
                      <a:pt x="291419" y="420186"/>
                    </a:lnTo>
                    <a:lnTo>
                      <a:pt x="298196" y="422445"/>
                    </a:lnTo>
                    <a:lnTo>
                      <a:pt x="302714" y="426963"/>
                    </a:lnTo>
                    <a:lnTo>
                      <a:pt x="309492" y="429222"/>
                    </a:lnTo>
                    <a:lnTo>
                      <a:pt x="314010" y="433740"/>
                    </a:lnTo>
                    <a:lnTo>
                      <a:pt x="316269" y="433740"/>
                    </a:lnTo>
                    <a:lnTo>
                      <a:pt x="318528" y="435999"/>
                    </a:lnTo>
                    <a:lnTo>
                      <a:pt x="329823" y="440517"/>
                    </a:lnTo>
                    <a:lnTo>
                      <a:pt x="334341" y="445035"/>
                    </a:lnTo>
                    <a:lnTo>
                      <a:pt x="336600" y="445035"/>
                    </a:lnTo>
                    <a:lnTo>
                      <a:pt x="347896" y="451813"/>
                    </a:lnTo>
                    <a:lnTo>
                      <a:pt x="352414" y="451813"/>
                    </a:lnTo>
                    <a:lnTo>
                      <a:pt x="368227" y="460849"/>
                    </a:lnTo>
                    <a:lnTo>
                      <a:pt x="372745" y="460849"/>
                    </a:lnTo>
                    <a:lnTo>
                      <a:pt x="379523" y="465367"/>
                    </a:lnTo>
                    <a:lnTo>
                      <a:pt x="384041" y="465367"/>
                    </a:lnTo>
                    <a:lnTo>
                      <a:pt x="386300" y="467626"/>
                    </a:lnTo>
                    <a:lnTo>
                      <a:pt x="390818" y="467626"/>
                    </a:lnTo>
                    <a:lnTo>
                      <a:pt x="393077" y="469885"/>
                    </a:lnTo>
                    <a:lnTo>
                      <a:pt x="397595" y="469885"/>
                    </a:lnTo>
                    <a:lnTo>
                      <a:pt x="399854" y="472144"/>
                    </a:lnTo>
                    <a:lnTo>
                      <a:pt x="404372" y="472144"/>
                    </a:lnTo>
                    <a:lnTo>
                      <a:pt x="406631" y="474403"/>
                    </a:lnTo>
                    <a:lnTo>
                      <a:pt x="411149" y="474403"/>
                    </a:lnTo>
                    <a:lnTo>
                      <a:pt x="413408" y="476662"/>
                    </a:lnTo>
                    <a:lnTo>
                      <a:pt x="417927" y="476662"/>
                    </a:lnTo>
                    <a:lnTo>
                      <a:pt x="420186" y="478921"/>
                    </a:lnTo>
                    <a:lnTo>
                      <a:pt x="426963" y="478921"/>
                    </a:lnTo>
                    <a:lnTo>
                      <a:pt x="429222" y="481180"/>
                    </a:lnTo>
                    <a:lnTo>
                      <a:pt x="433740" y="481180"/>
                    </a:lnTo>
                    <a:lnTo>
                      <a:pt x="435999" y="483439"/>
                    </a:lnTo>
                    <a:lnTo>
                      <a:pt x="442776" y="483439"/>
                    </a:lnTo>
                    <a:lnTo>
                      <a:pt x="445035" y="485698"/>
                    </a:lnTo>
                    <a:lnTo>
                      <a:pt x="454072" y="485698"/>
                    </a:lnTo>
                    <a:lnTo>
                      <a:pt x="456331" y="487958"/>
                    </a:lnTo>
                    <a:lnTo>
                      <a:pt x="465367" y="487958"/>
                    </a:lnTo>
                    <a:lnTo>
                      <a:pt x="467626" y="490217"/>
                    </a:lnTo>
                    <a:lnTo>
                      <a:pt x="478921" y="490217"/>
                    </a:lnTo>
                    <a:lnTo>
                      <a:pt x="481180" y="492476"/>
                    </a:lnTo>
                    <a:lnTo>
                      <a:pt x="503771" y="492476"/>
                    </a:lnTo>
                    <a:lnTo>
                      <a:pt x="510548" y="485698"/>
                    </a:lnTo>
                    <a:lnTo>
                      <a:pt x="510548" y="481180"/>
                    </a:lnTo>
                    <a:lnTo>
                      <a:pt x="512807" y="478921"/>
                    </a:lnTo>
                    <a:lnTo>
                      <a:pt x="512807" y="361450"/>
                    </a:lnTo>
                    <a:lnTo>
                      <a:pt x="510548" y="359191"/>
                    </a:lnTo>
                    <a:lnTo>
                      <a:pt x="508289" y="352414"/>
                    </a:lnTo>
                    <a:lnTo>
                      <a:pt x="506030" y="352414"/>
                    </a:lnTo>
                    <a:lnTo>
                      <a:pt x="499253" y="347896"/>
                    </a:lnTo>
                    <a:lnTo>
                      <a:pt x="490217" y="347896"/>
                    </a:lnTo>
                    <a:lnTo>
                      <a:pt x="487958" y="345637"/>
                    </a:lnTo>
                    <a:lnTo>
                      <a:pt x="478921" y="345637"/>
                    </a:lnTo>
                    <a:lnTo>
                      <a:pt x="476662" y="343378"/>
                    </a:lnTo>
                    <a:lnTo>
                      <a:pt x="469885" y="343378"/>
                    </a:lnTo>
                    <a:lnTo>
                      <a:pt x="467626" y="341118"/>
                    </a:lnTo>
                    <a:lnTo>
                      <a:pt x="463108" y="341118"/>
                    </a:lnTo>
                    <a:lnTo>
                      <a:pt x="460849" y="338859"/>
                    </a:lnTo>
                    <a:lnTo>
                      <a:pt x="454072" y="338859"/>
                    </a:lnTo>
                    <a:lnTo>
                      <a:pt x="451813" y="336600"/>
                    </a:lnTo>
                    <a:lnTo>
                      <a:pt x="447294" y="336600"/>
                    </a:lnTo>
                    <a:lnTo>
                      <a:pt x="445035" y="334341"/>
                    </a:lnTo>
                    <a:lnTo>
                      <a:pt x="440517" y="334341"/>
                    </a:lnTo>
                    <a:lnTo>
                      <a:pt x="433740" y="329823"/>
                    </a:lnTo>
                    <a:lnTo>
                      <a:pt x="429222" y="329823"/>
                    </a:lnTo>
                    <a:lnTo>
                      <a:pt x="417927" y="323046"/>
                    </a:lnTo>
                    <a:lnTo>
                      <a:pt x="413408" y="323046"/>
                    </a:lnTo>
                    <a:lnTo>
                      <a:pt x="411149" y="320787"/>
                    </a:lnTo>
                    <a:lnTo>
                      <a:pt x="408890" y="320787"/>
                    </a:lnTo>
                    <a:lnTo>
                      <a:pt x="406631" y="318528"/>
                    </a:lnTo>
                    <a:lnTo>
                      <a:pt x="395336" y="314010"/>
                    </a:lnTo>
                    <a:lnTo>
                      <a:pt x="390818" y="309492"/>
                    </a:lnTo>
                    <a:lnTo>
                      <a:pt x="379523" y="304973"/>
                    </a:lnTo>
                    <a:lnTo>
                      <a:pt x="375004" y="300455"/>
                    </a:lnTo>
                    <a:lnTo>
                      <a:pt x="372745" y="300455"/>
                    </a:lnTo>
                    <a:lnTo>
                      <a:pt x="368227" y="295937"/>
                    </a:lnTo>
                    <a:lnTo>
                      <a:pt x="365968" y="295937"/>
                    </a:lnTo>
                    <a:lnTo>
                      <a:pt x="361450" y="291419"/>
                    </a:lnTo>
                    <a:lnTo>
                      <a:pt x="359191" y="291419"/>
                    </a:lnTo>
                    <a:lnTo>
                      <a:pt x="341118" y="275606"/>
                    </a:lnTo>
                    <a:lnTo>
                      <a:pt x="338859" y="275606"/>
                    </a:lnTo>
                    <a:lnTo>
                      <a:pt x="295937" y="232683"/>
                    </a:lnTo>
                    <a:lnTo>
                      <a:pt x="295937" y="230424"/>
                    </a:lnTo>
                    <a:lnTo>
                      <a:pt x="284642" y="219129"/>
                    </a:lnTo>
                    <a:lnTo>
                      <a:pt x="284642" y="216870"/>
                    </a:lnTo>
                    <a:lnTo>
                      <a:pt x="280124" y="212352"/>
                    </a:lnTo>
                    <a:lnTo>
                      <a:pt x="280124" y="210093"/>
                    </a:lnTo>
                    <a:lnTo>
                      <a:pt x="271088" y="198798"/>
                    </a:lnTo>
                    <a:lnTo>
                      <a:pt x="271088" y="196538"/>
                    </a:lnTo>
                    <a:lnTo>
                      <a:pt x="268828" y="194279"/>
                    </a:lnTo>
                    <a:lnTo>
                      <a:pt x="273347" y="189761"/>
                    </a:lnTo>
                    <a:lnTo>
                      <a:pt x="356932" y="189761"/>
                    </a:lnTo>
                    <a:lnTo>
                      <a:pt x="359191" y="187502"/>
                    </a:lnTo>
                    <a:lnTo>
                      <a:pt x="361450" y="187502"/>
                    </a:lnTo>
                    <a:lnTo>
                      <a:pt x="368227" y="180725"/>
                    </a:lnTo>
                    <a:lnTo>
                      <a:pt x="368227" y="167171"/>
                    </a:lnTo>
                    <a:lnTo>
                      <a:pt x="363709" y="160393"/>
                    </a:lnTo>
                    <a:lnTo>
                      <a:pt x="361450" y="160393"/>
                    </a:lnTo>
                    <a:lnTo>
                      <a:pt x="329823" y="128767"/>
                    </a:lnTo>
                    <a:lnTo>
                      <a:pt x="327564" y="128767"/>
                    </a:lnTo>
                    <a:lnTo>
                      <a:pt x="298196" y="99399"/>
                    </a:lnTo>
                    <a:lnTo>
                      <a:pt x="295937" y="99399"/>
                    </a:lnTo>
                    <a:lnTo>
                      <a:pt x="266569" y="70031"/>
                    </a:lnTo>
                    <a:lnTo>
                      <a:pt x="264310" y="70031"/>
                    </a:lnTo>
                    <a:lnTo>
                      <a:pt x="234943" y="40663"/>
                    </a:lnTo>
                    <a:lnTo>
                      <a:pt x="232683" y="40663"/>
                    </a:lnTo>
                    <a:lnTo>
                      <a:pt x="203316" y="11295"/>
                    </a:lnTo>
                    <a:lnTo>
                      <a:pt x="201057" y="11295"/>
                    </a:lnTo>
                    <a:lnTo>
                      <a:pt x="192020" y="2259"/>
                    </a:lnTo>
                    <a:lnTo>
                      <a:pt x="189761" y="2259"/>
                    </a:lnTo>
                    <a:lnTo>
                      <a:pt x="187502" y="0"/>
                    </a:lnTo>
                    <a:lnTo>
                      <a:pt x="180725" y="0"/>
                    </a:lnTo>
                    <a:lnTo>
                      <a:pt x="178466" y="2259"/>
                    </a:lnTo>
                    <a:lnTo>
                      <a:pt x="176207" y="2259"/>
                    </a:lnTo>
                    <a:lnTo>
                      <a:pt x="171689" y="6777"/>
                    </a:lnTo>
                    <a:lnTo>
                      <a:pt x="169430" y="6777"/>
                    </a:lnTo>
                    <a:lnTo>
                      <a:pt x="106176" y="67772"/>
                    </a:lnTo>
                    <a:lnTo>
                      <a:pt x="103917" y="67772"/>
                    </a:lnTo>
                    <a:lnTo>
                      <a:pt x="74549" y="97140"/>
                    </a:lnTo>
                    <a:lnTo>
                      <a:pt x="72290" y="97140"/>
                    </a:lnTo>
                    <a:lnTo>
                      <a:pt x="42922" y="126508"/>
                    </a:lnTo>
                    <a:lnTo>
                      <a:pt x="40663" y="126508"/>
                    </a:lnTo>
                    <a:lnTo>
                      <a:pt x="9036" y="158134"/>
                    </a:lnTo>
                    <a:lnTo>
                      <a:pt x="6777" y="158134"/>
                    </a:lnTo>
                    <a:close/>
                    <a:moveTo>
                      <a:pt x="54218" y="155875"/>
                    </a:moveTo>
                    <a:lnTo>
                      <a:pt x="58736" y="160393"/>
                    </a:lnTo>
                    <a:lnTo>
                      <a:pt x="121989" y="160393"/>
                    </a:lnTo>
                    <a:lnTo>
                      <a:pt x="128767" y="167171"/>
                    </a:lnTo>
                    <a:lnTo>
                      <a:pt x="128767" y="169430"/>
                    </a:lnTo>
                    <a:lnTo>
                      <a:pt x="133285" y="176207"/>
                    </a:lnTo>
                    <a:lnTo>
                      <a:pt x="133285" y="180725"/>
                    </a:lnTo>
                    <a:lnTo>
                      <a:pt x="135544" y="182984"/>
                    </a:lnTo>
                    <a:lnTo>
                      <a:pt x="135544" y="187502"/>
                    </a:lnTo>
                    <a:lnTo>
                      <a:pt x="137803" y="189761"/>
                    </a:lnTo>
                    <a:lnTo>
                      <a:pt x="137803" y="192020"/>
                    </a:lnTo>
                    <a:lnTo>
                      <a:pt x="140062" y="194279"/>
                    </a:lnTo>
                    <a:lnTo>
                      <a:pt x="140062" y="196538"/>
                    </a:lnTo>
                    <a:lnTo>
                      <a:pt x="144580" y="203316"/>
                    </a:lnTo>
                    <a:lnTo>
                      <a:pt x="144580" y="207834"/>
                    </a:lnTo>
                    <a:lnTo>
                      <a:pt x="146839" y="210093"/>
                    </a:lnTo>
                    <a:lnTo>
                      <a:pt x="146839" y="212352"/>
                    </a:lnTo>
                    <a:lnTo>
                      <a:pt x="149098" y="214611"/>
                    </a:lnTo>
                    <a:lnTo>
                      <a:pt x="149098" y="216870"/>
                    </a:lnTo>
                    <a:lnTo>
                      <a:pt x="151357" y="219129"/>
                    </a:lnTo>
                    <a:lnTo>
                      <a:pt x="153616" y="225906"/>
                    </a:lnTo>
                    <a:lnTo>
                      <a:pt x="158134" y="230424"/>
                    </a:lnTo>
                    <a:lnTo>
                      <a:pt x="158134" y="232683"/>
                    </a:lnTo>
                    <a:lnTo>
                      <a:pt x="160393" y="234943"/>
                    </a:lnTo>
                    <a:lnTo>
                      <a:pt x="162653" y="241720"/>
                    </a:lnTo>
                    <a:lnTo>
                      <a:pt x="167171" y="246238"/>
                    </a:lnTo>
                    <a:lnTo>
                      <a:pt x="169430" y="253015"/>
                    </a:lnTo>
                    <a:lnTo>
                      <a:pt x="173948" y="257533"/>
                    </a:lnTo>
                    <a:lnTo>
                      <a:pt x="173948" y="259792"/>
                    </a:lnTo>
                    <a:lnTo>
                      <a:pt x="178466" y="264310"/>
                    </a:lnTo>
                    <a:lnTo>
                      <a:pt x="178466" y="266569"/>
                    </a:lnTo>
                    <a:lnTo>
                      <a:pt x="182984" y="271088"/>
                    </a:lnTo>
                    <a:lnTo>
                      <a:pt x="182984" y="273347"/>
                    </a:lnTo>
                    <a:lnTo>
                      <a:pt x="187502" y="277865"/>
                    </a:lnTo>
                    <a:lnTo>
                      <a:pt x="187502" y="280124"/>
                    </a:lnTo>
                    <a:lnTo>
                      <a:pt x="194279" y="286901"/>
                    </a:lnTo>
                    <a:lnTo>
                      <a:pt x="194279" y="289160"/>
                    </a:lnTo>
                    <a:lnTo>
                      <a:pt x="203316" y="298196"/>
                    </a:lnTo>
                    <a:lnTo>
                      <a:pt x="203316" y="300455"/>
                    </a:lnTo>
                    <a:lnTo>
                      <a:pt x="216870" y="314010"/>
                    </a:lnTo>
                    <a:lnTo>
                      <a:pt x="216870" y="316269"/>
                    </a:lnTo>
                    <a:lnTo>
                      <a:pt x="255274" y="354673"/>
                    </a:lnTo>
                    <a:lnTo>
                      <a:pt x="257533" y="354673"/>
                    </a:lnTo>
                    <a:lnTo>
                      <a:pt x="268828" y="365968"/>
                    </a:lnTo>
                    <a:lnTo>
                      <a:pt x="271088" y="365968"/>
                    </a:lnTo>
                    <a:lnTo>
                      <a:pt x="280124" y="375004"/>
                    </a:lnTo>
                    <a:lnTo>
                      <a:pt x="282383" y="375004"/>
                    </a:lnTo>
                    <a:lnTo>
                      <a:pt x="289160" y="381782"/>
                    </a:lnTo>
                    <a:lnTo>
                      <a:pt x="291419" y="381782"/>
                    </a:lnTo>
                    <a:lnTo>
                      <a:pt x="295937" y="386300"/>
                    </a:lnTo>
                    <a:lnTo>
                      <a:pt x="298196" y="386300"/>
                    </a:lnTo>
                    <a:lnTo>
                      <a:pt x="304973" y="393077"/>
                    </a:lnTo>
                    <a:lnTo>
                      <a:pt x="311751" y="395336"/>
                    </a:lnTo>
                    <a:lnTo>
                      <a:pt x="316269" y="399854"/>
                    </a:lnTo>
                    <a:lnTo>
                      <a:pt x="318528" y="399854"/>
                    </a:lnTo>
                    <a:lnTo>
                      <a:pt x="323046" y="404372"/>
                    </a:lnTo>
                    <a:lnTo>
                      <a:pt x="325305" y="404372"/>
                    </a:lnTo>
                    <a:lnTo>
                      <a:pt x="327564" y="406631"/>
                    </a:lnTo>
                    <a:lnTo>
                      <a:pt x="334341" y="408890"/>
                    </a:lnTo>
                    <a:lnTo>
                      <a:pt x="338859" y="413408"/>
                    </a:lnTo>
                    <a:lnTo>
                      <a:pt x="341118" y="413408"/>
                    </a:lnTo>
                    <a:lnTo>
                      <a:pt x="343378" y="415668"/>
                    </a:lnTo>
                    <a:lnTo>
                      <a:pt x="345637" y="415668"/>
                    </a:lnTo>
                    <a:lnTo>
                      <a:pt x="347896" y="417927"/>
                    </a:lnTo>
                    <a:lnTo>
                      <a:pt x="350155" y="417927"/>
                    </a:lnTo>
                    <a:lnTo>
                      <a:pt x="352414" y="420186"/>
                    </a:lnTo>
                    <a:lnTo>
                      <a:pt x="354673" y="420186"/>
                    </a:lnTo>
                    <a:lnTo>
                      <a:pt x="356932" y="422445"/>
                    </a:lnTo>
                    <a:lnTo>
                      <a:pt x="359191" y="422445"/>
                    </a:lnTo>
                    <a:lnTo>
                      <a:pt x="361450" y="424704"/>
                    </a:lnTo>
                    <a:lnTo>
                      <a:pt x="363709" y="424704"/>
                    </a:lnTo>
                    <a:lnTo>
                      <a:pt x="370486" y="429222"/>
                    </a:lnTo>
                    <a:lnTo>
                      <a:pt x="375004" y="429222"/>
                    </a:lnTo>
                    <a:lnTo>
                      <a:pt x="377263" y="431481"/>
                    </a:lnTo>
                    <a:lnTo>
                      <a:pt x="379523" y="431481"/>
                    </a:lnTo>
                    <a:lnTo>
                      <a:pt x="386300" y="435999"/>
                    </a:lnTo>
                    <a:lnTo>
                      <a:pt x="390818" y="435999"/>
                    </a:lnTo>
                    <a:lnTo>
                      <a:pt x="397595" y="440517"/>
                    </a:lnTo>
                    <a:lnTo>
                      <a:pt x="402113" y="440517"/>
                    </a:lnTo>
                    <a:lnTo>
                      <a:pt x="404372" y="442776"/>
                    </a:lnTo>
                    <a:lnTo>
                      <a:pt x="408890" y="442776"/>
                    </a:lnTo>
                    <a:lnTo>
                      <a:pt x="411149" y="445035"/>
                    </a:lnTo>
                    <a:lnTo>
                      <a:pt x="415668" y="445035"/>
                    </a:lnTo>
                    <a:lnTo>
                      <a:pt x="417927" y="447294"/>
                    </a:lnTo>
                    <a:lnTo>
                      <a:pt x="422445" y="447294"/>
                    </a:lnTo>
                    <a:lnTo>
                      <a:pt x="424704" y="449553"/>
                    </a:lnTo>
                    <a:lnTo>
                      <a:pt x="431481" y="449553"/>
                    </a:lnTo>
                    <a:lnTo>
                      <a:pt x="433740" y="451813"/>
                    </a:lnTo>
                    <a:lnTo>
                      <a:pt x="438258" y="451813"/>
                    </a:lnTo>
                    <a:lnTo>
                      <a:pt x="440517" y="454072"/>
                    </a:lnTo>
                    <a:lnTo>
                      <a:pt x="447294" y="454072"/>
                    </a:lnTo>
                    <a:lnTo>
                      <a:pt x="449553" y="456331"/>
                    </a:lnTo>
                    <a:lnTo>
                      <a:pt x="456331" y="456331"/>
                    </a:lnTo>
                    <a:lnTo>
                      <a:pt x="458590" y="458590"/>
                    </a:lnTo>
                    <a:lnTo>
                      <a:pt x="467626" y="458590"/>
                    </a:lnTo>
                    <a:lnTo>
                      <a:pt x="469885" y="460849"/>
                    </a:lnTo>
                    <a:lnTo>
                      <a:pt x="478921" y="460849"/>
                    </a:lnTo>
                    <a:lnTo>
                      <a:pt x="483439" y="456331"/>
                    </a:lnTo>
                    <a:lnTo>
                      <a:pt x="483439" y="379523"/>
                    </a:lnTo>
                    <a:lnTo>
                      <a:pt x="478921" y="375004"/>
                    </a:lnTo>
                    <a:lnTo>
                      <a:pt x="476662" y="375004"/>
                    </a:lnTo>
                    <a:lnTo>
                      <a:pt x="474403" y="372745"/>
                    </a:lnTo>
                    <a:lnTo>
                      <a:pt x="467626" y="372745"/>
                    </a:lnTo>
                    <a:lnTo>
                      <a:pt x="465367" y="370486"/>
                    </a:lnTo>
                    <a:lnTo>
                      <a:pt x="458590" y="370486"/>
                    </a:lnTo>
                    <a:lnTo>
                      <a:pt x="456331" y="368227"/>
                    </a:lnTo>
                    <a:lnTo>
                      <a:pt x="451813" y="368227"/>
                    </a:lnTo>
                    <a:lnTo>
                      <a:pt x="449553" y="365968"/>
                    </a:lnTo>
                    <a:lnTo>
                      <a:pt x="442776" y="365968"/>
                    </a:lnTo>
                    <a:lnTo>
                      <a:pt x="440517" y="363709"/>
                    </a:lnTo>
                    <a:lnTo>
                      <a:pt x="435999" y="363709"/>
                    </a:lnTo>
                    <a:lnTo>
                      <a:pt x="433740" y="361450"/>
                    </a:lnTo>
                    <a:lnTo>
                      <a:pt x="429222" y="361450"/>
                    </a:lnTo>
                    <a:lnTo>
                      <a:pt x="422445" y="356932"/>
                    </a:lnTo>
                    <a:lnTo>
                      <a:pt x="417927" y="356932"/>
                    </a:lnTo>
                    <a:lnTo>
                      <a:pt x="415668" y="354673"/>
                    </a:lnTo>
                    <a:lnTo>
                      <a:pt x="413408" y="354673"/>
                    </a:lnTo>
                    <a:lnTo>
                      <a:pt x="406631" y="350155"/>
                    </a:lnTo>
                    <a:lnTo>
                      <a:pt x="402113" y="350155"/>
                    </a:lnTo>
                    <a:lnTo>
                      <a:pt x="399854" y="347896"/>
                    </a:lnTo>
                    <a:lnTo>
                      <a:pt x="397595" y="347896"/>
                    </a:lnTo>
                    <a:lnTo>
                      <a:pt x="395336" y="345637"/>
                    </a:lnTo>
                    <a:lnTo>
                      <a:pt x="393077" y="345637"/>
                    </a:lnTo>
                    <a:lnTo>
                      <a:pt x="390818" y="343378"/>
                    </a:lnTo>
                    <a:lnTo>
                      <a:pt x="388559" y="343378"/>
                    </a:lnTo>
                    <a:lnTo>
                      <a:pt x="386300" y="341118"/>
                    </a:lnTo>
                    <a:lnTo>
                      <a:pt x="379523" y="338859"/>
                    </a:lnTo>
                    <a:lnTo>
                      <a:pt x="375004" y="334341"/>
                    </a:lnTo>
                    <a:lnTo>
                      <a:pt x="372745" y="334341"/>
                    </a:lnTo>
                    <a:lnTo>
                      <a:pt x="370486" y="332082"/>
                    </a:lnTo>
                    <a:lnTo>
                      <a:pt x="363709" y="329823"/>
                    </a:lnTo>
                    <a:lnTo>
                      <a:pt x="359191" y="325305"/>
                    </a:lnTo>
                    <a:lnTo>
                      <a:pt x="356932" y="325305"/>
                    </a:lnTo>
                    <a:lnTo>
                      <a:pt x="352414" y="320787"/>
                    </a:lnTo>
                    <a:lnTo>
                      <a:pt x="350155" y="320787"/>
                    </a:lnTo>
                    <a:lnTo>
                      <a:pt x="345637" y="316269"/>
                    </a:lnTo>
                    <a:lnTo>
                      <a:pt x="343378" y="316269"/>
                    </a:lnTo>
                    <a:lnTo>
                      <a:pt x="336600" y="309492"/>
                    </a:lnTo>
                    <a:lnTo>
                      <a:pt x="334341" y="309492"/>
                    </a:lnTo>
                    <a:lnTo>
                      <a:pt x="327564" y="302714"/>
                    </a:lnTo>
                    <a:lnTo>
                      <a:pt x="325305" y="302714"/>
                    </a:lnTo>
                    <a:lnTo>
                      <a:pt x="316269" y="293678"/>
                    </a:lnTo>
                    <a:lnTo>
                      <a:pt x="314010" y="293678"/>
                    </a:lnTo>
                    <a:lnTo>
                      <a:pt x="277865" y="257533"/>
                    </a:lnTo>
                    <a:lnTo>
                      <a:pt x="277865" y="255274"/>
                    </a:lnTo>
                    <a:lnTo>
                      <a:pt x="268828" y="246238"/>
                    </a:lnTo>
                    <a:lnTo>
                      <a:pt x="268828" y="243979"/>
                    </a:lnTo>
                    <a:lnTo>
                      <a:pt x="259792" y="234943"/>
                    </a:lnTo>
                    <a:lnTo>
                      <a:pt x="259792" y="232683"/>
                    </a:lnTo>
                    <a:lnTo>
                      <a:pt x="255274" y="228165"/>
                    </a:lnTo>
                    <a:lnTo>
                      <a:pt x="255274" y="225906"/>
                    </a:lnTo>
                    <a:lnTo>
                      <a:pt x="248497" y="219129"/>
                    </a:lnTo>
                    <a:lnTo>
                      <a:pt x="246238" y="212352"/>
                    </a:lnTo>
                    <a:lnTo>
                      <a:pt x="237202" y="201057"/>
                    </a:lnTo>
                    <a:lnTo>
                      <a:pt x="237202" y="198798"/>
                    </a:lnTo>
                    <a:lnTo>
                      <a:pt x="234943" y="196538"/>
                    </a:lnTo>
                    <a:lnTo>
                      <a:pt x="234943" y="194279"/>
                    </a:lnTo>
                    <a:lnTo>
                      <a:pt x="232683" y="192020"/>
                    </a:lnTo>
                    <a:lnTo>
                      <a:pt x="232683" y="189761"/>
                    </a:lnTo>
                    <a:lnTo>
                      <a:pt x="230424" y="187502"/>
                    </a:lnTo>
                    <a:lnTo>
                      <a:pt x="230424" y="185243"/>
                    </a:lnTo>
                    <a:lnTo>
                      <a:pt x="225906" y="178466"/>
                    </a:lnTo>
                    <a:lnTo>
                      <a:pt x="225906" y="169430"/>
                    </a:lnTo>
                    <a:lnTo>
                      <a:pt x="230424" y="162653"/>
                    </a:lnTo>
                    <a:lnTo>
                      <a:pt x="232683" y="162653"/>
                    </a:lnTo>
                    <a:lnTo>
                      <a:pt x="234943" y="160393"/>
                    </a:lnTo>
                    <a:lnTo>
                      <a:pt x="309492" y="160393"/>
                    </a:lnTo>
                    <a:lnTo>
                      <a:pt x="314010" y="155875"/>
                    </a:lnTo>
                    <a:lnTo>
                      <a:pt x="300455" y="142321"/>
                    </a:lnTo>
                    <a:lnTo>
                      <a:pt x="298196" y="142321"/>
                    </a:lnTo>
                    <a:lnTo>
                      <a:pt x="268828" y="112953"/>
                    </a:lnTo>
                    <a:lnTo>
                      <a:pt x="266569" y="112953"/>
                    </a:lnTo>
                    <a:lnTo>
                      <a:pt x="234943" y="81326"/>
                    </a:lnTo>
                    <a:lnTo>
                      <a:pt x="232683" y="81326"/>
                    </a:lnTo>
                    <a:lnTo>
                      <a:pt x="203316" y="51958"/>
                    </a:lnTo>
                    <a:lnTo>
                      <a:pt x="201057" y="51958"/>
                    </a:lnTo>
                    <a:lnTo>
                      <a:pt x="185243" y="36145"/>
                    </a:lnTo>
                    <a:lnTo>
                      <a:pt x="182984" y="36145"/>
                    </a:lnTo>
                    <a:lnTo>
                      <a:pt x="169430" y="49699"/>
                    </a:lnTo>
                    <a:lnTo>
                      <a:pt x="167171" y="49699"/>
                    </a:lnTo>
                    <a:lnTo>
                      <a:pt x="137803" y="79067"/>
                    </a:lnTo>
                    <a:lnTo>
                      <a:pt x="135544" y="79067"/>
                    </a:lnTo>
                    <a:lnTo>
                      <a:pt x="106176" y="108435"/>
                    </a:lnTo>
                    <a:lnTo>
                      <a:pt x="103917" y="108435"/>
                    </a:lnTo>
                    <a:lnTo>
                      <a:pt x="74549" y="137803"/>
                    </a:lnTo>
                    <a:lnTo>
                      <a:pt x="72290" y="137803"/>
                    </a:lnTo>
                    <a:close/>
                  </a:path>
                </a:pathLst>
              </a:custGeom>
              <a:solidFill>
                <a:srgbClr val="000000"/>
              </a:solidFill>
              <a:ln w="22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33" name="任意形状 1132">
                <a:extLst>
                  <a:ext uri="{FF2B5EF4-FFF2-40B4-BE49-F238E27FC236}">
                    <a16:creationId xmlns:a16="http://schemas.microsoft.com/office/drawing/2014/main" id="{000458D9-1E3A-0EB1-3E11-DF2159D9F3D4}"/>
                  </a:ext>
                </a:extLst>
              </p:cNvPr>
              <p:cNvSpPr/>
              <p:nvPr/>
            </p:nvSpPr>
            <p:spPr>
              <a:xfrm>
                <a:off x="2158724" y="7123746"/>
                <a:ext cx="290813" cy="287669"/>
              </a:xfrm>
              <a:custGeom>
                <a:avLst/>
                <a:gdLst>
                  <a:gd name="connsiteX0" fmla="*/ 0 w 417926"/>
                  <a:gd name="connsiteY0" fmla="*/ 112953 h 413408"/>
                  <a:gd name="connsiteX1" fmla="*/ 60995 w 417926"/>
                  <a:gd name="connsiteY1" fmla="*/ 112953 h 413408"/>
                  <a:gd name="connsiteX2" fmla="*/ 63254 w 417926"/>
                  <a:gd name="connsiteY2" fmla="*/ 115212 h 413408"/>
                  <a:gd name="connsiteX3" fmla="*/ 65513 w 417926"/>
                  <a:gd name="connsiteY3" fmla="*/ 115212 h 413408"/>
                  <a:gd name="connsiteX4" fmla="*/ 72290 w 417926"/>
                  <a:gd name="connsiteY4" fmla="*/ 121989 h 413408"/>
                  <a:gd name="connsiteX5" fmla="*/ 72290 w 417926"/>
                  <a:gd name="connsiteY5" fmla="*/ 124248 h 413408"/>
                  <a:gd name="connsiteX6" fmla="*/ 74549 w 417926"/>
                  <a:gd name="connsiteY6" fmla="*/ 126508 h 413408"/>
                  <a:gd name="connsiteX7" fmla="*/ 74549 w 417926"/>
                  <a:gd name="connsiteY7" fmla="*/ 131026 h 413408"/>
                  <a:gd name="connsiteX8" fmla="*/ 76808 w 417926"/>
                  <a:gd name="connsiteY8" fmla="*/ 133285 h 413408"/>
                  <a:gd name="connsiteX9" fmla="*/ 76808 w 417926"/>
                  <a:gd name="connsiteY9" fmla="*/ 137803 h 413408"/>
                  <a:gd name="connsiteX10" fmla="*/ 79067 w 417926"/>
                  <a:gd name="connsiteY10" fmla="*/ 140062 h 413408"/>
                  <a:gd name="connsiteX11" fmla="*/ 79067 w 417926"/>
                  <a:gd name="connsiteY11" fmla="*/ 142321 h 413408"/>
                  <a:gd name="connsiteX12" fmla="*/ 83585 w 417926"/>
                  <a:gd name="connsiteY12" fmla="*/ 149098 h 413408"/>
                  <a:gd name="connsiteX13" fmla="*/ 83585 w 417926"/>
                  <a:gd name="connsiteY13" fmla="*/ 153616 h 413408"/>
                  <a:gd name="connsiteX14" fmla="*/ 85844 w 417926"/>
                  <a:gd name="connsiteY14" fmla="*/ 155875 h 413408"/>
                  <a:gd name="connsiteX15" fmla="*/ 85844 w 417926"/>
                  <a:gd name="connsiteY15" fmla="*/ 158134 h 413408"/>
                  <a:gd name="connsiteX16" fmla="*/ 88103 w 417926"/>
                  <a:gd name="connsiteY16" fmla="*/ 160393 h 413408"/>
                  <a:gd name="connsiteX17" fmla="*/ 88103 w 417926"/>
                  <a:gd name="connsiteY17" fmla="*/ 162653 h 413408"/>
                  <a:gd name="connsiteX18" fmla="*/ 90363 w 417926"/>
                  <a:gd name="connsiteY18" fmla="*/ 164912 h 413408"/>
                  <a:gd name="connsiteX19" fmla="*/ 90363 w 417926"/>
                  <a:gd name="connsiteY19" fmla="*/ 167171 h 413408"/>
                  <a:gd name="connsiteX20" fmla="*/ 92622 w 417926"/>
                  <a:gd name="connsiteY20" fmla="*/ 169430 h 413408"/>
                  <a:gd name="connsiteX21" fmla="*/ 92622 w 417926"/>
                  <a:gd name="connsiteY21" fmla="*/ 171689 h 413408"/>
                  <a:gd name="connsiteX22" fmla="*/ 94881 w 417926"/>
                  <a:gd name="connsiteY22" fmla="*/ 173948 h 413408"/>
                  <a:gd name="connsiteX23" fmla="*/ 94881 w 417926"/>
                  <a:gd name="connsiteY23" fmla="*/ 176207 h 413408"/>
                  <a:gd name="connsiteX24" fmla="*/ 97140 w 417926"/>
                  <a:gd name="connsiteY24" fmla="*/ 178466 h 413408"/>
                  <a:gd name="connsiteX25" fmla="*/ 97140 w 417926"/>
                  <a:gd name="connsiteY25" fmla="*/ 180725 h 413408"/>
                  <a:gd name="connsiteX26" fmla="*/ 99399 w 417926"/>
                  <a:gd name="connsiteY26" fmla="*/ 182984 h 413408"/>
                  <a:gd name="connsiteX27" fmla="*/ 99399 w 417926"/>
                  <a:gd name="connsiteY27" fmla="*/ 185243 h 413408"/>
                  <a:gd name="connsiteX28" fmla="*/ 101658 w 417926"/>
                  <a:gd name="connsiteY28" fmla="*/ 187502 h 413408"/>
                  <a:gd name="connsiteX29" fmla="*/ 103917 w 417926"/>
                  <a:gd name="connsiteY29" fmla="*/ 194279 h 413408"/>
                  <a:gd name="connsiteX30" fmla="*/ 108435 w 417926"/>
                  <a:gd name="connsiteY30" fmla="*/ 198798 h 413408"/>
                  <a:gd name="connsiteX31" fmla="*/ 110694 w 417926"/>
                  <a:gd name="connsiteY31" fmla="*/ 205575 h 413408"/>
                  <a:gd name="connsiteX32" fmla="*/ 115212 w 417926"/>
                  <a:gd name="connsiteY32" fmla="*/ 210093 h 413408"/>
                  <a:gd name="connsiteX33" fmla="*/ 115212 w 417926"/>
                  <a:gd name="connsiteY33" fmla="*/ 212352 h 413408"/>
                  <a:gd name="connsiteX34" fmla="*/ 119730 w 417926"/>
                  <a:gd name="connsiteY34" fmla="*/ 216870 h 413408"/>
                  <a:gd name="connsiteX35" fmla="*/ 119730 w 417926"/>
                  <a:gd name="connsiteY35" fmla="*/ 219129 h 413408"/>
                  <a:gd name="connsiteX36" fmla="*/ 124248 w 417926"/>
                  <a:gd name="connsiteY36" fmla="*/ 223647 h 413408"/>
                  <a:gd name="connsiteX37" fmla="*/ 124248 w 417926"/>
                  <a:gd name="connsiteY37" fmla="*/ 225906 h 413408"/>
                  <a:gd name="connsiteX38" fmla="*/ 128767 w 417926"/>
                  <a:gd name="connsiteY38" fmla="*/ 230424 h 413408"/>
                  <a:gd name="connsiteX39" fmla="*/ 128767 w 417926"/>
                  <a:gd name="connsiteY39" fmla="*/ 232683 h 413408"/>
                  <a:gd name="connsiteX40" fmla="*/ 135544 w 417926"/>
                  <a:gd name="connsiteY40" fmla="*/ 239461 h 413408"/>
                  <a:gd name="connsiteX41" fmla="*/ 135544 w 417926"/>
                  <a:gd name="connsiteY41" fmla="*/ 241720 h 413408"/>
                  <a:gd name="connsiteX42" fmla="*/ 142321 w 417926"/>
                  <a:gd name="connsiteY42" fmla="*/ 248497 h 413408"/>
                  <a:gd name="connsiteX43" fmla="*/ 142321 w 417926"/>
                  <a:gd name="connsiteY43" fmla="*/ 250756 h 413408"/>
                  <a:gd name="connsiteX44" fmla="*/ 153616 w 417926"/>
                  <a:gd name="connsiteY44" fmla="*/ 262051 h 413408"/>
                  <a:gd name="connsiteX45" fmla="*/ 153616 w 417926"/>
                  <a:gd name="connsiteY45" fmla="*/ 264310 h 413408"/>
                  <a:gd name="connsiteX46" fmla="*/ 201057 w 417926"/>
                  <a:gd name="connsiteY46" fmla="*/ 311751 h 413408"/>
                  <a:gd name="connsiteX47" fmla="*/ 203316 w 417926"/>
                  <a:gd name="connsiteY47" fmla="*/ 311751 h 413408"/>
                  <a:gd name="connsiteX48" fmla="*/ 214611 w 417926"/>
                  <a:gd name="connsiteY48" fmla="*/ 323046 h 413408"/>
                  <a:gd name="connsiteX49" fmla="*/ 216870 w 417926"/>
                  <a:gd name="connsiteY49" fmla="*/ 323046 h 413408"/>
                  <a:gd name="connsiteX50" fmla="*/ 223647 w 417926"/>
                  <a:gd name="connsiteY50" fmla="*/ 329823 h 413408"/>
                  <a:gd name="connsiteX51" fmla="*/ 225906 w 417926"/>
                  <a:gd name="connsiteY51" fmla="*/ 329823 h 413408"/>
                  <a:gd name="connsiteX52" fmla="*/ 232683 w 417926"/>
                  <a:gd name="connsiteY52" fmla="*/ 336600 h 413408"/>
                  <a:gd name="connsiteX53" fmla="*/ 234943 w 417926"/>
                  <a:gd name="connsiteY53" fmla="*/ 336600 h 413408"/>
                  <a:gd name="connsiteX54" fmla="*/ 239461 w 417926"/>
                  <a:gd name="connsiteY54" fmla="*/ 341118 h 413408"/>
                  <a:gd name="connsiteX55" fmla="*/ 241720 w 417926"/>
                  <a:gd name="connsiteY55" fmla="*/ 341118 h 413408"/>
                  <a:gd name="connsiteX56" fmla="*/ 246238 w 417926"/>
                  <a:gd name="connsiteY56" fmla="*/ 345637 h 413408"/>
                  <a:gd name="connsiteX57" fmla="*/ 248497 w 417926"/>
                  <a:gd name="connsiteY57" fmla="*/ 345637 h 413408"/>
                  <a:gd name="connsiteX58" fmla="*/ 259792 w 417926"/>
                  <a:gd name="connsiteY58" fmla="*/ 354673 h 413408"/>
                  <a:gd name="connsiteX59" fmla="*/ 266569 w 417926"/>
                  <a:gd name="connsiteY59" fmla="*/ 356932 h 413408"/>
                  <a:gd name="connsiteX60" fmla="*/ 271088 w 417926"/>
                  <a:gd name="connsiteY60" fmla="*/ 361450 h 413408"/>
                  <a:gd name="connsiteX61" fmla="*/ 273347 w 417926"/>
                  <a:gd name="connsiteY61" fmla="*/ 361450 h 413408"/>
                  <a:gd name="connsiteX62" fmla="*/ 275606 w 417926"/>
                  <a:gd name="connsiteY62" fmla="*/ 363709 h 413408"/>
                  <a:gd name="connsiteX63" fmla="*/ 277865 w 417926"/>
                  <a:gd name="connsiteY63" fmla="*/ 363709 h 413408"/>
                  <a:gd name="connsiteX64" fmla="*/ 280124 w 417926"/>
                  <a:gd name="connsiteY64" fmla="*/ 365968 h 413408"/>
                  <a:gd name="connsiteX65" fmla="*/ 286901 w 417926"/>
                  <a:gd name="connsiteY65" fmla="*/ 368227 h 413408"/>
                  <a:gd name="connsiteX66" fmla="*/ 291419 w 417926"/>
                  <a:gd name="connsiteY66" fmla="*/ 372745 h 413408"/>
                  <a:gd name="connsiteX67" fmla="*/ 293678 w 417926"/>
                  <a:gd name="connsiteY67" fmla="*/ 372745 h 413408"/>
                  <a:gd name="connsiteX68" fmla="*/ 300455 w 417926"/>
                  <a:gd name="connsiteY68" fmla="*/ 377263 h 413408"/>
                  <a:gd name="connsiteX69" fmla="*/ 304973 w 417926"/>
                  <a:gd name="connsiteY69" fmla="*/ 377263 h 413408"/>
                  <a:gd name="connsiteX70" fmla="*/ 307233 w 417926"/>
                  <a:gd name="connsiteY70" fmla="*/ 379523 h 413408"/>
                  <a:gd name="connsiteX71" fmla="*/ 309492 w 417926"/>
                  <a:gd name="connsiteY71" fmla="*/ 379523 h 413408"/>
                  <a:gd name="connsiteX72" fmla="*/ 311751 w 417926"/>
                  <a:gd name="connsiteY72" fmla="*/ 381782 h 413408"/>
                  <a:gd name="connsiteX73" fmla="*/ 314010 w 417926"/>
                  <a:gd name="connsiteY73" fmla="*/ 381782 h 413408"/>
                  <a:gd name="connsiteX74" fmla="*/ 320787 w 417926"/>
                  <a:gd name="connsiteY74" fmla="*/ 386300 h 413408"/>
                  <a:gd name="connsiteX75" fmla="*/ 325305 w 417926"/>
                  <a:gd name="connsiteY75" fmla="*/ 386300 h 413408"/>
                  <a:gd name="connsiteX76" fmla="*/ 327564 w 417926"/>
                  <a:gd name="connsiteY76" fmla="*/ 388559 h 413408"/>
                  <a:gd name="connsiteX77" fmla="*/ 329823 w 417926"/>
                  <a:gd name="connsiteY77" fmla="*/ 388559 h 413408"/>
                  <a:gd name="connsiteX78" fmla="*/ 332082 w 417926"/>
                  <a:gd name="connsiteY78" fmla="*/ 390818 h 413408"/>
                  <a:gd name="connsiteX79" fmla="*/ 336600 w 417926"/>
                  <a:gd name="connsiteY79" fmla="*/ 390818 h 413408"/>
                  <a:gd name="connsiteX80" fmla="*/ 343378 w 417926"/>
                  <a:gd name="connsiteY80" fmla="*/ 395336 h 413408"/>
                  <a:gd name="connsiteX81" fmla="*/ 347896 w 417926"/>
                  <a:gd name="connsiteY81" fmla="*/ 395336 h 413408"/>
                  <a:gd name="connsiteX82" fmla="*/ 350155 w 417926"/>
                  <a:gd name="connsiteY82" fmla="*/ 397595 h 413408"/>
                  <a:gd name="connsiteX83" fmla="*/ 354673 w 417926"/>
                  <a:gd name="connsiteY83" fmla="*/ 397595 h 413408"/>
                  <a:gd name="connsiteX84" fmla="*/ 356932 w 417926"/>
                  <a:gd name="connsiteY84" fmla="*/ 399854 h 413408"/>
                  <a:gd name="connsiteX85" fmla="*/ 361450 w 417926"/>
                  <a:gd name="connsiteY85" fmla="*/ 399854 h 413408"/>
                  <a:gd name="connsiteX86" fmla="*/ 363709 w 417926"/>
                  <a:gd name="connsiteY86" fmla="*/ 402113 h 413408"/>
                  <a:gd name="connsiteX87" fmla="*/ 370486 w 417926"/>
                  <a:gd name="connsiteY87" fmla="*/ 402113 h 413408"/>
                  <a:gd name="connsiteX88" fmla="*/ 372745 w 417926"/>
                  <a:gd name="connsiteY88" fmla="*/ 404372 h 413408"/>
                  <a:gd name="connsiteX89" fmla="*/ 377263 w 417926"/>
                  <a:gd name="connsiteY89" fmla="*/ 404372 h 413408"/>
                  <a:gd name="connsiteX90" fmla="*/ 379523 w 417926"/>
                  <a:gd name="connsiteY90" fmla="*/ 406631 h 413408"/>
                  <a:gd name="connsiteX91" fmla="*/ 386300 w 417926"/>
                  <a:gd name="connsiteY91" fmla="*/ 406631 h 413408"/>
                  <a:gd name="connsiteX92" fmla="*/ 388559 w 417926"/>
                  <a:gd name="connsiteY92" fmla="*/ 408890 h 413408"/>
                  <a:gd name="connsiteX93" fmla="*/ 397595 w 417926"/>
                  <a:gd name="connsiteY93" fmla="*/ 408890 h 413408"/>
                  <a:gd name="connsiteX94" fmla="*/ 399854 w 417926"/>
                  <a:gd name="connsiteY94" fmla="*/ 411149 h 413408"/>
                  <a:gd name="connsiteX95" fmla="*/ 406631 w 417926"/>
                  <a:gd name="connsiteY95" fmla="*/ 411149 h 413408"/>
                  <a:gd name="connsiteX96" fmla="*/ 408890 w 417926"/>
                  <a:gd name="connsiteY96" fmla="*/ 413408 h 413408"/>
                  <a:gd name="connsiteX97" fmla="*/ 417927 w 417926"/>
                  <a:gd name="connsiteY97" fmla="*/ 413408 h 413408"/>
                  <a:gd name="connsiteX98" fmla="*/ 417927 w 417926"/>
                  <a:gd name="connsiteY98" fmla="*/ 336600 h 413408"/>
                  <a:gd name="connsiteX99" fmla="*/ 415668 w 417926"/>
                  <a:gd name="connsiteY99" fmla="*/ 336600 h 413408"/>
                  <a:gd name="connsiteX100" fmla="*/ 413408 w 417926"/>
                  <a:gd name="connsiteY100" fmla="*/ 334341 h 413408"/>
                  <a:gd name="connsiteX101" fmla="*/ 406631 w 417926"/>
                  <a:gd name="connsiteY101" fmla="*/ 334341 h 413408"/>
                  <a:gd name="connsiteX102" fmla="*/ 404372 w 417926"/>
                  <a:gd name="connsiteY102" fmla="*/ 332082 h 413408"/>
                  <a:gd name="connsiteX103" fmla="*/ 397595 w 417926"/>
                  <a:gd name="connsiteY103" fmla="*/ 332082 h 413408"/>
                  <a:gd name="connsiteX104" fmla="*/ 395336 w 417926"/>
                  <a:gd name="connsiteY104" fmla="*/ 329823 h 413408"/>
                  <a:gd name="connsiteX105" fmla="*/ 388559 w 417926"/>
                  <a:gd name="connsiteY105" fmla="*/ 329823 h 413408"/>
                  <a:gd name="connsiteX106" fmla="*/ 386300 w 417926"/>
                  <a:gd name="connsiteY106" fmla="*/ 327564 h 413408"/>
                  <a:gd name="connsiteX107" fmla="*/ 381782 w 417926"/>
                  <a:gd name="connsiteY107" fmla="*/ 327564 h 413408"/>
                  <a:gd name="connsiteX108" fmla="*/ 379523 w 417926"/>
                  <a:gd name="connsiteY108" fmla="*/ 325305 h 413408"/>
                  <a:gd name="connsiteX109" fmla="*/ 375004 w 417926"/>
                  <a:gd name="connsiteY109" fmla="*/ 325305 h 413408"/>
                  <a:gd name="connsiteX110" fmla="*/ 372745 w 417926"/>
                  <a:gd name="connsiteY110" fmla="*/ 323046 h 413408"/>
                  <a:gd name="connsiteX111" fmla="*/ 368227 w 417926"/>
                  <a:gd name="connsiteY111" fmla="*/ 323046 h 413408"/>
                  <a:gd name="connsiteX112" fmla="*/ 365968 w 417926"/>
                  <a:gd name="connsiteY112" fmla="*/ 320787 h 413408"/>
                  <a:gd name="connsiteX113" fmla="*/ 361450 w 417926"/>
                  <a:gd name="connsiteY113" fmla="*/ 320787 h 413408"/>
                  <a:gd name="connsiteX114" fmla="*/ 354673 w 417926"/>
                  <a:gd name="connsiteY114" fmla="*/ 316269 h 413408"/>
                  <a:gd name="connsiteX115" fmla="*/ 350155 w 417926"/>
                  <a:gd name="connsiteY115" fmla="*/ 316269 h 413408"/>
                  <a:gd name="connsiteX116" fmla="*/ 347896 w 417926"/>
                  <a:gd name="connsiteY116" fmla="*/ 314010 h 413408"/>
                  <a:gd name="connsiteX117" fmla="*/ 345637 w 417926"/>
                  <a:gd name="connsiteY117" fmla="*/ 314010 h 413408"/>
                  <a:gd name="connsiteX118" fmla="*/ 343378 w 417926"/>
                  <a:gd name="connsiteY118" fmla="*/ 311751 h 413408"/>
                  <a:gd name="connsiteX119" fmla="*/ 341118 w 417926"/>
                  <a:gd name="connsiteY119" fmla="*/ 311751 h 413408"/>
                  <a:gd name="connsiteX120" fmla="*/ 338859 w 417926"/>
                  <a:gd name="connsiteY120" fmla="*/ 309492 h 413408"/>
                  <a:gd name="connsiteX121" fmla="*/ 336600 w 417926"/>
                  <a:gd name="connsiteY121" fmla="*/ 309492 h 413408"/>
                  <a:gd name="connsiteX122" fmla="*/ 334341 w 417926"/>
                  <a:gd name="connsiteY122" fmla="*/ 307233 h 413408"/>
                  <a:gd name="connsiteX123" fmla="*/ 332082 w 417926"/>
                  <a:gd name="connsiteY123" fmla="*/ 307233 h 413408"/>
                  <a:gd name="connsiteX124" fmla="*/ 329823 w 417926"/>
                  <a:gd name="connsiteY124" fmla="*/ 304973 h 413408"/>
                  <a:gd name="connsiteX125" fmla="*/ 327564 w 417926"/>
                  <a:gd name="connsiteY125" fmla="*/ 304973 h 413408"/>
                  <a:gd name="connsiteX126" fmla="*/ 325305 w 417926"/>
                  <a:gd name="connsiteY126" fmla="*/ 302714 h 413408"/>
                  <a:gd name="connsiteX127" fmla="*/ 323046 w 417926"/>
                  <a:gd name="connsiteY127" fmla="*/ 302714 h 413408"/>
                  <a:gd name="connsiteX128" fmla="*/ 320787 w 417926"/>
                  <a:gd name="connsiteY128" fmla="*/ 300455 h 413408"/>
                  <a:gd name="connsiteX129" fmla="*/ 318528 w 417926"/>
                  <a:gd name="connsiteY129" fmla="*/ 300455 h 413408"/>
                  <a:gd name="connsiteX130" fmla="*/ 316269 w 417926"/>
                  <a:gd name="connsiteY130" fmla="*/ 298196 h 413408"/>
                  <a:gd name="connsiteX131" fmla="*/ 309492 w 417926"/>
                  <a:gd name="connsiteY131" fmla="*/ 295937 h 413408"/>
                  <a:gd name="connsiteX132" fmla="*/ 304973 w 417926"/>
                  <a:gd name="connsiteY132" fmla="*/ 291419 h 413408"/>
                  <a:gd name="connsiteX133" fmla="*/ 298196 w 417926"/>
                  <a:gd name="connsiteY133" fmla="*/ 289160 h 413408"/>
                  <a:gd name="connsiteX134" fmla="*/ 293678 w 417926"/>
                  <a:gd name="connsiteY134" fmla="*/ 284642 h 413408"/>
                  <a:gd name="connsiteX135" fmla="*/ 291419 w 417926"/>
                  <a:gd name="connsiteY135" fmla="*/ 284642 h 413408"/>
                  <a:gd name="connsiteX136" fmla="*/ 286901 w 417926"/>
                  <a:gd name="connsiteY136" fmla="*/ 280124 h 413408"/>
                  <a:gd name="connsiteX137" fmla="*/ 284642 w 417926"/>
                  <a:gd name="connsiteY137" fmla="*/ 280124 h 413408"/>
                  <a:gd name="connsiteX138" fmla="*/ 280124 w 417926"/>
                  <a:gd name="connsiteY138" fmla="*/ 275606 h 413408"/>
                  <a:gd name="connsiteX139" fmla="*/ 277865 w 417926"/>
                  <a:gd name="connsiteY139" fmla="*/ 275606 h 413408"/>
                  <a:gd name="connsiteX140" fmla="*/ 271088 w 417926"/>
                  <a:gd name="connsiteY140" fmla="*/ 268828 h 413408"/>
                  <a:gd name="connsiteX141" fmla="*/ 268828 w 417926"/>
                  <a:gd name="connsiteY141" fmla="*/ 268828 h 413408"/>
                  <a:gd name="connsiteX142" fmla="*/ 259792 w 417926"/>
                  <a:gd name="connsiteY142" fmla="*/ 259792 h 413408"/>
                  <a:gd name="connsiteX143" fmla="*/ 257533 w 417926"/>
                  <a:gd name="connsiteY143" fmla="*/ 259792 h 413408"/>
                  <a:gd name="connsiteX144" fmla="*/ 243979 w 417926"/>
                  <a:gd name="connsiteY144" fmla="*/ 246238 h 413408"/>
                  <a:gd name="connsiteX145" fmla="*/ 241720 w 417926"/>
                  <a:gd name="connsiteY145" fmla="*/ 246238 h 413408"/>
                  <a:gd name="connsiteX146" fmla="*/ 219129 w 417926"/>
                  <a:gd name="connsiteY146" fmla="*/ 223647 h 413408"/>
                  <a:gd name="connsiteX147" fmla="*/ 219129 w 417926"/>
                  <a:gd name="connsiteY147" fmla="*/ 221388 h 413408"/>
                  <a:gd name="connsiteX148" fmla="*/ 205575 w 417926"/>
                  <a:gd name="connsiteY148" fmla="*/ 207834 h 413408"/>
                  <a:gd name="connsiteX149" fmla="*/ 205575 w 417926"/>
                  <a:gd name="connsiteY149" fmla="*/ 205575 h 413408"/>
                  <a:gd name="connsiteX150" fmla="*/ 196538 w 417926"/>
                  <a:gd name="connsiteY150" fmla="*/ 196538 h 413408"/>
                  <a:gd name="connsiteX151" fmla="*/ 196538 w 417926"/>
                  <a:gd name="connsiteY151" fmla="*/ 194279 h 413408"/>
                  <a:gd name="connsiteX152" fmla="*/ 192020 w 417926"/>
                  <a:gd name="connsiteY152" fmla="*/ 189761 h 413408"/>
                  <a:gd name="connsiteX153" fmla="*/ 192020 w 417926"/>
                  <a:gd name="connsiteY153" fmla="*/ 187502 h 413408"/>
                  <a:gd name="connsiteX154" fmla="*/ 185243 w 417926"/>
                  <a:gd name="connsiteY154" fmla="*/ 180725 h 413408"/>
                  <a:gd name="connsiteX155" fmla="*/ 185243 w 417926"/>
                  <a:gd name="connsiteY155" fmla="*/ 178466 h 413408"/>
                  <a:gd name="connsiteX156" fmla="*/ 180725 w 417926"/>
                  <a:gd name="connsiteY156" fmla="*/ 173948 h 413408"/>
                  <a:gd name="connsiteX157" fmla="*/ 178466 w 417926"/>
                  <a:gd name="connsiteY157" fmla="*/ 167171 h 413408"/>
                  <a:gd name="connsiteX158" fmla="*/ 173948 w 417926"/>
                  <a:gd name="connsiteY158" fmla="*/ 162653 h 413408"/>
                  <a:gd name="connsiteX159" fmla="*/ 173948 w 417926"/>
                  <a:gd name="connsiteY159" fmla="*/ 160393 h 413408"/>
                  <a:gd name="connsiteX160" fmla="*/ 171689 w 417926"/>
                  <a:gd name="connsiteY160" fmla="*/ 158134 h 413408"/>
                  <a:gd name="connsiteX161" fmla="*/ 169430 w 417926"/>
                  <a:gd name="connsiteY161" fmla="*/ 151357 h 413408"/>
                  <a:gd name="connsiteX162" fmla="*/ 164912 w 417926"/>
                  <a:gd name="connsiteY162" fmla="*/ 146839 h 413408"/>
                  <a:gd name="connsiteX163" fmla="*/ 164912 w 417926"/>
                  <a:gd name="connsiteY163" fmla="*/ 144580 h 413408"/>
                  <a:gd name="connsiteX164" fmla="*/ 160393 w 417926"/>
                  <a:gd name="connsiteY164" fmla="*/ 137803 h 413408"/>
                  <a:gd name="connsiteX165" fmla="*/ 160393 w 417926"/>
                  <a:gd name="connsiteY165" fmla="*/ 124248 h 413408"/>
                  <a:gd name="connsiteX166" fmla="*/ 171689 w 417926"/>
                  <a:gd name="connsiteY166" fmla="*/ 112953 h 413408"/>
                  <a:gd name="connsiteX167" fmla="*/ 246238 w 417926"/>
                  <a:gd name="connsiteY167" fmla="*/ 112953 h 413408"/>
                  <a:gd name="connsiteX168" fmla="*/ 223647 w 417926"/>
                  <a:gd name="connsiteY168" fmla="*/ 90363 h 413408"/>
                  <a:gd name="connsiteX169" fmla="*/ 221388 w 417926"/>
                  <a:gd name="connsiteY169" fmla="*/ 90363 h 413408"/>
                  <a:gd name="connsiteX170" fmla="*/ 192020 w 417926"/>
                  <a:gd name="connsiteY170" fmla="*/ 60995 h 413408"/>
                  <a:gd name="connsiteX171" fmla="*/ 189761 w 417926"/>
                  <a:gd name="connsiteY171" fmla="*/ 60995 h 413408"/>
                  <a:gd name="connsiteX172" fmla="*/ 160393 w 417926"/>
                  <a:gd name="connsiteY172" fmla="*/ 31627 h 413408"/>
                  <a:gd name="connsiteX173" fmla="*/ 158134 w 417926"/>
                  <a:gd name="connsiteY173" fmla="*/ 31627 h 413408"/>
                  <a:gd name="connsiteX174" fmla="*/ 126508 w 417926"/>
                  <a:gd name="connsiteY174" fmla="*/ 0 h 413408"/>
                  <a:gd name="connsiteX175" fmla="*/ 119730 w 417926"/>
                  <a:gd name="connsiteY175" fmla="*/ 0 h 413408"/>
                  <a:gd name="connsiteX176" fmla="*/ 90363 w 417926"/>
                  <a:gd name="connsiteY176" fmla="*/ 29368 h 413408"/>
                  <a:gd name="connsiteX177" fmla="*/ 88103 w 417926"/>
                  <a:gd name="connsiteY177" fmla="*/ 29368 h 413408"/>
                  <a:gd name="connsiteX178" fmla="*/ 58736 w 417926"/>
                  <a:gd name="connsiteY178" fmla="*/ 58736 h 413408"/>
                  <a:gd name="connsiteX179" fmla="*/ 56477 w 417926"/>
                  <a:gd name="connsiteY179" fmla="*/ 58736 h 413408"/>
                  <a:gd name="connsiteX180" fmla="*/ 27109 w 417926"/>
                  <a:gd name="connsiteY180" fmla="*/ 88103 h 413408"/>
                  <a:gd name="connsiteX181" fmla="*/ 24850 w 417926"/>
                  <a:gd name="connsiteY181" fmla="*/ 88103 h 413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</a:cxnLst>
                <a:rect l="l" t="t" r="r" b="b"/>
                <a:pathLst>
                  <a:path w="417926" h="413408">
                    <a:moveTo>
                      <a:pt x="0" y="112953"/>
                    </a:moveTo>
                    <a:lnTo>
                      <a:pt x="60995" y="112953"/>
                    </a:lnTo>
                    <a:lnTo>
                      <a:pt x="63254" y="115212"/>
                    </a:lnTo>
                    <a:lnTo>
                      <a:pt x="65513" y="115212"/>
                    </a:lnTo>
                    <a:lnTo>
                      <a:pt x="72290" y="121989"/>
                    </a:lnTo>
                    <a:lnTo>
                      <a:pt x="72290" y="124248"/>
                    </a:lnTo>
                    <a:lnTo>
                      <a:pt x="74549" y="126508"/>
                    </a:lnTo>
                    <a:lnTo>
                      <a:pt x="74549" y="131026"/>
                    </a:lnTo>
                    <a:lnTo>
                      <a:pt x="76808" y="133285"/>
                    </a:lnTo>
                    <a:lnTo>
                      <a:pt x="76808" y="137803"/>
                    </a:lnTo>
                    <a:lnTo>
                      <a:pt x="79067" y="140062"/>
                    </a:lnTo>
                    <a:lnTo>
                      <a:pt x="79067" y="142321"/>
                    </a:lnTo>
                    <a:lnTo>
                      <a:pt x="83585" y="149098"/>
                    </a:lnTo>
                    <a:lnTo>
                      <a:pt x="83585" y="153616"/>
                    </a:lnTo>
                    <a:lnTo>
                      <a:pt x="85844" y="155875"/>
                    </a:lnTo>
                    <a:lnTo>
                      <a:pt x="85844" y="158134"/>
                    </a:lnTo>
                    <a:lnTo>
                      <a:pt x="88103" y="160393"/>
                    </a:lnTo>
                    <a:lnTo>
                      <a:pt x="88103" y="162653"/>
                    </a:lnTo>
                    <a:lnTo>
                      <a:pt x="90363" y="164912"/>
                    </a:lnTo>
                    <a:lnTo>
                      <a:pt x="90363" y="167171"/>
                    </a:lnTo>
                    <a:lnTo>
                      <a:pt x="92622" y="169430"/>
                    </a:lnTo>
                    <a:lnTo>
                      <a:pt x="92622" y="171689"/>
                    </a:lnTo>
                    <a:lnTo>
                      <a:pt x="94881" y="173948"/>
                    </a:lnTo>
                    <a:lnTo>
                      <a:pt x="94881" y="176207"/>
                    </a:lnTo>
                    <a:lnTo>
                      <a:pt x="97140" y="178466"/>
                    </a:lnTo>
                    <a:lnTo>
                      <a:pt x="97140" y="180725"/>
                    </a:lnTo>
                    <a:lnTo>
                      <a:pt x="99399" y="182984"/>
                    </a:lnTo>
                    <a:lnTo>
                      <a:pt x="99399" y="185243"/>
                    </a:lnTo>
                    <a:lnTo>
                      <a:pt x="101658" y="187502"/>
                    </a:lnTo>
                    <a:lnTo>
                      <a:pt x="103917" y="194279"/>
                    </a:lnTo>
                    <a:lnTo>
                      <a:pt x="108435" y="198798"/>
                    </a:lnTo>
                    <a:lnTo>
                      <a:pt x="110694" y="205575"/>
                    </a:lnTo>
                    <a:lnTo>
                      <a:pt x="115212" y="210093"/>
                    </a:lnTo>
                    <a:lnTo>
                      <a:pt x="115212" y="212352"/>
                    </a:lnTo>
                    <a:lnTo>
                      <a:pt x="119730" y="216870"/>
                    </a:lnTo>
                    <a:lnTo>
                      <a:pt x="119730" y="219129"/>
                    </a:lnTo>
                    <a:lnTo>
                      <a:pt x="124248" y="223647"/>
                    </a:lnTo>
                    <a:lnTo>
                      <a:pt x="124248" y="225906"/>
                    </a:lnTo>
                    <a:lnTo>
                      <a:pt x="128767" y="230424"/>
                    </a:lnTo>
                    <a:lnTo>
                      <a:pt x="128767" y="232683"/>
                    </a:lnTo>
                    <a:lnTo>
                      <a:pt x="135544" y="239461"/>
                    </a:lnTo>
                    <a:lnTo>
                      <a:pt x="135544" y="241720"/>
                    </a:lnTo>
                    <a:lnTo>
                      <a:pt x="142321" y="248497"/>
                    </a:lnTo>
                    <a:lnTo>
                      <a:pt x="142321" y="250756"/>
                    </a:lnTo>
                    <a:lnTo>
                      <a:pt x="153616" y="262051"/>
                    </a:lnTo>
                    <a:lnTo>
                      <a:pt x="153616" y="264310"/>
                    </a:lnTo>
                    <a:lnTo>
                      <a:pt x="201057" y="311751"/>
                    </a:lnTo>
                    <a:lnTo>
                      <a:pt x="203316" y="311751"/>
                    </a:lnTo>
                    <a:lnTo>
                      <a:pt x="214611" y="323046"/>
                    </a:lnTo>
                    <a:lnTo>
                      <a:pt x="216870" y="323046"/>
                    </a:lnTo>
                    <a:lnTo>
                      <a:pt x="223647" y="329823"/>
                    </a:lnTo>
                    <a:lnTo>
                      <a:pt x="225906" y="329823"/>
                    </a:lnTo>
                    <a:lnTo>
                      <a:pt x="232683" y="336600"/>
                    </a:lnTo>
                    <a:lnTo>
                      <a:pt x="234943" y="336600"/>
                    </a:lnTo>
                    <a:lnTo>
                      <a:pt x="239461" y="341118"/>
                    </a:lnTo>
                    <a:lnTo>
                      <a:pt x="241720" y="341118"/>
                    </a:lnTo>
                    <a:lnTo>
                      <a:pt x="246238" y="345637"/>
                    </a:lnTo>
                    <a:lnTo>
                      <a:pt x="248497" y="345637"/>
                    </a:lnTo>
                    <a:lnTo>
                      <a:pt x="259792" y="354673"/>
                    </a:lnTo>
                    <a:lnTo>
                      <a:pt x="266569" y="356932"/>
                    </a:lnTo>
                    <a:lnTo>
                      <a:pt x="271088" y="361450"/>
                    </a:lnTo>
                    <a:lnTo>
                      <a:pt x="273347" y="361450"/>
                    </a:lnTo>
                    <a:lnTo>
                      <a:pt x="275606" y="363709"/>
                    </a:lnTo>
                    <a:lnTo>
                      <a:pt x="277865" y="363709"/>
                    </a:lnTo>
                    <a:lnTo>
                      <a:pt x="280124" y="365968"/>
                    </a:lnTo>
                    <a:lnTo>
                      <a:pt x="286901" y="368227"/>
                    </a:lnTo>
                    <a:lnTo>
                      <a:pt x="291419" y="372745"/>
                    </a:lnTo>
                    <a:lnTo>
                      <a:pt x="293678" y="372745"/>
                    </a:lnTo>
                    <a:lnTo>
                      <a:pt x="300455" y="377263"/>
                    </a:lnTo>
                    <a:lnTo>
                      <a:pt x="304973" y="377263"/>
                    </a:lnTo>
                    <a:lnTo>
                      <a:pt x="307233" y="379523"/>
                    </a:lnTo>
                    <a:lnTo>
                      <a:pt x="309492" y="379523"/>
                    </a:lnTo>
                    <a:lnTo>
                      <a:pt x="311751" y="381782"/>
                    </a:lnTo>
                    <a:lnTo>
                      <a:pt x="314010" y="381782"/>
                    </a:lnTo>
                    <a:lnTo>
                      <a:pt x="320787" y="386300"/>
                    </a:lnTo>
                    <a:lnTo>
                      <a:pt x="325305" y="386300"/>
                    </a:lnTo>
                    <a:lnTo>
                      <a:pt x="327564" y="388559"/>
                    </a:lnTo>
                    <a:lnTo>
                      <a:pt x="329823" y="388559"/>
                    </a:lnTo>
                    <a:lnTo>
                      <a:pt x="332082" y="390818"/>
                    </a:lnTo>
                    <a:lnTo>
                      <a:pt x="336600" y="390818"/>
                    </a:lnTo>
                    <a:lnTo>
                      <a:pt x="343378" y="395336"/>
                    </a:lnTo>
                    <a:lnTo>
                      <a:pt x="347896" y="395336"/>
                    </a:lnTo>
                    <a:lnTo>
                      <a:pt x="350155" y="397595"/>
                    </a:lnTo>
                    <a:lnTo>
                      <a:pt x="354673" y="397595"/>
                    </a:lnTo>
                    <a:lnTo>
                      <a:pt x="356932" y="399854"/>
                    </a:lnTo>
                    <a:lnTo>
                      <a:pt x="361450" y="399854"/>
                    </a:lnTo>
                    <a:lnTo>
                      <a:pt x="363709" y="402113"/>
                    </a:lnTo>
                    <a:lnTo>
                      <a:pt x="370486" y="402113"/>
                    </a:lnTo>
                    <a:lnTo>
                      <a:pt x="372745" y="404372"/>
                    </a:lnTo>
                    <a:lnTo>
                      <a:pt x="377263" y="404372"/>
                    </a:lnTo>
                    <a:lnTo>
                      <a:pt x="379523" y="406631"/>
                    </a:lnTo>
                    <a:lnTo>
                      <a:pt x="386300" y="406631"/>
                    </a:lnTo>
                    <a:lnTo>
                      <a:pt x="388559" y="408890"/>
                    </a:lnTo>
                    <a:lnTo>
                      <a:pt x="397595" y="408890"/>
                    </a:lnTo>
                    <a:lnTo>
                      <a:pt x="399854" y="411149"/>
                    </a:lnTo>
                    <a:lnTo>
                      <a:pt x="406631" y="411149"/>
                    </a:lnTo>
                    <a:lnTo>
                      <a:pt x="408890" y="413408"/>
                    </a:lnTo>
                    <a:lnTo>
                      <a:pt x="417927" y="413408"/>
                    </a:lnTo>
                    <a:lnTo>
                      <a:pt x="417927" y="336600"/>
                    </a:lnTo>
                    <a:lnTo>
                      <a:pt x="415668" y="336600"/>
                    </a:lnTo>
                    <a:lnTo>
                      <a:pt x="413408" y="334341"/>
                    </a:lnTo>
                    <a:lnTo>
                      <a:pt x="406631" y="334341"/>
                    </a:lnTo>
                    <a:lnTo>
                      <a:pt x="404372" y="332082"/>
                    </a:lnTo>
                    <a:lnTo>
                      <a:pt x="397595" y="332082"/>
                    </a:lnTo>
                    <a:lnTo>
                      <a:pt x="395336" y="329823"/>
                    </a:lnTo>
                    <a:lnTo>
                      <a:pt x="388559" y="329823"/>
                    </a:lnTo>
                    <a:lnTo>
                      <a:pt x="386300" y="327564"/>
                    </a:lnTo>
                    <a:lnTo>
                      <a:pt x="381782" y="327564"/>
                    </a:lnTo>
                    <a:lnTo>
                      <a:pt x="379523" y="325305"/>
                    </a:lnTo>
                    <a:lnTo>
                      <a:pt x="375004" y="325305"/>
                    </a:lnTo>
                    <a:lnTo>
                      <a:pt x="372745" y="323046"/>
                    </a:lnTo>
                    <a:lnTo>
                      <a:pt x="368227" y="323046"/>
                    </a:lnTo>
                    <a:lnTo>
                      <a:pt x="365968" y="320787"/>
                    </a:lnTo>
                    <a:lnTo>
                      <a:pt x="361450" y="320787"/>
                    </a:lnTo>
                    <a:lnTo>
                      <a:pt x="354673" y="316269"/>
                    </a:lnTo>
                    <a:lnTo>
                      <a:pt x="350155" y="316269"/>
                    </a:lnTo>
                    <a:lnTo>
                      <a:pt x="347896" y="314010"/>
                    </a:lnTo>
                    <a:lnTo>
                      <a:pt x="345637" y="314010"/>
                    </a:lnTo>
                    <a:lnTo>
                      <a:pt x="343378" y="311751"/>
                    </a:lnTo>
                    <a:lnTo>
                      <a:pt x="341118" y="311751"/>
                    </a:lnTo>
                    <a:lnTo>
                      <a:pt x="338859" y="309492"/>
                    </a:lnTo>
                    <a:lnTo>
                      <a:pt x="336600" y="309492"/>
                    </a:lnTo>
                    <a:lnTo>
                      <a:pt x="334341" y="307233"/>
                    </a:lnTo>
                    <a:lnTo>
                      <a:pt x="332082" y="307233"/>
                    </a:lnTo>
                    <a:lnTo>
                      <a:pt x="329823" y="304973"/>
                    </a:lnTo>
                    <a:lnTo>
                      <a:pt x="327564" y="304973"/>
                    </a:lnTo>
                    <a:lnTo>
                      <a:pt x="325305" y="302714"/>
                    </a:lnTo>
                    <a:lnTo>
                      <a:pt x="323046" y="302714"/>
                    </a:lnTo>
                    <a:lnTo>
                      <a:pt x="320787" y="300455"/>
                    </a:lnTo>
                    <a:lnTo>
                      <a:pt x="318528" y="300455"/>
                    </a:lnTo>
                    <a:lnTo>
                      <a:pt x="316269" y="298196"/>
                    </a:lnTo>
                    <a:lnTo>
                      <a:pt x="309492" y="295937"/>
                    </a:lnTo>
                    <a:lnTo>
                      <a:pt x="304973" y="291419"/>
                    </a:lnTo>
                    <a:lnTo>
                      <a:pt x="298196" y="289160"/>
                    </a:lnTo>
                    <a:lnTo>
                      <a:pt x="293678" y="284642"/>
                    </a:lnTo>
                    <a:lnTo>
                      <a:pt x="291419" y="284642"/>
                    </a:lnTo>
                    <a:lnTo>
                      <a:pt x="286901" y="280124"/>
                    </a:lnTo>
                    <a:lnTo>
                      <a:pt x="284642" y="280124"/>
                    </a:lnTo>
                    <a:lnTo>
                      <a:pt x="280124" y="275606"/>
                    </a:lnTo>
                    <a:lnTo>
                      <a:pt x="277865" y="275606"/>
                    </a:lnTo>
                    <a:lnTo>
                      <a:pt x="271088" y="268828"/>
                    </a:lnTo>
                    <a:lnTo>
                      <a:pt x="268828" y="268828"/>
                    </a:lnTo>
                    <a:lnTo>
                      <a:pt x="259792" y="259792"/>
                    </a:lnTo>
                    <a:lnTo>
                      <a:pt x="257533" y="259792"/>
                    </a:lnTo>
                    <a:lnTo>
                      <a:pt x="243979" y="246238"/>
                    </a:lnTo>
                    <a:lnTo>
                      <a:pt x="241720" y="246238"/>
                    </a:lnTo>
                    <a:lnTo>
                      <a:pt x="219129" y="223647"/>
                    </a:lnTo>
                    <a:lnTo>
                      <a:pt x="219129" y="221388"/>
                    </a:lnTo>
                    <a:lnTo>
                      <a:pt x="205575" y="207834"/>
                    </a:lnTo>
                    <a:lnTo>
                      <a:pt x="205575" y="205575"/>
                    </a:lnTo>
                    <a:lnTo>
                      <a:pt x="196538" y="196538"/>
                    </a:lnTo>
                    <a:lnTo>
                      <a:pt x="196538" y="194279"/>
                    </a:lnTo>
                    <a:lnTo>
                      <a:pt x="192020" y="189761"/>
                    </a:lnTo>
                    <a:lnTo>
                      <a:pt x="192020" y="187502"/>
                    </a:lnTo>
                    <a:lnTo>
                      <a:pt x="185243" y="180725"/>
                    </a:lnTo>
                    <a:lnTo>
                      <a:pt x="185243" y="178466"/>
                    </a:lnTo>
                    <a:lnTo>
                      <a:pt x="180725" y="173948"/>
                    </a:lnTo>
                    <a:lnTo>
                      <a:pt x="178466" y="167171"/>
                    </a:lnTo>
                    <a:lnTo>
                      <a:pt x="173948" y="162653"/>
                    </a:lnTo>
                    <a:lnTo>
                      <a:pt x="173948" y="160393"/>
                    </a:lnTo>
                    <a:lnTo>
                      <a:pt x="171689" y="158134"/>
                    </a:lnTo>
                    <a:lnTo>
                      <a:pt x="169430" y="151357"/>
                    </a:lnTo>
                    <a:lnTo>
                      <a:pt x="164912" y="146839"/>
                    </a:lnTo>
                    <a:lnTo>
                      <a:pt x="164912" y="144580"/>
                    </a:lnTo>
                    <a:lnTo>
                      <a:pt x="160393" y="137803"/>
                    </a:lnTo>
                    <a:lnTo>
                      <a:pt x="160393" y="124248"/>
                    </a:lnTo>
                    <a:lnTo>
                      <a:pt x="171689" y="112953"/>
                    </a:lnTo>
                    <a:lnTo>
                      <a:pt x="246238" y="112953"/>
                    </a:lnTo>
                    <a:lnTo>
                      <a:pt x="223647" y="90363"/>
                    </a:lnTo>
                    <a:lnTo>
                      <a:pt x="221388" y="90363"/>
                    </a:lnTo>
                    <a:lnTo>
                      <a:pt x="192020" y="60995"/>
                    </a:lnTo>
                    <a:lnTo>
                      <a:pt x="189761" y="60995"/>
                    </a:lnTo>
                    <a:lnTo>
                      <a:pt x="160393" y="31627"/>
                    </a:lnTo>
                    <a:lnTo>
                      <a:pt x="158134" y="31627"/>
                    </a:lnTo>
                    <a:lnTo>
                      <a:pt x="126508" y="0"/>
                    </a:lnTo>
                    <a:lnTo>
                      <a:pt x="119730" y="0"/>
                    </a:lnTo>
                    <a:lnTo>
                      <a:pt x="90363" y="29368"/>
                    </a:lnTo>
                    <a:lnTo>
                      <a:pt x="88103" y="29368"/>
                    </a:lnTo>
                    <a:lnTo>
                      <a:pt x="58736" y="58736"/>
                    </a:lnTo>
                    <a:lnTo>
                      <a:pt x="56477" y="58736"/>
                    </a:lnTo>
                    <a:lnTo>
                      <a:pt x="27109" y="88103"/>
                    </a:lnTo>
                    <a:lnTo>
                      <a:pt x="24850" y="88103"/>
                    </a:lnTo>
                    <a:close/>
                  </a:path>
                </a:pathLst>
              </a:custGeom>
              <a:solidFill>
                <a:srgbClr val="B2A3ED"/>
              </a:solidFill>
              <a:ln w="22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pic>
          <p:nvPicPr>
            <p:cNvPr id="1131" name="图形 1130">
              <a:extLst>
                <a:ext uri="{FF2B5EF4-FFF2-40B4-BE49-F238E27FC236}">
                  <a16:creationId xmlns:a16="http://schemas.microsoft.com/office/drawing/2014/main" id="{D762188C-19BC-0847-70BC-B507A4938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188643" y="6056544"/>
              <a:ext cx="710684" cy="7106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25825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48752</TotalTime>
  <Words>83</Words>
  <Application>Microsoft Macintosh PowerPoint</Application>
  <PresentationFormat>自定义</PresentationFormat>
  <Paragraphs>31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Qingyuan Liu</dc:creator>
  <cp:lastModifiedBy>Qingyuan Liu</cp:lastModifiedBy>
  <cp:revision>64</cp:revision>
  <dcterms:created xsi:type="dcterms:W3CDTF">2025-07-27T01:06:03Z</dcterms:created>
  <dcterms:modified xsi:type="dcterms:W3CDTF">2025-09-22T23:02:00Z</dcterms:modified>
</cp:coreProperties>
</file>